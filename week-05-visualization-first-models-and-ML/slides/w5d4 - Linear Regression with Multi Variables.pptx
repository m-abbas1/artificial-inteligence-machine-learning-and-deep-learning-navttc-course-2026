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695574" cy="51434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300" y="1095375"/>
            <a:ext cx="1228725" cy="533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4" y="1952624"/>
            <a:ext cx="1905000" cy="3429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0524" y="2181224"/>
            <a:ext cx="2428875" cy="2962274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028950" y="2552700"/>
            <a:ext cx="5705475" cy="38100"/>
          </a:xfrm>
          <a:custGeom>
            <a:avLst/>
            <a:gdLst/>
            <a:ahLst/>
            <a:cxnLst/>
            <a:rect l="l" t="t" r="r" b="b"/>
            <a:pathLst>
              <a:path w="5705475" h="38100">
                <a:moveTo>
                  <a:pt x="5705475" y="0"/>
                </a:moveTo>
                <a:lnTo>
                  <a:pt x="0" y="0"/>
                </a:lnTo>
                <a:lnTo>
                  <a:pt x="0" y="38100"/>
                </a:lnTo>
                <a:lnTo>
                  <a:pt x="5705475" y="38100"/>
                </a:lnTo>
                <a:lnTo>
                  <a:pt x="5705475" y="0"/>
                </a:lnTo>
                <a:close/>
              </a:path>
            </a:pathLst>
          </a:custGeom>
          <a:solidFill>
            <a:srgbClr val="0070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88691" y="744918"/>
            <a:ext cx="5791834" cy="124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98164" y="2944948"/>
            <a:ext cx="5581650" cy="16329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9300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9300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62475"/>
            <a:ext cx="9143999" cy="58102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90749" y="4667250"/>
            <a:ext cx="1781175" cy="4000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4324" y="4733925"/>
            <a:ext cx="1533525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159" y="22860"/>
            <a:ext cx="8488997" cy="908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2142" y="1775713"/>
            <a:ext cx="3681095" cy="1166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9300"/>
                </a:solidFill>
                <a:latin typeface="Cambria Math"/>
                <a:cs typeface="Cambria Math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903844" y="4749143"/>
            <a:ext cx="1007109" cy="245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reativecommons.org/licenses/by-sa/2.0/legalcode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png"/><Relationship Id="rId20" Type="http://schemas.openxmlformats.org/officeDocument/2006/relationships/image" Target="../media/image30.png"/><Relationship Id="rId21" Type="http://schemas.openxmlformats.org/officeDocument/2006/relationships/image" Target="../media/image31.png"/><Relationship Id="rId22" Type="http://schemas.openxmlformats.org/officeDocument/2006/relationships/image" Target="../media/image32.png"/><Relationship Id="rId23" Type="http://schemas.openxmlformats.org/officeDocument/2006/relationships/image" Target="../media/image33.png"/><Relationship Id="rId24" Type="http://schemas.openxmlformats.org/officeDocument/2006/relationships/image" Target="../media/image34.png"/><Relationship Id="rId25" Type="http://schemas.openxmlformats.org/officeDocument/2006/relationships/image" Target="../media/image35.png"/><Relationship Id="rId26" Type="http://schemas.openxmlformats.org/officeDocument/2006/relationships/image" Target="../media/image36.png"/><Relationship Id="rId27" Type="http://schemas.openxmlformats.org/officeDocument/2006/relationships/image" Target="../media/image3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53.png"/><Relationship Id="rId18" Type="http://schemas.openxmlformats.org/officeDocument/2006/relationships/image" Target="../media/image54.png"/><Relationship Id="rId19" Type="http://schemas.openxmlformats.org/officeDocument/2006/relationships/image" Target="../media/image55.png"/><Relationship Id="rId20" Type="http://schemas.openxmlformats.org/officeDocument/2006/relationships/image" Target="../media/image56.png"/><Relationship Id="rId21" Type="http://schemas.openxmlformats.org/officeDocument/2006/relationships/image" Target="../media/image57.png"/><Relationship Id="rId22" Type="http://schemas.openxmlformats.org/officeDocument/2006/relationships/image" Target="../media/image58.png"/><Relationship Id="rId23" Type="http://schemas.openxmlformats.org/officeDocument/2006/relationships/image" Target="../media/image59.png"/><Relationship Id="rId24" Type="http://schemas.openxmlformats.org/officeDocument/2006/relationships/image" Target="../media/image60.png"/><Relationship Id="rId25" Type="http://schemas.openxmlformats.org/officeDocument/2006/relationships/image" Target="../media/image61.png"/><Relationship Id="rId26" Type="http://schemas.openxmlformats.org/officeDocument/2006/relationships/image" Target="../media/image62.png"/><Relationship Id="rId27" Type="http://schemas.openxmlformats.org/officeDocument/2006/relationships/image" Target="../media/image63.png"/><Relationship Id="rId28" Type="http://schemas.openxmlformats.org/officeDocument/2006/relationships/image" Target="../media/image64.png"/><Relationship Id="rId29" Type="http://schemas.openxmlformats.org/officeDocument/2006/relationships/image" Target="../media/image65.png"/><Relationship Id="rId30" Type="http://schemas.openxmlformats.org/officeDocument/2006/relationships/image" Target="../media/image66.png"/><Relationship Id="rId31" Type="http://schemas.openxmlformats.org/officeDocument/2006/relationships/image" Target="../media/image67.png"/><Relationship Id="rId32" Type="http://schemas.openxmlformats.org/officeDocument/2006/relationships/image" Target="../media/image6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Relationship Id="rId13" Type="http://schemas.openxmlformats.org/officeDocument/2006/relationships/image" Target="../media/image80.png"/><Relationship Id="rId14" Type="http://schemas.openxmlformats.org/officeDocument/2006/relationships/image" Target="../media/image81.png"/><Relationship Id="rId15" Type="http://schemas.openxmlformats.org/officeDocument/2006/relationships/image" Target="../media/image82.png"/><Relationship Id="rId16" Type="http://schemas.openxmlformats.org/officeDocument/2006/relationships/image" Target="../media/image83.png"/><Relationship Id="rId17" Type="http://schemas.openxmlformats.org/officeDocument/2006/relationships/image" Target="../media/image84.png"/><Relationship Id="rId18" Type="http://schemas.openxmlformats.org/officeDocument/2006/relationships/image" Target="../media/image85.png"/><Relationship Id="rId19" Type="http://schemas.openxmlformats.org/officeDocument/2006/relationships/image" Target="../media/image86.png"/><Relationship Id="rId20" Type="http://schemas.openxmlformats.org/officeDocument/2006/relationships/image" Target="../media/image87.png"/><Relationship Id="rId21" Type="http://schemas.openxmlformats.org/officeDocument/2006/relationships/image" Target="../media/image88.png"/><Relationship Id="rId22" Type="http://schemas.openxmlformats.org/officeDocument/2006/relationships/image" Target="../media/image89.png"/><Relationship Id="rId23" Type="http://schemas.openxmlformats.org/officeDocument/2006/relationships/image" Target="../media/image90.png"/><Relationship Id="rId24" Type="http://schemas.openxmlformats.org/officeDocument/2006/relationships/image" Target="../media/image91.png"/><Relationship Id="rId25" Type="http://schemas.openxmlformats.org/officeDocument/2006/relationships/image" Target="../media/image92.png"/><Relationship Id="rId26" Type="http://schemas.openxmlformats.org/officeDocument/2006/relationships/image" Target="../media/image93.png"/><Relationship Id="rId27" Type="http://schemas.openxmlformats.org/officeDocument/2006/relationships/image" Target="../media/image94.png"/><Relationship Id="rId28" Type="http://schemas.openxmlformats.org/officeDocument/2006/relationships/image" Target="../media/image95.png"/><Relationship Id="rId29" Type="http://schemas.openxmlformats.org/officeDocument/2006/relationships/image" Target="../media/image96.png"/><Relationship Id="rId30" Type="http://schemas.openxmlformats.org/officeDocument/2006/relationships/image" Target="../media/image97.png"/><Relationship Id="rId31" Type="http://schemas.openxmlformats.org/officeDocument/2006/relationships/image" Target="../media/image98.png"/><Relationship Id="rId32" Type="http://schemas.openxmlformats.org/officeDocument/2006/relationships/image" Target="../media/image99.png"/><Relationship Id="rId33" Type="http://schemas.openxmlformats.org/officeDocument/2006/relationships/image" Target="../media/image100.png"/><Relationship Id="rId34" Type="http://schemas.openxmlformats.org/officeDocument/2006/relationships/image" Target="../media/image101.png"/><Relationship Id="rId35" Type="http://schemas.openxmlformats.org/officeDocument/2006/relationships/image" Target="../media/image102.png"/><Relationship Id="rId36" Type="http://schemas.openxmlformats.org/officeDocument/2006/relationships/image" Target="../media/image103.png"/><Relationship Id="rId37" Type="http://schemas.openxmlformats.org/officeDocument/2006/relationships/image" Target="../media/image104.png"/><Relationship Id="rId38" Type="http://schemas.openxmlformats.org/officeDocument/2006/relationships/image" Target="../media/image105.png"/><Relationship Id="rId39" Type="http://schemas.openxmlformats.org/officeDocument/2006/relationships/image" Target="../media/image68.png"/><Relationship Id="rId40" Type="http://schemas.openxmlformats.org/officeDocument/2006/relationships/image" Target="../media/image37.png"/><Relationship Id="rId41" Type="http://schemas.openxmlformats.org/officeDocument/2006/relationships/image" Target="../media/image106.png"/><Relationship Id="rId42" Type="http://schemas.openxmlformats.org/officeDocument/2006/relationships/image" Target="../media/image107.png"/><Relationship Id="rId43" Type="http://schemas.openxmlformats.org/officeDocument/2006/relationships/image" Target="../media/image108.png"/><Relationship Id="rId44" Type="http://schemas.openxmlformats.org/officeDocument/2006/relationships/image" Target="../media/image109.png"/><Relationship Id="rId45" Type="http://schemas.openxmlformats.org/officeDocument/2006/relationships/image" Target="../media/image110.png"/><Relationship Id="rId46" Type="http://schemas.openxmlformats.org/officeDocument/2006/relationships/image" Target="../media/image111.png"/><Relationship Id="rId47" Type="http://schemas.openxmlformats.org/officeDocument/2006/relationships/image" Target="../media/image112.png"/><Relationship Id="rId48" Type="http://schemas.openxmlformats.org/officeDocument/2006/relationships/image" Target="../media/image113.png"/><Relationship Id="rId49" Type="http://schemas.openxmlformats.org/officeDocument/2006/relationships/image" Target="../media/image114.png"/><Relationship Id="rId50" Type="http://schemas.openxmlformats.org/officeDocument/2006/relationships/image" Target="../media/image115.png"/><Relationship Id="rId51" Type="http://schemas.openxmlformats.org/officeDocument/2006/relationships/image" Target="../media/image116.png"/><Relationship Id="rId52" Type="http://schemas.openxmlformats.org/officeDocument/2006/relationships/image" Target="../media/image11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Relationship Id="rId12" Type="http://schemas.openxmlformats.org/officeDocument/2006/relationships/image" Target="../media/image128.png"/><Relationship Id="rId13" Type="http://schemas.openxmlformats.org/officeDocument/2006/relationships/image" Target="../media/image129.png"/><Relationship Id="rId14" Type="http://schemas.openxmlformats.org/officeDocument/2006/relationships/image" Target="../media/image130.png"/><Relationship Id="rId15" Type="http://schemas.openxmlformats.org/officeDocument/2006/relationships/image" Target="../media/image131.png"/><Relationship Id="rId16" Type="http://schemas.openxmlformats.org/officeDocument/2006/relationships/image" Target="../media/image132.png"/><Relationship Id="rId17" Type="http://schemas.openxmlformats.org/officeDocument/2006/relationships/image" Target="../media/image133.png"/><Relationship Id="rId18" Type="http://schemas.openxmlformats.org/officeDocument/2006/relationships/image" Target="../media/image134.png"/><Relationship Id="rId19" Type="http://schemas.openxmlformats.org/officeDocument/2006/relationships/image" Target="../media/image135.png"/><Relationship Id="rId20" Type="http://schemas.openxmlformats.org/officeDocument/2006/relationships/image" Target="../media/image136.png"/><Relationship Id="rId21" Type="http://schemas.openxmlformats.org/officeDocument/2006/relationships/image" Target="../media/image137.png"/><Relationship Id="rId22" Type="http://schemas.openxmlformats.org/officeDocument/2006/relationships/image" Target="../media/image138.png"/><Relationship Id="rId23" Type="http://schemas.openxmlformats.org/officeDocument/2006/relationships/image" Target="../media/image139.png"/><Relationship Id="rId24" Type="http://schemas.openxmlformats.org/officeDocument/2006/relationships/image" Target="../media/image140.png"/><Relationship Id="rId25" Type="http://schemas.openxmlformats.org/officeDocument/2006/relationships/image" Target="../media/image141.png"/><Relationship Id="rId26" Type="http://schemas.openxmlformats.org/officeDocument/2006/relationships/image" Target="../media/image142.png"/><Relationship Id="rId27" Type="http://schemas.openxmlformats.org/officeDocument/2006/relationships/image" Target="../media/image143.png"/><Relationship Id="rId28" Type="http://schemas.openxmlformats.org/officeDocument/2006/relationships/image" Target="../media/image144.png"/><Relationship Id="rId29" Type="http://schemas.openxmlformats.org/officeDocument/2006/relationships/image" Target="../media/image145.png"/><Relationship Id="rId30" Type="http://schemas.openxmlformats.org/officeDocument/2006/relationships/image" Target="../media/image146.png"/><Relationship Id="rId31" Type="http://schemas.openxmlformats.org/officeDocument/2006/relationships/image" Target="../media/image147.png"/><Relationship Id="rId32" Type="http://schemas.openxmlformats.org/officeDocument/2006/relationships/image" Target="../media/image148.png"/><Relationship Id="rId33" Type="http://schemas.openxmlformats.org/officeDocument/2006/relationships/image" Target="../media/image149.png"/><Relationship Id="rId34" Type="http://schemas.openxmlformats.org/officeDocument/2006/relationships/image" Target="../media/image150.png"/><Relationship Id="rId35" Type="http://schemas.openxmlformats.org/officeDocument/2006/relationships/image" Target="../media/image15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2.png"/><Relationship Id="rId3" Type="http://schemas.openxmlformats.org/officeDocument/2006/relationships/image" Target="../media/image153.png"/><Relationship Id="rId4" Type="http://schemas.openxmlformats.org/officeDocument/2006/relationships/image" Target="../media/image154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Relationship Id="rId8" Type="http://schemas.openxmlformats.org/officeDocument/2006/relationships/image" Target="../media/image158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9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Relationship Id="rId8" Type="http://schemas.openxmlformats.org/officeDocument/2006/relationships/image" Target="../media/image165.png"/><Relationship Id="rId9" Type="http://schemas.openxmlformats.org/officeDocument/2006/relationships/image" Target="../media/image166.png"/><Relationship Id="rId10" Type="http://schemas.openxmlformats.org/officeDocument/2006/relationships/image" Target="../media/image16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8.png"/><Relationship Id="rId3" Type="http://schemas.openxmlformats.org/officeDocument/2006/relationships/image" Target="../media/image169.pn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177.png"/><Relationship Id="rId12" Type="http://schemas.openxmlformats.org/officeDocument/2006/relationships/image" Target="../media/image178.png"/><Relationship Id="rId13" Type="http://schemas.openxmlformats.org/officeDocument/2006/relationships/image" Target="../media/image179.png"/><Relationship Id="rId14" Type="http://schemas.openxmlformats.org/officeDocument/2006/relationships/image" Target="../media/image180.png"/><Relationship Id="rId15" Type="http://schemas.openxmlformats.org/officeDocument/2006/relationships/image" Target="../media/image181.png"/><Relationship Id="rId16" Type="http://schemas.openxmlformats.org/officeDocument/2006/relationships/image" Target="../media/image182.png"/><Relationship Id="rId17" Type="http://schemas.openxmlformats.org/officeDocument/2006/relationships/image" Target="../media/image183.png"/><Relationship Id="rId18" Type="http://schemas.openxmlformats.org/officeDocument/2006/relationships/image" Target="../media/image147.png"/><Relationship Id="rId19" Type="http://schemas.openxmlformats.org/officeDocument/2006/relationships/image" Target="../media/image68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4.png"/><Relationship Id="rId3" Type="http://schemas.openxmlformats.org/officeDocument/2006/relationships/image" Target="../media/image185.png"/><Relationship Id="rId4" Type="http://schemas.openxmlformats.org/officeDocument/2006/relationships/image" Target="../media/image186.png"/><Relationship Id="rId5" Type="http://schemas.openxmlformats.org/officeDocument/2006/relationships/image" Target="../media/image187.png"/><Relationship Id="rId6" Type="http://schemas.openxmlformats.org/officeDocument/2006/relationships/image" Target="../media/image188.png"/><Relationship Id="rId7" Type="http://schemas.openxmlformats.org/officeDocument/2006/relationships/image" Target="../media/image189.png"/><Relationship Id="rId8" Type="http://schemas.openxmlformats.org/officeDocument/2006/relationships/image" Target="../media/image190.png"/><Relationship Id="rId9" Type="http://schemas.openxmlformats.org/officeDocument/2006/relationships/image" Target="../media/image191.png"/><Relationship Id="rId10" Type="http://schemas.openxmlformats.org/officeDocument/2006/relationships/image" Target="../media/image192.png"/><Relationship Id="rId11" Type="http://schemas.openxmlformats.org/officeDocument/2006/relationships/image" Target="../media/image193.png"/><Relationship Id="rId12" Type="http://schemas.openxmlformats.org/officeDocument/2006/relationships/image" Target="../media/image105.png"/><Relationship Id="rId13" Type="http://schemas.openxmlformats.org/officeDocument/2006/relationships/image" Target="../media/image19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5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Relationship Id="rId6" Type="http://schemas.openxmlformats.org/officeDocument/2006/relationships/image" Target="../media/image200.png"/><Relationship Id="rId7" Type="http://schemas.openxmlformats.org/officeDocument/2006/relationships/image" Target="../media/image201.png"/><Relationship Id="rId8" Type="http://schemas.openxmlformats.org/officeDocument/2006/relationships/image" Target="../media/image202.png"/><Relationship Id="rId9" Type="http://schemas.openxmlformats.org/officeDocument/2006/relationships/image" Target="../media/image203.png"/><Relationship Id="rId10" Type="http://schemas.openxmlformats.org/officeDocument/2006/relationships/image" Target="../media/image204.png"/><Relationship Id="rId11" Type="http://schemas.openxmlformats.org/officeDocument/2006/relationships/image" Target="../media/image205.png"/><Relationship Id="rId12" Type="http://schemas.openxmlformats.org/officeDocument/2006/relationships/image" Target="../media/image206.png"/><Relationship Id="rId13" Type="http://schemas.openxmlformats.org/officeDocument/2006/relationships/image" Target="../media/image207.png"/><Relationship Id="rId14" Type="http://schemas.openxmlformats.org/officeDocument/2006/relationships/image" Target="../media/image208.png"/><Relationship Id="rId15" Type="http://schemas.openxmlformats.org/officeDocument/2006/relationships/image" Target="../media/image209.png"/><Relationship Id="rId16" Type="http://schemas.openxmlformats.org/officeDocument/2006/relationships/image" Target="../media/image210.png"/><Relationship Id="rId17" Type="http://schemas.openxmlformats.org/officeDocument/2006/relationships/image" Target="../media/image211.png"/><Relationship Id="rId18" Type="http://schemas.openxmlformats.org/officeDocument/2006/relationships/image" Target="../media/image212.png"/><Relationship Id="rId19" Type="http://schemas.openxmlformats.org/officeDocument/2006/relationships/image" Target="../media/image213.png"/><Relationship Id="rId20" Type="http://schemas.openxmlformats.org/officeDocument/2006/relationships/image" Target="../media/image214.png"/><Relationship Id="rId21" Type="http://schemas.openxmlformats.org/officeDocument/2006/relationships/image" Target="../media/image215.png"/><Relationship Id="rId22" Type="http://schemas.openxmlformats.org/officeDocument/2006/relationships/image" Target="../media/image216.png"/><Relationship Id="rId23" Type="http://schemas.openxmlformats.org/officeDocument/2006/relationships/image" Target="../media/image217.png"/><Relationship Id="rId24" Type="http://schemas.openxmlformats.org/officeDocument/2006/relationships/image" Target="../media/image218.png"/><Relationship Id="rId25" Type="http://schemas.openxmlformats.org/officeDocument/2006/relationships/image" Target="../media/image219.png"/><Relationship Id="rId26" Type="http://schemas.openxmlformats.org/officeDocument/2006/relationships/image" Target="../media/image220.png"/><Relationship Id="rId27" Type="http://schemas.openxmlformats.org/officeDocument/2006/relationships/image" Target="../media/image221.png"/><Relationship Id="rId28" Type="http://schemas.openxmlformats.org/officeDocument/2006/relationships/image" Target="../media/image222.png"/><Relationship Id="rId29" Type="http://schemas.openxmlformats.org/officeDocument/2006/relationships/image" Target="../media/image223.png"/><Relationship Id="rId30" Type="http://schemas.openxmlformats.org/officeDocument/2006/relationships/image" Target="../media/image224.png"/><Relationship Id="rId31" Type="http://schemas.openxmlformats.org/officeDocument/2006/relationships/image" Target="../media/image225.png"/><Relationship Id="rId32" Type="http://schemas.openxmlformats.org/officeDocument/2006/relationships/image" Target="../media/image226.png"/><Relationship Id="rId33" Type="http://schemas.openxmlformats.org/officeDocument/2006/relationships/image" Target="../media/image227.png"/><Relationship Id="rId34" Type="http://schemas.openxmlformats.org/officeDocument/2006/relationships/image" Target="../media/image22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9.png"/><Relationship Id="rId3" Type="http://schemas.openxmlformats.org/officeDocument/2006/relationships/image" Target="../media/image230.png"/><Relationship Id="rId4" Type="http://schemas.openxmlformats.org/officeDocument/2006/relationships/image" Target="../media/image231.png"/><Relationship Id="rId5" Type="http://schemas.openxmlformats.org/officeDocument/2006/relationships/image" Target="../media/image232.png"/><Relationship Id="rId6" Type="http://schemas.openxmlformats.org/officeDocument/2006/relationships/image" Target="../media/image233.png"/><Relationship Id="rId7" Type="http://schemas.openxmlformats.org/officeDocument/2006/relationships/image" Target="../media/image234.png"/><Relationship Id="rId8" Type="http://schemas.openxmlformats.org/officeDocument/2006/relationships/image" Target="../media/image235.png"/><Relationship Id="rId9" Type="http://schemas.openxmlformats.org/officeDocument/2006/relationships/image" Target="../media/image23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7.png"/><Relationship Id="rId3" Type="http://schemas.openxmlformats.org/officeDocument/2006/relationships/image" Target="../media/image238.png"/><Relationship Id="rId4" Type="http://schemas.openxmlformats.org/officeDocument/2006/relationships/image" Target="../media/image239.png"/><Relationship Id="rId5" Type="http://schemas.openxmlformats.org/officeDocument/2006/relationships/image" Target="../media/image240.png"/><Relationship Id="rId6" Type="http://schemas.openxmlformats.org/officeDocument/2006/relationships/image" Target="../media/image241.png"/><Relationship Id="rId7" Type="http://schemas.openxmlformats.org/officeDocument/2006/relationships/image" Target="../media/image242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3.png"/><Relationship Id="rId3" Type="http://schemas.openxmlformats.org/officeDocument/2006/relationships/image" Target="../media/image244.png"/><Relationship Id="rId4" Type="http://schemas.openxmlformats.org/officeDocument/2006/relationships/image" Target="../media/image245.png"/><Relationship Id="rId5" Type="http://schemas.openxmlformats.org/officeDocument/2006/relationships/image" Target="../media/image246.png"/><Relationship Id="rId6" Type="http://schemas.openxmlformats.org/officeDocument/2006/relationships/image" Target="../media/image247.png"/><Relationship Id="rId7" Type="http://schemas.openxmlformats.org/officeDocument/2006/relationships/image" Target="../media/image248.png"/><Relationship Id="rId8" Type="http://schemas.openxmlformats.org/officeDocument/2006/relationships/image" Target="../media/image249.png"/><Relationship Id="rId9" Type="http://schemas.openxmlformats.org/officeDocument/2006/relationships/image" Target="../media/image250.png"/><Relationship Id="rId10" Type="http://schemas.openxmlformats.org/officeDocument/2006/relationships/image" Target="../media/image251.png"/><Relationship Id="rId11" Type="http://schemas.openxmlformats.org/officeDocument/2006/relationships/image" Target="../media/image252.png"/><Relationship Id="rId12" Type="http://schemas.openxmlformats.org/officeDocument/2006/relationships/image" Target="../media/image253.png"/><Relationship Id="rId13" Type="http://schemas.openxmlformats.org/officeDocument/2006/relationships/image" Target="../media/image25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5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Relationship Id="rId5" Type="http://schemas.openxmlformats.org/officeDocument/2006/relationships/image" Target="../media/image258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Relationship Id="rId9" Type="http://schemas.openxmlformats.org/officeDocument/2006/relationships/image" Target="../media/image262.png"/><Relationship Id="rId10" Type="http://schemas.openxmlformats.org/officeDocument/2006/relationships/image" Target="../media/image263.png"/><Relationship Id="rId11" Type="http://schemas.openxmlformats.org/officeDocument/2006/relationships/image" Target="../media/image211.png"/><Relationship Id="rId12" Type="http://schemas.openxmlformats.org/officeDocument/2006/relationships/image" Target="../media/image264.png"/><Relationship Id="rId13" Type="http://schemas.openxmlformats.org/officeDocument/2006/relationships/image" Target="../media/image265.png"/><Relationship Id="rId14" Type="http://schemas.openxmlformats.org/officeDocument/2006/relationships/image" Target="../media/image266.png"/><Relationship Id="rId15" Type="http://schemas.openxmlformats.org/officeDocument/2006/relationships/image" Target="../media/image267.png"/><Relationship Id="rId16" Type="http://schemas.openxmlformats.org/officeDocument/2006/relationships/image" Target="../media/image268.png"/><Relationship Id="rId17" Type="http://schemas.openxmlformats.org/officeDocument/2006/relationships/image" Target="../media/image269.png"/><Relationship Id="rId18" Type="http://schemas.openxmlformats.org/officeDocument/2006/relationships/image" Target="../media/image270.png"/><Relationship Id="rId19" Type="http://schemas.openxmlformats.org/officeDocument/2006/relationships/image" Target="../media/image271.png"/><Relationship Id="rId20" Type="http://schemas.openxmlformats.org/officeDocument/2006/relationships/image" Target="../media/image272.png"/><Relationship Id="rId21" Type="http://schemas.openxmlformats.org/officeDocument/2006/relationships/image" Target="../media/image273.png"/><Relationship Id="rId22" Type="http://schemas.openxmlformats.org/officeDocument/2006/relationships/image" Target="../media/image274.png"/><Relationship Id="rId23" Type="http://schemas.openxmlformats.org/officeDocument/2006/relationships/image" Target="../media/image275.png"/><Relationship Id="rId24" Type="http://schemas.openxmlformats.org/officeDocument/2006/relationships/image" Target="../media/image276.png"/><Relationship Id="rId25" Type="http://schemas.openxmlformats.org/officeDocument/2006/relationships/image" Target="../media/image277.png"/><Relationship Id="rId26" Type="http://schemas.openxmlformats.org/officeDocument/2006/relationships/image" Target="../media/image278.png"/><Relationship Id="rId27" Type="http://schemas.openxmlformats.org/officeDocument/2006/relationships/image" Target="../media/image224.png"/><Relationship Id="rId28" Type="http://schemas.openxmlformats.org/officeDocument/2006/relationships/image" Target="../media/image279.png"/><Relationship Id="rId29" Type="http://schemas.openxmlformats.org/officeDocument/2006/relationships/image" Target="../media/image280.png"/><Relationship Id="rId30" Type="http://schemas.openxmlformats.org/officeDocument/2006/relationships/image" Target="../media/image281.png"/><Relationship Id="rId31" Type="http://schemas.openxmlformats.org/officeDocument/2006/relationships/image" Target="../media/image282.png"/><Relationship Id="rId32" Type="http://schemas.openxmlformats.org/officeDocument/2006/relationships/image" Target="../media/image28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4.png"/><Relationship Id="rId3" Type="http://schemas.openxmlformats.org/officeDocument/2006/relationships/image" Target="../media/image285.png"/><Relationship Id="rId4" Type="http://schemas.openxmlformats.org/officeDocument/2006/relationships/image" Target="../media/image286.png"/><Relationship Id="rId5" Type="http://schemas.openxmlformats.org/officeDocument/2006/relationships/image" Target="../media/image287.png"/><Relationship Id="rId6" Type="http://schemas.openxmlformats.org/officeDocument/2006/relationships/image" Target="../media/image288.png"/><Relationship Id="rId7" Type="http://schemas.openxmlformats.org/officeDocument/2006/relationships/image" Target="../media/image289.png"/><Relationship Id="rId8" Type="http://schemas.openxmlformats.org/officeDocument/2006/relationships/image" Target="../media/image290.png"/><Relationship Id="rId9" Type="http://schemas.openxmlformats.org/officeDocument/2006/relationships/image" Target="../media/image291.png"/><Relationship Id="rId10" Type="http://schemas.openxmlformats.org/officeDocument/2006/relationships/image" Target="../media/image292.png"/><Relationship Id="rId11" Type="http://schemas.openxmlformats.org/officeDocument/2006/relationships/image" Target="../media/image293.png"/><Relationship Id="rId12" Type="http://schemas.openxmlformats.org/officeDocument/2006/relationships/image" Target="../media/image294.png"/><Relationship Id="rId13" Type="http://schemas.openxmlformats.org/officeDocument/2006/relationships/image" Target="../media/image295.png"/><Relationship Id="rId14" Type="http://schemas.openxmlformats.org/officeDocument/2006/relationships/image" Target="../media/image296.png"/><Relationship Id="rId15" Type="http://schemas.openxmlformats.org/officeDocument/2006/relationships/image" Target="../media/image297.png"/><Relationship Id="rId16" Type="http://schemas.openxmlformats.org/officeDocument/2006/relationships/image" Target="../media/image298.png"/><Relationship Id="rId17" Type="http://schemas.openxmlformats.org/officeDocument/2006/relationships/image" Target="../media/image299.png"/><Relationship Id="rId18" Type="http://schemas.openxmlformats.org/officeDocument/2006/relationships/image" Target="../media/image300.png"/><Relationship Id="rId19" Type="http://schemas.openxmlformats.org/officeDocument/2006/relationships/image" Target="../media/image301.png"/><Relationship Id="rId20" Type="http://schemas.openxmlformats.org/officeDocument/2006/relationships/image" Target="../media/image302.png"/><Relationship Id="rId21" Type="http://schemas.openxmlformats.org/officeDocument/2006/relationships/image" Target="../media/image303.png"/><Relationship Id="rId22" Type="http://schemas.openxmlformats.org/officeDocument/2006/relationships/image" Target="../media/image304.png"/><Relationship Id="rId23" Type="http://schemas.openxmlformats.org/officeDocument/2006/relationships/image" Target="../media/image305.png"/><Relationship Id="rId24" Type="http://schemas.openxmlformats.org/officeDocument/2006/relationships/image" Target="../media/image306.png"/><Relationship Id="rId25" Type="http://schemas.openxmlformats.org/officeDocument/2006/relationships/image" Target="../media/image307.png"/><Relationship Id="rId26" Type="http://schemas.openxmlformats.org/officeDocument/2006/relationships/image" Target="../media/image308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9.png"/><Relationship Id="rId3" Type="http://schemas.openxmlformats.org/officeDocument/2006/relationships/image" Target="../media/image310.png"/><Relationship Id="rId4" Type="http://schemas.openxmlformats.org/officeDocument/2006/relationships/image" Target="../media/image311.png"/><Relationship Id="rId5" Type="http://schemas.openxmlformats.org/officeDocument/2006/relationships/image" Target="../media/image312.png"/><Relationship Id="rId6" Type="http://schemas.openxmlformats.org/officeDocument/2006/relationships/image" Target="../media/image313.png"/><Relationship Id="rId7" Type="http://schemas.openxmlformats.org/officeDocument/2006/relationships/image" Target="../media/image314.png"/><Relationship Id="rId8" Type="http://schemas.openxmlformats.org/officeDocument/2006/relationships/image" Target="../media/image315.png"/><Relationship Id="rId9" Type="http://schemas.openxmlformats.org/officeDocument/2006/relationships/image" Target="../media/image316.png"/><Relationship Id="rId10" Type="http://schemas.openxmlformats.org/officeDocument/2006/relationships/image" Target="../media/image317.png"/><Relationship Id="rId11" Type="http://schemas.openxmlformats.org/officeDocument/2006/relationships/image" Target="../media/image318.png"/><Relationship Id="rId12" Type="http://schemas.openxmlformats.org/officeDocument/2006/relationships/image" Target="../media/image319.png"/><Relationship Id="rId13" Type="http://schemas.openxmlformats.org/officeDocument/2006/relationships/image" Target="../media/image320.png"/><Relationship Id="rId14" Type="http://schemas.openxmlformats.org/officeDocument/2006/relationships/image" Target="../media/image321.png"/><Relationship Id="rId15" Type="http://schemas.openxmlformats.org/officeDocument/2006/relationships/image" Target="../media/image322.png"/><Relationship Id="rId16" Type="http://schemas.openxmlformats.org/officeDocument/2006/relationships/image" Target="../media/image323.png"/><Relationship Id="rId17" Type="http://schemas.openxmlformats.org/officeDocument/2006/relationships/image" Target="../media/image324.png"/><Relationship Id="rId18" Type="http://schemas.openxmlformats.org/officeDocument/2006/relationships/image" Target="../media/image325.png"/><Relationship Id="rId19" Type="http://schemas.openxmlformats.org/officeDocument/2006/relationships/image" Target="../media/image326.png"/><Relationship Id="rId20" Type="http://schemas.openxmlformats.org/officeDocument/2006/relationships/image" Target="../media/image327.png"/><Relationship Id="rId21" Type="http://schemas.openxmlformats.org/officeDocument/2006/relationships/image" Target="../media/image328.png"/><Relationship Id="rId22" Type="http://schemas.openxmlformats.org/officeDocument/2006/relationships/image" Target="../media/image329.png"/><Relationship Id="rId23" Type="http://schemas.openxmlformats.org/officeDocument/2006/relationships/image" Target="../media/image330.png"/><Relationship Id="rId24" Type="http://schemas.openxmlformats.org/officeDocument/2006/relationships/image" Target="../media/image331.png"/><Relationship Id="rId25" Type="http://schemas.openxmlformats.org/officeDocument/2006/relationships/image" Target="../media/image332.png"/><Relationship Id="rId26" Type="http://schemas.openxmlformats.org/officeDocument/2006/relationships/image" Target="../media/image333.png"/><Relationship Id="rId27" Type="http://schemas.openxmlformats.org/officeDocument/2006/relationships/image" Target="../media/image334.png"/><Relationship Id="rId28" Type="http://schemas.openxmlformats.org/officeDocument/2006/relationships/image" Target="../media/image335.png"/><Relationship Id="rId29" Type="http://schemas.openxmlformats.org/officeDocument/2006/relationships/image" Target="../media/image33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7.png"/><Relationship Id="rId3" Type="http://schemas.openxmlformats.org/officeDocument/2006/relationships/image" Target="../media/image338.png"/><Relationship Id="rId4" Type="http://schemas.openxmlformats.org/officeDocument/2006/relationships/image" Target="../media/image339.png"/><Relationship Id="rId5" Type="http://schemas.openxmlformats.org/officeDocument/2006/relationships/image" Target="../media/image340.png"/><Relationship Id="rId6" Type="http://schemas.openxmlformats.org/officeDocument/2006/relationships/image" Target="../media/image341.png"/><Relationship Id="rId7" Type="http://schemas.openxmlformats.org/officeDocument/2006/relationships/image" Target="../media/image342.png"/><Relationship Id="rId8" Type="http://schemas.openxmlformats.org/officeDocument/2006/relationships/image" Target="../media/image343.png"/><Relationship Id="rId9" Type="http://schemas.openxmlformats.org/officeDocument/2006/relationships/image" Target="../media/image344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5.png"/><Relationship Id="rId3" Type="http://schemas.openxmlformats.org/officeDocument/2006/relationships/image" Target="../media/image346.png"/><Relationship Id="rId4" Type="http://schemas.openxmlformats.org/officeDocument/2006/relationships/image" Target="../media/image347.png"/><Relationship Id="rId5" Type="http://schemas.openxmlformats.org/officeDocument/2006/relationships/image" Target="../media/image224.png"/><Relationship Id="rId6" Type="http://schemas.openxmlformats.org/officeDocument/2006/relationships/image" Target="../media/image348.png"/><Relationship Id="rId7" Type="http://schemas.openxmlformats.org/officeDocument/2006/relationships/image" Target="../media/image349.png"/><Relationship Id="rId8" Type="http://schemas.openxmlformats.org/officeDocument/2006/relationships/image" Target="../media/image350.png"/><Relationship Id="rId9" Type="http://schemas.openxmlformats.org/officeDocument/2006/relationships/image" Target="../media/image351.png"/><Relationship Id="rId10" Type="http://schemas.openxmlformats.org/officeDocument/2006/relationships/image" Target="../media/image211.png"/><Relationship Id="rId11" Type="http://schemas.openxmlformats.org/officeDocument/2006/relationships/image" Target="../media/image352.png"/><Relationship Id="rId12" Type="http://schemas.openxmlformats.org/officeDocument/2006/relationships/image" Target="../media/image353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4.png"/><Relationship Id="rId3" Type="http://schemas.openxmlformats.org/officeDocument/2006/relationships/image" Target="../media/image355.png"/><Relationship Id="rId4" Type="http://schemas.openxmlformats.org/officeDocument/2006/relationships/image" Target="../media/image356.png"/><Relationship Id="rId5" Type="http://schemas.openxmlformats.org/officeDocument/2006/relationships/image" Target="../media/image357.png"/><Relationship Id="rId6" Type="http://schemas.openxmlformats.org/officeDocument/2006/relationships/image" Target="../media/image358.png"/><Relationship Id="rId7" Type="http://schemas.openxmlformats.org/officeDocument/2006/relationships/image" Target="../media/image359.png"/><Relationship Id="rId8" Type="http://schemas.openxmlformats.org/officeDocument/2006/relationships/image" Target="../media/image360.png"/><Relationship Id="rId9" Type="http://schemas.openxmlformats.org/officeDocument/2006/relationships/image" Target="../media/image361.png"/><Relationship Id="rId10" Type="http://schemas.openxmlformats.org/officeDocument/2006/relationships/image" Target="../media/image362.png"/><Relationship Id="rId11" Type="http://schemas.openxmlformats.org/officeDocument/2006/relationships/image" Target="../media/image363.png"/><Relationship Id="rId12" Type="http://schemas.openxmlformats.org/officeDocument/2006/relationships/image" Target="../media/image224.png"/><Relationship Id="rId13" Type="http://schemas.openxmlformats.org/officeDocument/2006/relationships/image" Target="../media/image364.png"/><Relationship Id="rId14" Type="http://schemas.openxmlformats.org/officeDocument/2006/relationships/image" Target="../media/image365.png"/><Relationship Id="rId15" Type="http://schemas.openxmlformats.org/officeDocument/2006/relationships/image" Target="../media/image211.png"/><Relationship Id="rId16" Type="http://schemas.openxmlformats.org/officeDocument/2006/relationships/image" Target="../media/image366.png"/><Relationship Id="rId17" Type="http://schemas.openxmlformats.org/officeDocument/2006/relationships/image" Target="../media/image367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8.png"/><Relationship Id="rId3" Type="http://schemas.openxmlformats.org/officeDocument/2006/relationships/image" Target="../media/image369.png"/><Relationship Id="rId4" Type="http://schemas.openxmlformats.org/officeDocument/2006/relationships/image" Target="../media/image370.png"/><Relationship Id="rId5" Type="http://schemas.openxmlformats.org/officeDocument/2006/relationships/image" Target="../media/image371.png"/><Relationship Id="rId6" Type="http://schemas.openxmlformats.org/officeDocument/2006/relationships/image" Target="../media/image372.png"/><Relationship Id="rId7" Type="http://schemas.openxmlformats.org/officeDocument/2006/relationships/image" Target="../media/image373.png"/><Relationship Id="rId8" Type="http://schemas.openxmlformats.org/officeDocument/2006/relationships/image" Target="../media/image374.png"/><Relationship Id="rId9" Type="http://schemas.openxmlformats.org/officeDocument/2006/relationships/image" Target="../media/image375.png"/><Relationship Id="rId10" Type="http://schemas.openxmlformats.org/officeDocument/2006/relationships/image" Target="../media/image376.png"/><Relationship Id="rId11" Type="http://schemas.openxmlformats.org/officeDocument/2006/relationships/image" Target="../media/image377.png"/><Relationship Id="rId12" Type="http://schemas.openxmlformats.org/officeDocument/2006/relationships/image" Target="../media/image378.png"/><Relationship Id="rId13" Type="http://schemas.openxmlformats.org/officeDocument/2006/relationships/image" Target="../media/image379.png"/><Relationship Id="rId14" Type="http://schemas.openxmlformats.org/officeDocument/2006/relationships/image" Target="../media/image380.png"/><Relationship Id="rId15" Type="http://schemas.openxmlformats.org/officeDocument/2006/relationships/image" Target="../media/image381.png"/><Relationship Id="rId16" Type="http://schemas.openxmlformats.org/officeDocument/2006/relationships/image" Target="../media/image382.png"/><Relationship Id="rId17" Type="http://schemas.openxmlformats.org/officeDocument/2006/relationships/image" Target="../media/image211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3.png"/><Relationship Id="rId3" Type="http://schemas.openxmlformats.org/officeDocument/2006/relationships/image" Target="../media/image384.png"/><Relationship Id="rId4" Type="http://schemas.openxmlformats.org/officeDocument/2006/relationships/image" Target="../media/image385.png"/><Relationship Id="rId5" Type="http://schemas.openxmlformats.org/officeDocument/2006/relationships/image" Target="../media/image386.png"/><Relationship Id="rId6" Type="http://schemas.openxmlformats.org/officeDocument/2006/relationships/image" Target="../media/image387.png"/><Relationship Id="rId7" Type="http://schemas.openxmlformats.org/officeDocument/2006/relationships/image" Target="../media/image388.png"/><Relationship Id="rId8" Type="http://schemas.openxmlformats.org/officeDocument/2006/relationships/image" Target="../media/image389.png"/><Relationship Id="rId9" Type="http://schemas.openxmlformats.org/officeDocument/2006/relationships/image" Target="../media/image390.png"/><Relationship Id="rId10" Type="http://schemas.openxmlformats.org/officeDocument/2006/relationships/image" Target="../media/image391.png"/><Relationship Id="rId11" Type="http://schemas.openxmlformats.org/officeDocument/2006/relationships/image" Target="../media/image392.png"/><Relationship Id="rId12" Type="http://schemas.openxmlformats.org/officeDocument/2006/relationships/image" Target="../media/image393.png"/><Relationship Id="rId13" Type="http://schemas.openxmlformats.org/officeDocument/2006/relationships/image" Target="../media/image394.png"/><Relationship Id="rId14" Type="http://schemas.openxmlformats.org/officeDocument/2006/relationships/image" Target="../media/image395.png"/><Relationship Id="rId15" Type="http://schemas.openxmlformats.org/officeDocument/2006/relationships/image" Target="../media/image396.png"/><Relationship Id="rId16" Type="http://schemas.openxmlformats.org/officeDocument/2006/relationships/image" Target="../media/image397.png"/><Relationship Id="rId17" Type="http://schemas.openxmlformats.org/officeDocument/2006/relationships/image" Target="../media/image398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9.png"/><Relationship Id="rId3" Type="http://schemas.openxmlformats.org/officeDocument/2006/relationships/image" Target="../media/image400.png"/><Relationship Id="rId4" Type="http://schemas.openxmlformats.org/officeDocument/2006/relationships/image" Target="../media/image401.png"/><Relationship Id="rId5" Type="http://schemas.openxmlformats.org/officeDocument/2006/relationships/image" Target="../media/image402.png"/><Relationship Id="rId6" Type="http://schemas.openxmlformats.org/officeDocument/2006/relationships/image" Target="../media/image403.png"/><Relationship Id="rId7" Type="http://schemas.openxmlformats.org/officeDocument/2006/relationships/image" Target="../media/image404.png"/><Relationship Id="rId8" Type="http://schemas.openxmlformats.org/officeDocument/2006/relationships/image" Target="../media/image405.png"/><Relationship Id="rId9" Type="http://schemas.openxmlformats.org/officeDocument/2006/relationships/image" Target="../media/image211.png"/><Relationship Id="rId10" Type="http://schemas.openxmlformats.org/officeDocument/2006/relationships/image" Target="../media/image214.png"/><Relationship Id="rId11" Type="http://schemas.openxmlformats.org/officeDocument/2006/relationships/image" Target="../media/image406.png"/><Relationship Id="rId12" Type="http://schemas.openxmlformats.org/officeDocument/2006/relationships/image" Target="../media/image407.png"/><Relationship Id="rId13" Type="http://schemas.openxmlformats.org/officeDocument/2006/relationships/image" Target="../media/image408.png"/><Relationship Id="rId14" Type="http://schemas.openxmlformats.org/officeDocument/2006/relationships/image" Target="../media/image409.png"/><Relationship Id="rId15" Type="http://schemas.openxmlformats.org/officeDocument/2006/relationships/image" Target="../media/image410.png"/><Relationship Id="rId16" Type="http://schemas.openxmlformats.org/officeDocument/2006/relationships/image" Target="../media/image411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1.png"/><Relationship Id="rId3" Type="http://schemas.openxmlformats.org/officeDocument/2006/relationships/image" Target="../media/image412.png"/><Relationship Id="rId4" Type="http://schemas.openxmlformats.org/officeDocument/2006/relationships/image" Target="../media/image413.png"/><Relationship Id="rId5" Type="http://schemas.openxmlformats.org/officeDocument/2006/relationships/image" Target="../media/image414.png"/><Relationship Id="rId6" Type="http://schemas.openxmlformats.org/officeDocument/2006/relationships/image" Target="../media/image415.png"/><Relationship Id="rId7" Type="http://schemas.openxmlformats.org/officeDocument/2006/relationships/image" Target="../media/image416.png"/><Relationship Id="rId8" Type="http://schemas.openxmlformats.org/officeDocument/2006/relationships/image" Target="../media/image417.png"/><Relationship Id="rId9" Type="http://schemas.openxmlformats.org/officeDocument/2006/relationships/image" Target="../media/image418.png"/><Relationship Id="rId10" Type="http://schemas.openxmlformats.org/officeDocument/2006/relationships/image" Target="../media/image419.png"/><Relationship Id="rId11" Type="http://schemas.openxmlformats.org/officeDocument/2006/relationships/image" Target="../media/image420.png"/><Relationship Id="rId12" Type="http://schemas.openxmlformats.org/officeDocument/2006/relationships/image" Target="../media/image421.png"/><Relationship Id="rId13" Type="http://schemas.openxmlformats.org/officeDocument/2006/relationships/image" Target="../media/image422.png"/><Relationship Id="rId14" Type="http://schemas.openxmlformats.org/officeDocument/2006/relationships/image" Target="../media/image42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0311" rIns="0" bIns="0" rtlCol="0" vert="horz">
            <a:spAutoFit/>
          </a:bodyPr>
          <a:lstStyle/>
          <a:p>
            <a:pPr marL="2355215">
              <a:lnSpc>
                <a:spcPct val="100000"/>
              </a:lnSpc>
              <a:spcBef>
                <a:spcPts val="100"/>
              </a:spcBef>
            </a:pPr>
            <a:r>
              <a:rPr dirty="0" sz="4500">
                <a:latin typeface="Calibri"/>
                <a:cs typeface="Calibri"/>
              </a:rPr>
              <a:t>Copyright</a:t>
            </a:r>
            <a:r>
              <a:rPr dirty="0" sz="4500" spc="-19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Notice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2543" y="1141729"/>
            <a:ext cx="7382509" cy="1461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latin typeface="Calibri"/>
                <a:cs typeface="Calibri"/>
              </a:rPr>
              <a:t>These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slides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are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distributed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under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the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Creative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Commons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License.</a:t>
            </a:r>
            <a:endParaRPr sz="1350">
              <a:latin typeface="Calibri"/>
              <a:cs typeface="Calibri"/>
            </a:endParaRPr>
          </a:p>
          <a:p>
            <a:pPr marL="12700" marR="5080" indent="-635">
              <a:lnSpc>
                <a:spcPct val="99400"/>
              </a:lnSpc>
              <a:spcBef>
                <a:spcPts val="1630"/>
              </a:spcBef>
            </a:pPr>
            <a:r>
              <a:rPr dirty="0" u="sng" sz="13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DeepLearning.AI</a:t>
            </a:r>
            <a:r>
              <a:rPr dirty="0" u="none" sz="1350" spc="-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makes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these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slides</a:t>
            </a:r>
            <a:r>
              <a:rPr dirty="0" u="none" sz="1350" spc="-3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available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for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educational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purposes.</a:t>
            </a:r>
            <a:r>
              <a:rPr dirty="0" u="none" sz="1350" spc="-3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You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may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not</a:t>
            </a:r>
            <a:r>
              <a:rPr dirty="0" u="none" sz="1350" spc="-3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use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or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 spc="-10">
                <a:latin typeface="Calibri"/>
                <a:cs typeface="Calibri"/>
              </a:rPr>
              <a:t>distribute </a:t>
            </a:r>
            <a:r>
              <a:rPr dirty="0" u="none" sz="1350">
                <a:latin typeface="Calibri"/>
                <a:cs typeface="Calibri"/>
              </a:rPr>
              <a:t>these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slides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for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commercial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purposes.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You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may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make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copies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of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these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slides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and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use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or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 spc="-10">
                <a:latin typeface="Calibri"/>
                <a:cs typeface="Calibri"/>
              </a:rPr>
              <a:t>distribute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them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 spc="-25">
                <a:latin typeface="Calibri"/>
                <a:cs typeface="Calibri"/>
              </a:rPr>
              <a:t>for </a:t>
            </a:r>
            <a:r>
              <a:rPr dirty="0" u="none" sz="1350" spc="-10">
                <a:latin typeface="Calibri"/>
                <a:cs typeface="Calibri"/>
              </a:rPr>
              <a:t>educational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purposes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as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long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as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you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cite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sng" sz="13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DeepLearning.AI</a:t>
            </a:r>
            <a:r>
              <a:rPr dirty="0" u="none" sz="1350" spc="-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</a:t>
            </a:r>
            <a:r>
              <a:rPr dirty="0" u="none" sz="1350" spc="-1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source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of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</a:t>
            </a:r>
            <a:r>
              <a:rPr dirty="0" u="none" sz="1350" spc="-15">
                <a:latin typeface="Calibri"/>
                <a:cs typeface="Calibri"/>
              </a:rPr>
              <a:t> </a:t>
            </a:r>
            <a:r>
              <a:rPr dirty="0" u="none" sz="1350" spc="-10">
                <a:latin typeface="Calibri"/>
                <a:cs typeface="Calibri"/>
              </a:rPr>
              <a:t>slides.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 sz="1350">
                <a:latin typeface="Calibri"/>
                <a:cs typeface="Calibri"/>
              </a:rPr>
              <a:t>For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the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rest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of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the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details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of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the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license,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see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u="sng" sz="13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https://creativecommons.org/licenses/by-sa/2.0/legalcode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819400" cy="5143500"/>
            <a:chOff x="0" y="0"/>
            <a:chExt cx="28194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695574" cy="51434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7300" y="1095375"/>
              <a:ext cx="1228725" cy="533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4" y="1952624"/>
              <a:ext cx="1905000" cy="3429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0524" y="2181224"/>
              <a:ext cx="2428875" cy="2962274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905125" y="371475"/>
            <a:ext cx="5715000" cy="47625"/>
          </a:xfrm>
          <a:custGeom>
            <a:avLst/>
            <a:gdLst/>
            <a:ahLst/>
            <a:cxnLst/>
            <a:rect l="l" t="t" r="r" b="b"/>
            <a:pathLst>
              <a:path w="5715000" h="47625">
                <a:moveTo>
                  <a:pt x="5715000" y="0"/>
                </a:moveTo>
                <a:lnTo>
                  <a:pt x="0" y="0"/>
                </a:lnTo>
                <a:lnTo>
                  <a:pt x="0" y="47625"/>
                </a:lnTo>
                <a:lnTo>
                  <a:pt x="5715000" y="47625"/>
                </a:lnTo>
                <a:lnTo>
                  <a:pt x="5715000" y="0"/>
                </a:lnTo>
                <a:close/>
              </a:path>
            </a:pathLst>
          </a:custGeom>
          <a:solidFill>
            <a:srgbClr val="0070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2700" marR="5080" indent="610235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0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 </a:t>
            </a:r>
            <a:r>
              <a:rPr dirty="0" sz="3950">
                <a:solidFill>
                  <a:srgbClr val="0070EA"/>
                </a:solidFill>
              </a:rPr>
              <a:t>with</a:t>
            </a:r>
            <a:r>
              <a:rPr dirty="0" sz="3950" spc="11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Multiple</a:t>
            </a:r>
            <a:r>
              <a:rPr dirty="0" sz="3950" spc="40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Variables</a:t>
            </a:r>
            <a:endParaRPr sz="3950"/>
          </a:p>
        </p:txBody>
      </p:sp>
      <p:sp>
        <p:nvSpPr>
          <p:cNvPr id="9" name="object 9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311014" rIns="0" bIns="0" rtlCol="0" vert="horz">
            <a:spAutoFit/>
          </a:bodyPr>
          <a:lstStyle/>
          <a:p>
            <a:pPr marL="594360">
              <a:lnSpc>
                <a:spcPct val="100000"/>
              </a:lnSpc>
              <a:spcBef>
                <a:spcPts val="130"/>
              </a:spcBef>
            </a:pP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Multiple</a:t>
            </a:r>
            <a:r>
              <a:rPr dirty="0" sz="3950" spc="105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10">
                <a:solidFill>
                  <a:srgbClr val="000000"/>
                </a:solidFill>
                <a:latin typeface="Verdana"/>
                <a:cs typeface="Verdana"/>
              </a:rPr>
              <a:t>Features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0265" y="3464242"/>
            <a:ext cx="5607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-30">
                <a:latin typeface="Cambria Math"/>
                <a:cs typeface="Cambria Math"/>
              </a:rPr>
              <a:t>𝑓</a:t>
            </a:r>
            <a:r>
              <a:rPr dirty="0" sz="1700" spc="-20">
                <a:latin typeface="Cambria Math"/>
                <a:cs typeface="Cambria Math"/>
              </a:rPr>
              <a:t>𝑤,𝑏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56303" y="3483736"/>
            <a:ext cx="368300" cy="282575"/>
          </a:xfrm>
          <a:custGeom>
            <a:avLst/>
            <a:gdLst/>
            <a:ahLst/>
            <a:cxnLst/>
            <a:rect l="l" t="t" r="r" b="b"/>
            <a:pathLst>
              <a:path w="368300" h="282575">
                <a:moveTo>
                  <a:pt x="278130" y="0"/>
                </a:moveTo>
                <a:lnTo>
                  <a:pt x="274193" y="11430"/>
                </a:lnTo>
                <a:lnTo>
                  <a:pt x="290500" y="18577"/>
                </a:lnTo>
                <a:lnTo>
                  <a:pt x="304546" y="28416"/>
                </a:lnTo>
                <a:lnTo>
                  <a:pt x="333089" y="73925"/>
                </a:lnTo>
                <a:lnTo>
                  <a:pt x="341415" y="115341"/>
                </a:lnTo>
                <a:lnTo>
                  <a:pt x="341471" y="115732"/>
                </a:lnTo>
                <a:lnTo>
                  <a:pt x="342519" y="139826"/>
                </a:lnTo>
                <a:lnTo>
                  <a:pt x="341471" y="164689"/>
                </a:lnTo>
                <a:lnTo>
                  <a:pt x="338328" y="187277"/>
                </a:lnTo>
                <a:lnTo>
                  <a:pt x="325755" y="225678"/>
                </a:lnTo>
                <a:lnTo>
                  <a:pt x="290697" y="263773"/>
                </a:lnTo>
                <a:lnTo>
                  <a:pt x="274574" y="270891"/>
                </a:lnTo>
                <a:lnTo>
                  <a:pt x="278130" y="282321"/>
                </a:lnTo>
                <a:lnTo>
                  <a:pt x="316690" y="264302"/>
                </a:lnTo>
                <a:lnTo>
                  <a:pt x="345059" y="233044"/>
                </a:lnTo>
                <a:lnTo>
                  <a:pt x="362378" y="191135"/>
                </a:lnTo>
                <a:lnTo>
                  <a:pt x="368173" y="141224"/>
                </a:lnTo>
                <a:lnTo>
                  <a:pt x="366742" y="115732"/>
                </a:lnTo>
                <a:lnTo>
                  <a:pt x="366720" y="115341"/>
                </a:lnTo>
                <a:lnTo>
                  <a:pt x="355099" y="69482"/>
                </a:lnTo>
                <a:lnTo>
                  <a:pt x="332029" y="32146"/>
                </a:lnTo>
                <a:lnTo>
                  <a:pt x="298604" y="7381"/>
                </a:lnTo>
                <a:lnTo>
                  <a:pt x="278130" y="0"/>
                </a:lnTo>
                <a:close/>
              </a:path>
              <a:path w="368300" h="282575">
                <a:moveTo>
                  <a:pt x="90043" y="0"/>
                </a:moveTo>
                <a:lnTo>
                  <a:pt x="51657" y="18097"/>
                </a:lnTo>
                <a:lnTo>
                  <a:pt x="23368" y="49529"/>
                </a:lnTo>
                <a:lnTo>
                  <a:pt x="5826" y="91424"/>
                </a:lnTo>
                <a:lnTo>
                  <a:pt x="78" y="139826"/>
                </a:lnTo>
                <a:lnTo>
                  <a:pt x="0" y="141224"/>
                </a:lnTo>
                <a:lnTo>
                  <a:pt x="5810" y="191135"/>
                </a:lnTo>
                <a:lnTo>
                  <a:pt x="23241" y="233044"/>
                </a:lnTo>
                <a:lnTo>
                  <a:pt x="51546" y="264302"/>
                </a:lnTo>
                <a:lnTo>
                  <a:pt x="90043" y="282321"/>
                </a:lnTo>
                <a:lnTo>
                  <a:pt x="93599" y="270891"/>
                </a:lnTo>
                <a:lnTo>
                  <a:pt x="77549" y="263773"/>
                </a:lnTo>
                <a:lnTo>
                  <a:pt x="63690" y="253857"/>
                </a:lnTo>
                <a:lnTo>
                  <a:pt x="35210" y="207603"/>
                </a:lnTo>
                <a:lnTo>
                  <a:pt x="26828" y="164689"/>
                </a:lnTo>
                <a:lnTo>
                  <a:pt x="25781" y="139826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16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044950" y="3397567"/>
            <a:ext cx="164909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3225" algn="l"/>
              </a:tabLst>
            </a:pPr>
            <a:r>
              <a:rPr dirty="0" sz="2400" spc="-50">
                <a:latin typeface="Cambria Math"/>
                <a:cs typeface="Cambria Math"/>
              </a:rPr>
              <a:t>𝑥</a:t>
            </a:r>
            <a:r>
              <a:rPr dirty="0" sz="2400">
                <a:latin typeface="Cambria Math"/>
                <a:cs typeface="Cambria Math"/>
              </a:rPr>
              <a:t>	=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𝑤𝑥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6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9936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Multiple</a:t>
            </a:r>
            <a:r>
              <a:rPr dirty="0" sz="3000" spc="-165"/>
              <a:t> </a:t>
            </a:r>
            <a:r>
              <a:rPr dirty="0" sz="3000"/>
              <a:t>features</a:t>
            </a:r>
            <a:r>
              <a:rPr dirty="0" sz="3000" spc="-5"/>
              <a:t> </a:t>
            </a:r>
            <a:r>
              <a:rPr dirty="0" sz="3000" spc="-10"/>
              <a:t>(variables)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2560954" y="1056957"/>
            <a:ext cx="46786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184400" algn="l"/>
              </a:tabLst>
            </a:pPr>
            <a:r>
              <a:rPr dirty="0" sz="1800">
                <a:latin typeface="Verdana"/>
                <a:cs typeface="Verdana"/>
              </a:rPr>
              <a:t>Size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in feet</a:t>
            </a:r>
            <a:r>
              <a:rPr dirty="0" baseline="25462" sz="1800">
                <a:latin typeface="Cambria Math"/>
                <a:cs typeface="Cambria Math"/>
              </a:rPr>
              <a:t>2</a:t>
            </a:r>
            <a:r>
              <a:rPr dirty="0" baseline="25462" sz="1800" spc="585">
                <a:latin typeface="Cambria Math"/>
                <a:cs typeface="Cambria Math"/>
              </a:rPr>
              <a:t> </a:t>
            </a:r>
            <a:r>
              <a:rPr dirty="0" sz="1800" spc="-25">
                <a:latin typeface="Verdana"/>
                <a:cs typeface="Verdana"/>
              </a:rPr>
              <a:t>(</a:t>
            </a: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sz="1800" spc="-25">
                <a:latin typeface="Verdana"/>
                <a:cs typeface="Verdana"/>
              </a:rPr>
              <a:t>)</a:t>
            </a:r>
            <a:r>
              <a:rPr dirty="0" sz="1800">
                <a:latin typeface="Verdana"/>
                <a:cs typeface="Verdana"/>
              </a:rPr>
              <a:t>	</a:t>
            </a:r>
            <a:r>
              <a:rPr dirty="0" baseline="1543" sz="2700">
                <a:latin typeface="Verdana"/>
                <a:cs typeface="Verdana"/>
              </a:rPr>
              <a:t>Price</a:t>
            </a:r>
            <a:r>
              <a:rPr dirty="0" baseline="1543" sz="2700" spc="-15">
                <a:latin typeface="Verdana"/>
                <a:cs typeface="Verdana"/>
              </a:rPr>
              <a:t> </a:t>
            </a:r>
            <a:r>
              <a:rPr dirty="0" baseline="1543" sz="2700">
                <a:latin typeface="Verdana"/>
                <a:cs typeface="Verdana"/>
              </a:rPr>
              <a:t>($)</a:t>
            </a:r>
            <a:r>
              <a:rPr dirty="0" baseline="1543" sz="2700" spc="-165">
                <a:latin typeface="Verdana"/>
                <a:cs typeface="Verdana"/>
              </a:rPr>
              <a:t> </a:t>
            </a:r>
            <a:r>
              <a:rPr dirty="0" baseline="1543" sz="2700">
                <a:latin typeface="Verdana"/>
                <a:cs typeface="Verdana"/>
              </a:rPr>
              <a:t>in</a:t>
            </a:r>
            <a:r>
              <a:rPr dirty="0" baseline="1543" sz="2700" spc="-75">
                <a:latin typeface="Verdana"/>
                <a:cs typeface="Verdana"/>
              </a:rPr>
              <a:t> </a:t>
            </a:r>
            <a:r>
              <a:rPr dirty="0" baseline="1543" sz="2700">
                <a:latin typeface="Cambria Math"/>
                <a:cs typeface="Cambria Math"/>
              </a:rPr>
              <a:t>1000</a:t>
            </a:r>
            <a:r>
              <a:rPr dirty="0" baseline="1543" sz="2700">
                <a:latin typeface="Verdana"/>
                <a:cs typeface="Verdana"/>
              </a:rPr>
              <a:t>’s</a:t>
            </a:r>
            <a:r>
              <a:rPr dirty="0" baseline="1543" sz="2700" spc="60">
                <a:latin typeface="Verdana"/>
                <a:cs typeface="Verdana"/>
              </a:rPr>
              <a:t> </a:t>
            </a:r>
            <a:r>
              <a:rPr dirty="0" baseline="1543" sz="2700" spc="-37">
                <a:latin typeface="Verdana"/>
                <a:cs typeface="Verdana"/>
              </a:rPr>
              <a:t>(</a:t>
            </a:r>
            <a:r>
              <a:rPr dirty="0" baseline="1543" sz="2700" spc="-37">
                <a:latin typeface="Cambria Math"/>
                <a:cs typeface="Cambria Math"/>
              </a:rPr>
              <a:t>𝑦</a:t>
            </a:r>
            <a:r>
              <a:rPr dirty="0" baseline="1543" sz="2700" spc="-37">
                <a:latin typeface="Verdana"/>
                <a:cs typeface="Verdana"/>
              </a:rPr>
              <a:t>)</a:t>
            </a:r>
            <a:endParaRPr baseline="1543" sz="27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00376" y="1452625"/>
            <a:ext cx="4613275" cy="0"/>
          </a:xfrm>
          <a:custGeom>
            <a:avLst/>
            <a:gdLst/>
            <a:ahLst/>
            <a:cxnLst/>
            <a:rect l="l" t="t" r="r" b="b"/>
            <a:pathLst>
              <a:path w="4613275" h="0">
                <a:moveTo>
                  <a:pt x="0" y="0"/>
                </a:moveTo>
                <a:lnTo>
                  <a:pt x="461302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95876" y="1024000"/>
            <a:ext cx="0" cy="1946275"/>
          </a:xfrm>
          <a:custGeom>
            <a:avLst/>
            <a:gdLst/>
            <a:ahLst/>
            <a:cxnLst/>
            <a:rect l="l" t="t" r="r" b="b"/>
            <a:pathLst>
              <a:path w="0" h="1946275">
                <a:moveTo>
                  <a:pt x="0" y="194614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267964" y="1580165"/>
          <a:ext cx="2670175" cy="1388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900"/>
                <a:gridCol w="1235075"/>
              </a:tblGrid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764"/>
                        </a:lnSpc>
                      </a:pPr>
                      <a:r>
                        <a:rPr dirty="0" sz="1800" spc="-20">
                          <a:latin typeface="Cambria Math"/>
                          <a:cs typeface="Cambria Math"/>
                        </a:rPr>
                        <a:t>2104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99465">
                        <a:lnSpc>
                          <a:spcPts val="1764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400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50"/>
                        </a:lnSpc>
                      </a:pPr>
                      <a:r>
                        <a:rPr dirty="0" sz="1800" spc="-20">
                          <a:latin typeface="Cambria Math"/>
                          <a:cs typeface="Cambria Math"/>
                        </a:rPr>
                        <a:t>1416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99465">
                        <a:lnSpc>
                          <a:spcPts val="1950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232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50"/>
                        </a:lnSpc>
                      </a:pPr>
                      <a:r>
                        <a:rPr dirty="0" sz="1800" spc="-20">
                          <a:latin typeface="Cambria Math"/>
                          <a:cs typeface="Cambria Math"/>
                        </a:rPr>
                        <a:t>1534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99465">
                        <a:lnSpc>
                          <a:spcPts val="1950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315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276860">
                <a:tc>
                  <a:txBody>
                    <a:bodyPr/>
                    <a:lstStyle/>
                    <a:p>
                      <a:pPr marL="88900">
                        <a:lnSpc>
                          <a:spcPts val="1950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852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99465">
                        <a:lnSpc>
                          <a:spcPts val="1950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178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306070">
                <a:tc>
                  <a:txBody>
                    <a:bodyPr/>
                    <a:lstStyle/>
                    <a:p>
                      <a:pPr marL="193675">
                        <a:lnSpc>
                          <a:spcPts val="1950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…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09625">
                        <a:lnSpc>
                          <a:spcPts val="1950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…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46862" y="1164844"/>
            <a:ext cx="1805305" cy="557530"/>
            <a:chOff x="446862" y="1164844"/>
            <a:chExt cx="1805305" cy="55753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7797" y="1164844"/>
              <a:ext cx="573869" cy="2082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862" y="1409827"/>
              <a:ext cx="1262938" cy="31216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8438" y="1114425"/>
            <a:ext cx="414455" cy="19177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5239" y="1134617"/>
            <a:ext cx="608972" cy="19519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0842" y="300736"/>
            <a:ext cx="5438140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Multiple</a:t>
            </a:r>
            <a:r>
              <a:rPr dirty="0" sz="3000" spc="-165"/>
              <a:t> </a:t>
            </a:r>
            <a:r>
              <a:rPr dirty="0" sz="3000"/>
              <a:t>features</a:t>
            </a:r>
            <a:r>
              <a:rPr dirty="0" sz="3000" spc="-5"/>
              <a:t> </a:t>
            </a:r>
            <a:r>
              <a:rPr dirty="0" sz="3000" spc="-10"/>
              <a:t>(variables)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630542" y="736473"/>
            <a:ext cx="6666865" cy="2405380"/>
            <a:chOff x="630542" y="736473"/>
            <a:chExt cx="6666865" cy="2405380"/>
          </a:xfrm>
        </p:grpSpPr>
        <p:sp>
          <p:nvSpPr>
            <p:cNvPr id="4" name="object 4"/>
            <p:cNvSpPr/>
            <p:nvPr/>
          </p:nvSpPr>
          <p:spPr>
            <a:xfrm>
              <a:off x="636892" y="742822"/>
              <a:ext cx="6654165" cy="982980"/>
            </a:xfrm>
            <a:custGeom>
              <a:avLst/>
              <a:gdLst/>
              <a:ahLst/>
              <a:cxnLst/>
              <a:rect l="l" t="t" r="r" b="b"/>
              <a:pathLst>
                <a:path w="6654165" h="982980">
                  <a:moveTo>
                    <a:pt x="2376233" y="0"/>
                  </a:moveTo>
                  <a:lnTo>
                    <a:pt x="1188135" y="0"/>
                  </a:lnTo>
                  <a:lnTo>
                    <a:pt x="0" y="0"/>
                  </a:lnTo>
                  <a:lnTo>
                    <a:pt x="0" y="982980"/>
                  </a:lnTo>
                  <a:lnTo>
                    <a:pt x="1188097" y="982980"/>
                  </a:lnTo>
                  <a:lnTo>
                    <a:pt x="2376233" y="982980"/>
                  </a:lnTo>
                  <a:lnTo>
                    <a:pt x="2376233" y="0"/>
                  </a:lnTo>
                  <a:close/>
                </a:path>
                <a:path w="6654165" h="982980">
                  <a:moveTo>
                    <a:pt x="6653543" y="0"/>
                  </a:moveTo>
                  <a:lnTo>
                    <a:pt x="5069344" y="0"/>
                  </a:lnTo>
                  <a:lnTo>
                    <a:pt x="3564432" y="0"/>
                  </a:lnTo>
                  <a:lnTo>
                    <a:pt x="2376309" y="0"/>
                  </a:lnTo>
                  <a:lnTo>
                    <a:pt x="2376309" y="982980"/>
                  </a:lnTo>
                  <a:lnTo>
                    <a:pt x="3564394" y="982980"/>
                  </a:lnTo>
                  <a:lnTo>
                    <a:pt x="5069344" y="982980"/>
                  </a:lnTo>
                  <a:lnTo>
                    <a:pt x="6653543" y="982980"/>
                  </a:lnTo>
                  <a:lnTo>
                    <a:pt x="6653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6892" y="742823"/>
              <a:ext cx="6654165" cy="2392680"/>
            </a:xfrm>
            <a:custGeom>
              <a:avLst/>
              <a:gdLst/>
              <a:ahLst/>
              <a:cxnLst/>
              <a:rect l="l" t="t" r="r" b="b"/>
              <a:pathLst>
                <a:path w="6654165" h="2392680">
                  <a:moveTo>
                    <a:pt x="1188097" y="0"/>
                  </a:moveTo>
                  <a:lnTo>
                    <a:pt x="1188097" y="2392679"/>
                  </a:lnTo>
                </a:path>
                <a:path w="6654165" h="2392680">
                  <a:moveTo>
                    <a:pt x="2376309" y="0"/>
                  </a:moveTo>
                  <a:lnTo>
                    <a:pt x="2376309" y="2392679"/>
                  </a:lnTo>
                </a:path>
                <a:path w="6654165" h="2392680">
                  <a:moveTo>
                    <a:pt x="3564394" y="0"/>
                  </a:moveTo>
                  <a:lnTo>
                    <a:pt x="3564394" y="2392679"/>
                  </a:lnTo>
                </a:path>
                <a:path w="6654165" h="2392680">
                  <a:moveTo>
                    <a:pt x="5069344" y="0"/>
                  </a:moveTo>
                  <a:lnTo>
                    <a:pt x="5069344" y="2392679"/>
                  </a:lnTo>
                </a:path>
                <a:path w="6654165" h="2392680">
                  <a:moveTo>
                    <a:pt x="0" y="982979"/>
                  </a:moveTo>
                  <a:lnTo>
                    <a:pt x="6653542" y="98297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30262" y="739203"/>
            <a:ext cx="3385185" cy="51435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68275" marR="55880" indent="-104775">
              <a:lnSpc>
                <a:spcPct val="104900"/>
              </a:lnSpc>
              <a:spcBef>
                <a:spcPts val="35"/>
              </a:spcBef>
              <a:tabLst>
                <a:tab pos="1052195" algn="l"/>
                <a:tab pos="1090295" algn="l"/>
                <a:tab pos="2499360" algn="l"/>
              </a:tabLst>
            </a:pPr>
            <a:r>
              <a:rPr dirty="0" sz="1550">
                <a:latin typeface="Verdana"/>
                <a:cs typeface="Verdana"/>
              </a:rPr>
              <a:t>Size</a:t>
            </a:r>
            <a:r>
              <a:rPr dirty="0" sz="1550" spc="95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in</a:t>
            </a:r>
            <a:r>
              <a:rPr dirty="0" sz="1550">
                <a:latin typeface="Verdana"/>
                <a:cs typeface="Verdana"/>
              </a:rPr>
              <a:t>	Number</a:t>
            </a:r>
            <a:r>
              <a:rPr dirty="0" sz="1550" spc="18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of</a:t>
            </a:r>
            <a:r>
              <a:rPr dirty="0" sz="1550" spc="37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Number</a:t>
            </a:r>
            <a:r>
              <a:rPr dirty="0" sz="1550" spc="180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of </a:t>
            </a:r>
            <a:r>
              <a:rPr dirty="0" sz="1550" spc="-10">
                <a:latin typeface="Verdana"/>
                <a:cs typeface="Verdana"/>
              </a:rPr>
              <a:t>feet</a:t>
            </a:r>
            <a:r>
              <a:rPr dirty="0" baseline="21164" sz="1575" spc="-15">
                <a:latin typeface="Cambria Math"/>
                <a:cs typeface="Cambria Math"/>
              </a:rPr>
              <a:t>2</a:t>
            </a:r>
            <a:r>
              <a:rPr dirty="0" baseline="21164" sz="1575">
                <a:latin typeface="Cambria Math"/>
                <a:cs typeface="Cambria Math"/>
              </a:rPr>
              <a:t>		</a:t>
            </a:r>
            <a:r>
              <a:rPr dirty="0" sz="1550" spc="-10">
                <a:latin typeface="Verdana"/>
                <a:cs typeface="Verdana"/>
              </a:rPr>
              <a:t>bedrooms</a:t>
            </a:r>
            <a:r>
              <a:rPr dirty="0" sz="1550">
                <a:latin typeface="Verdana"/>
                <a:cs typeface="Verdana"/>
              </a:rPr>
              <a:t>	</a:t>
            </a:r>
            <a:r>
              <a:rPr dirty="0" sz="1550" spc="-10">
                <a:latin typeface="Verdana"/>
                <a:cs typeface="Verdana"/>
              </a:rPr>
              <a:t>floors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6409" y="739203"/>
            <a:ext cx="1308100" cy="514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Age</a:t>
            </a:r>
            <a:r>
              <a:rPr dirty="0" sz="1550" spc="10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of</a:t>
            </a:r>
            <a:r>
              <a:rPr dirty="0" sz="1550" spc="25">
                <a:latin typeface="Verdana"/>
                <a:cs typeface="Verdana"/>
              </a:rPr>
              <a:t> </a:t>
            </a:r>
            <a:r>
              <a:rPr dirty="0" sz="1550" spc="-20">
                <a:latin typeface="Verdana"/>
                <a:cs typeface="Verdana"/>
              </a:rPr>
              <a:t>home</a:t>
            </a:r>
            <a:endParaRPr sz="1550">
              <a:latin typeface="Verdana"/>
              <a:cs typeface="Verdana"/>
            </a:endParaRPr>
          </a:p>
          <a:p>
            <a:pPr algn="ctr" marL="381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latin typeface="Verdana"/>
                <a:cs typeface="Verdana"/>
              </a:rPr>
              <a:t>in</a:t>
            </a:r>
            <a:r>
              <a:rPr dirty="0" sz="1550" spc="70">
                <a:latin typeface="Verdana"/>
                <a:cs typeface="Verdana"/>
              </a:rPr>
              <a:t> </a:t>
            </a:r>
            <a:r>
              <a:rPr dirty="0" sz="1550" spc="-20">
                <a:latin typeface="Verdana"/>
                <a:cs typeface="Verdana"/>
              </a:rPr>
              <a:t>years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6835" y="739203"/>
            <a:ext cx="1151255" cy="514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Price</a:t>
            </a:r>
            <a:r>
              <a:rPr dirty="0" sz="1550" spc="6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($)</a:t>
            </a:r>
            <a:r>
              <a:rPr dirty="0" sz="1550" spc="65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in</a:t>
            </a:r>
            <a:endParaRPr sz="1550">
              <a:latin typeface="Verdana"/>
              <a:cs typeface="Verdana"/>
            </a:endParaRPr>
          </a:p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1550" spc="-10">
                <a:latin typeface="Verdana"/>
                <a:cs typeface="Verdana"/>
              </a:rPr>
              <a:t>$</a:t>
            </a:r>
            <a:r>
              <a:rPr dirty="0" sz="1550" spc="-10">
                <a:latin typeface="Cambria Math"/>
                <a:cs typeface="Cambria Math"/>
              </a:rPr>
              <a:t>1000</a:t>
            </a:r>
            <a:r>
              <a:rPr dirty="0" sz="1550" spc="-10">
                <a:latin typeface="Verdana"/>
                <a:cs typeface="Verdana"/>
              </a:rPr>
              <a:t>’s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1723961"/>
            <a:ext cx="9042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mbria Math"/>
                <a:cs typeface="Cambria Math"/>
              </a:rPr>
              <a:t>2104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6900" y="1723961"/>
            <a:ext cx="11404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9685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19551" y="1723961"/>
            <a:ext cx="11753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16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0539" y="1723961"/>
            <a:ext cx="2736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45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2006663"/>
            <a:ext cx="9042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mbria Math"/>
                <a:cs typeface="Cambria Math"/>
              </a:rPr>
              <a:t>1416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6900" y="2006663"/>
            <a:ext cx="11404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9685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36315" y="2006663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07636" y="2006663"/>
            <a:ext cx="13646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3462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40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2288539"/>
            <a:ext cx="904240" cy="86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269875">
              <a:lnSpc>
                <a:spcPct val="100000"/>
              </a:lnSpc>
              <a:spcBef>
                <a:spcPts val="105"/>
              </a:spcBef>
            </a:pPr>
            <a:r>
              <a:rPr dirty="0" sz="1800" spc="-20">
                <a:latin typeface="Cambria Math"/>
                <a:cs typeface="Cambria Math"/>
              </a:rPr>
              <a:t>1534</a:t>
            </a:r>
            <a:endParaRPr sz="1800">
              <a:latin typeface="Cambria Math"/>
              <a:cs typeface="Cambria Math"/>
            </a:endParaRPr>
          </a:p>
          <a:p>
            <a:pPr algn="ctr" marR="260350">
              <a:lnSpc>
                <a:spcPct val="100000"/>
              </a:lnSpc>
              <a:spcBef>
                <a:spcPts val="65"/>
              </a:spcBef>
            </a:pPr>
            <a:r>
              <a:rPr dirty="0" sz="1800" spc="-25">
                <a:latin typeface="Cambria Math"/>
                <a:cs typeface="Cambria Math"/>
              </a:rPr>
              <a:t>852</a:t>
            </a:r>
            <a:endParaRPr sz="1800">
              <a:latin typeface="Cambria Math"/>
              <a:cs typeface="Cambria Math"/>
            </a:endParaRPr>
          </a:p>
          <a:p>
            <a:pPr algn="ctr" marR="269240">
              <a:lnSpc>
                <a:spcPct val="100000"/>
              </a:lnSpc>
              <a:spcBef>
                <a:spcPts val="65"/>
              </a:spcBef>
            </a:pPr>
            <a:r>
              <a:rPr dirty="0" sz="1800" spc="-5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18385" y="2288539"/>
            <a:ext cx="198120" cy="86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dirty="0" sz="1800" spc="-50"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  <a:p>
            <a:pPr marL="41275">
              <a:lnSpc>
                <a:spcPct val="100000"/>
              </a:lnSpc>
              <a:spcBef>
                <a:spcPts val="65"/>
              </a:spcBef>
            </a:pPr>
            <a:r>
              <a:rPr dirty="0" sz="1800" spc="-5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800" spc="-5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07740" y="2288539"/>
            <a:ext cx="198120" cy="86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dirty="0" sz="1800" spc="-5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  <a:p>
            <a:pPr marL="41275">
              <a:lnSpc>
                <a:spcPct val="100000"/>
              </a:lnSpc>
              <a:spcBef>
                <a:spcPts val="65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800" spc="-5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20539" y="2288539"/>
            <a:ext cx="273685" cy="86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25">
                <a:latin typeface="Cambria Math"/>
                <a:cs typeface="Cambria Math"/>
              </a:rPr>
              <a:t>30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800" spc="-25">
                <a:latin typeface="Cambria Math"/>
                <a:cs typeface="Cambria Math"/>
              </a:rPr>
              <a:t>36</a:t>
            </a:r>
            <a:endParaRPr sz="18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65"/>
              </a:spcBef>
            </a:pPr>
            <a:r>
              <a:rPr dirty="0" sz="1800" spc="-5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08090" y="1723961"/>
            <a:ext cx="396875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460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800" spc="-25">
                <a:latin typeface="Cambria Math"/>
                <a:cs typeface="Cambria Math"/>
              </a:rPr>
              <a:t>232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800" spc="-25">
                <a:latin typeface="Cambria Math"/>
                <a:cs typeface="Cambria Math"/>
              </a:rPr>
              <a:t>315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800" spc="-25">
                <a:latin typeface="Cambria Math"/>
                <a:cs typeface="Cambria Math"/>
              </a:rPr>
              <a:t>178</a:t>
            </a:r>
            <a:endParaRPr sz="1800">
              <a:latin typeface="Cambria Math"/>
              <a:cs typeface="Cambria Math"/>
            </a:endParaRPr>
          </a:p>
          <a:p>
            <a:pPr marL="107950">
              <a:lnSpc>
                <a:spcPct val="100000"/>
              </a:lnSpc>
              <a:spcBef>
                <a:spcPts val="65"/>
              </a:spcBef>
            </a:pPr>
            <a:r>
              <a:rPr dirty="0" sz="1800" spc="-50">
                <a:latin typeface="Cambria Math"/>
                <a:cs typeface="Cambria Math"/>
              </a:rPr>
              <a:t>…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1052" y="3152139"/>
            <a:ext cx="170942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baseline="-16460" sz="2025" spc="29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=</a:t>
            </a:r>
            <a:r>
              <a:rPr dirty="0" sz="1800" spc="-5">
                <a:latin typeface="Verdana"/>
                <a:cs typeface="Verdana"/>
              </a:rPr>
              <a:t> </a:t>
            </a:r>
            <a:r>
              <a:rPr dirty="0" sz="1800" spc="8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baseline="26748" sz="2025" spc="120">
                <a:solidFill>
                  <a:srgbClr val="FF9300"/>
                </a:solidFill>
                <a:latin typeface="Cambria Math"/>
                <a:cs typeface="Cambria Math"/>
              </a:rPr>
              <a:t>𝑡ℎ</a:t>
            </a:r>
            <a:r>
              <a:rPr dirty="0" baseline="26748" sz="2025" spc="9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 spc="-10">
                <a:latin typeface="Verdana"/>
                <a:cs typeface="Verdana"/>
              </a:rPr>
              <a:t>feature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8225" y="3771772"/>
            <a:ext cx="313690" cy="159385"/>
            <a:chOff x="838225" y="3771772"/>
            <a:chExt cx="313690" cy="159385"/>
          </a:xfrm>
        </p:grpSpPr>
        <p:sp>
          <p:nvSpPr>
            <p:cNvPr id="24" name="object 24"/>
            <p:cNvSpPr/>
            <p:nvPr/>
          </p:nvSpPr>
          <p:spPr>
            <a:xfrm>
              <a:off x="838225" y="3798569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30" h="55245">
                  <a:moveTo>
                    <a:pt x="84721" y="0"/>
                  </a:moveTo>
                  <a:lnTo>
                    <a:pt x="78803" y="6603"/>
                  </a:lnTo>
                  <a:lnTo>
                    <a:pt x="96659" y="22224"/>
                  </a:lnTo>
                  <a:lnTo>
                    <a:pt x="0" y="22224"/>
                  </a:lnTo>
                  <a:lnTo>
                    <a:pt x="0" y="32638"/>
                  </a:lnTo>
                  <a:lnTo>
                    <a:pt x="96659" y="32638"/>
                  </a:lnTo>
                  <a:lnTo>
                    <a:pt x="78803" y="48132"/>
                  </a:lnTo>
                  <a:lnTo>
                    <a:pt x="84721" y="54863"/>
                  </a:lnTo>
                  <a:lnTo>
                    <a:pt x="112737" y="30606"/>
                  </a:lnTo>
                  <a:lnTo>
                    <a:pt x="112737" y="24129"/>
                  </a:lnTo>
                  <a:lnTo>
                    <a:pt x="847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125" y="3771772"/>
              <a:ext cx="174371" cy="1588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88352" y="3457892"/>
            <a:ext cx="3004820" cy="501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1870"/>
              </a:lnSpc>
              <a:spcBef>
                <a:spcPts val="100"/>
              </a:spcBef>
              <a:tabLst>
                <a:tab pos="508000" algn="l"/>
              </a:tabLst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Verdana"/>
                <a:cs typeface="Verdana"/>
              </a:rPr>
              <a:t>=</a:t>
            </a:r>
            <a:r>
              <a:rPr dirty="0" sz="1800" spc="-3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number</a:t>
            </a:r>
            <a:r>
              <a:rPr dirty="0" sz="1800" spc="6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8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features</a:t>
            </a:r>
            <a:endParaRPr sz="1800">
              <a:latin typeface="Verdana"/>
              <a:cs typeface="Verdana"/>
            </a:endParaRPr>
          </a:p>
          <a:p>
            <a:pPr marL="50800">
              <a:lnSpc>
                <a:spcPts val="1870"/>
              </a:lnSpc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solidFill>
                  <a:srgbClr val="0096FF"/>
                </a:solidFill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1702" y="4202112"/>
            <a:ext cx="10604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95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125" y="4067035"/>
            <a:ext cx="174371" cy="158813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801052" y="3954145"/>
            <a:ext cx="3270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7777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7777" sz="27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solidFill>
                  <a:srgbClr val="0096FF"/>
                </a:solidFill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82369" y="3694493"/>
            <a:ext cx="4969510" cy="67437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495"/>
              </a:spcBef>
            </a:pPr>
            <a:r>
              <a:rPr dirty="0" sz="1800">
                <a:latin typeface="Verdana"/>
                <a:cs typeface="Verdana"/>
              </a:rPr>
              <a:t>=</a:t>
            </a:r>
            <a:r>
              <a:rPr dirty="0" sz="1800" spc="-9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features</a:t>
            </a:r>
            <a:r>
              <a:rPr dirty="0" sz="1800" spc="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85">
                <a:latin typeface="Verdana"/>
                <a:cs typeface="Verdana"/>
              </a:rPr>
              <a:t> </a:t>
            </a:r>
            <a:r>
              <a:rPr dirty="0" sz="1800" spc="80">
                <a:solidFill>
                  <a:srgbClr val="0096FF"/>
                </a:solidFill>
                <a:latin typeface="Cambria Math"/>
                <a:cs typeface="Cambria Math"/>
              </a:rPr>
              <a:t>𝑖</a:t>
            </a:r>
            <a:r>
              <a:rPr dirty="0" baseline="28806" sz="2025" spc="120">
                <a:solidFill>
                  <a:srgbClr val="0096FF"/>
                </a:solidFill>
                <a:latin typeface="Cambria Math"/>
                <a:cs typeface="Cambria Math"/>
              </a:rPr>
              <a:t>𝑡ℎ</a:t>
            </a:r>
            <a:r>
              <a:rPr dirty="0" baseline="28806" sz="2025" spc="322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training</a:t>
            </a:r>
            <a:r>
              <a:rPr dirty="0" sz="1800" spc="1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example</a:t>
            </a:r>
            <a:endParaRPr sz="18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395"/>
              </a:spcBef>
            </a:pPr>
            <a:r>
              <a:rPr dirty="0" sz="1800">
                <a:latin typeface="Verdana"/>
                <a:cs typeface="Verdana"/>
              </a:rPr>
              <a:t>=</a:t>
            </a:r>
            <a:r>
              <a:rPr dirty="0" sz="1800" spc="-8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value</a:t>
            </a:r>
            <a:r>
              <a:rPr dirty="0" sz="1800" spc="1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feature</a:t>
            </a:r>
            <a:r>
              <a:rPr dirty="0" sz="1800" spc="75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sz="1800" spc="1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in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 spc="80">
                <a:solidFill>
                  <a:srgbClr val="0096FF"/>
                </a:solidFill>
                <a:latin typeface="Cambria Math"/>
                <a:cs typeface="Cambria Math"/>
              </a:rPr>
              <a:t>𝑖</a:t>
            </a:r>
            <a:r>
              <a:rPr dirty="0" baseline="28806" sz="2025" spc="120">
                <a:solidFill>
                  <a:srgbClr val="0096FF"/>
                </a:solidFill>
                <a:latin typeface="Cambria Math"/>
                <a:cs typeface="Cambria Math"/>
              </a:rPr>
              <a:t>𝑡ℎ</a:t>
            </a:r>
            <a:r>
              <a:rPr dirty="0" baseline="28806" sz="2025" spc="434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training</a:t>
            </a:r>
            <a:r>
              <a:rPr dirty="0" sz="1800" spc="9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example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76300" y="695325"/>
            <a:ext cx="4733925" cy="2457450"/>
            <a:chOff x="876300" y="695325"/>
            <a:chExt cx="4733925" cy="2457450"/>
          </a:xfrm>
        </p:grpSpPr>
        <p:sp>
          <p:nvSpPr>
            <p:cNvPr id="32" name="object 32"/>
            <p:cNvSpPr/>
            <p:nvPr/>
          </p:nvSpPr>
          <p:spPr>
            <a:xfrm>
              <a:off x="895350" y="1990725"/>
              <a:ext cx="4695825" cy="333375"/>
            </a:xfrm>
            <a:custGeom>
              <a:avLst/>
              <a:gdLst/>
              <a:ahLst/>
              <a:cxnLst/>
              <a:rect l="l" t="t" r="r" b="b"/>
              <a:pathLst>
                <a:path w="4695825" h="333375">
                  <a:moveTo>
                    <a:pt x="0" y="333375"/>
                  </a:moveTo>
                  <a:lnTo>
                    <a:pt x="4695825" y="333375"/>
                  </a:lnTo>
                  <a:lnTo>
                    <a:pt x="4695825" y="0"/>
                  </a:lnTo>
                  <a:lnTo>
                    <a:pt x="0" y="0"/>
                  </a:lnTo>
                  <a:lnTo>
                    <a:pt x="0" y="333375"/>
                  </a:lnTo>
                  <a:close/>
                </a:path>
              </a:pathLst>
            </a:custGeom>
            <a:ln w="38100">
              <a:solidFill>
                <a:srgbClr val="FF9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1479" y="2012441"/>
              <a:ext cx="327279" cy="30988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95350" y="714375"/>
              <a:ext cx="952500" cy="2419350"/>
            </a:xfrm>
            <a:custGeom>
              <a:avLst/>
              <a:gdLst/>
              <a:ahLst/>
              <a:cxnLst/>
              <a:rect l="l" t="t" r="r" b="b"/>
              <a:pathLst>
                <a:path w="952500" h="2419350">
                  <a:moveTo>
                    <a:pt x="0" y="2419350"/>
                  </a:moveTo>
                  <a:lnTo>
                    <a:pt x="952500" y="2419350"/>
                  </a:lnTo>
                  <a:lnTo>
                    <a:pt x="952500" y="0"/>
                  </a:lnTo>
                  <a:lnTo>
                    <a:pt x="0" y="0"/>
                  </a:lnTo>
                  <a:lnTo>
                    <a:pt x="0" y="2419350"/>
                  </a:lnTo>
                  <a:close/>
                </a:path>
              </a:pathLst>
            </a:custGeom>
            <a:ln w="38100">
              <a:solidFill>
                <a:srgbClr val="FF93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7089" y="1398777"/>
              <a:ext cx="338361" cy="24587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899655" y="1217930"/>
              <a:ext cx="1101725" cy="50165"/>
            </a:xfrm>
            <a:custGeom>
              <a:avLst/>
              <a:gdLst/>
              <a:ahLst/>
              <a:cxnLst/>
              <a:rect l="l" t="t" r="r" b="b"/>
              <a:pathLst>
                <a:path w="1101725" h="50165">
                  <a:moveTo>
                    <a:pt x="269123" y="44450"/>
                  </a:moveTo>
                  <a:lnTo>
                    <a:pt x="23505" y="44450"/>
                  </a:lnTo>
                  <a:lnTo>
                    <a:pt x="34450" y="45974"/>
                  </a:lnTo>
                  <a:lnTo>
                    <a:pt x="34046" y="45974"/>
                  </a:lnTo>
                  <a:lnTo>
                    <a:pt x="42301" y="46736"/>
                  </a:lnTo>
                  <a:lnTo>
                    <a:pt x="42555" y="46736"/>
                  </a:lnTo>
                  <a:lnTo>
                    <a:pt x="59827" y="47879"/>
                  </a:lnTo>
                  <a:lnTo>
                    <a:pt x="67828" y="47879"/>
                  </a:lnTo>
                  <a:lnTo>
                    <a:pt x="83322" y="48260"/>
                  </a:lnTo>
                  <a:lnTo>
                    <a:pt x="113040" y="48260"/>
                  </a:lnTo>
                  <a:lnTo>
                    <a:pt x="135793" y="48652"/>
                  </a:lnTo>
                  <a:lnTo>
                    <a:pt x="135138" y="48652"/>
                  </a:lnTo>
                  <a:lnTo>
                    <a:pt x="167650" y="50165"/>
                  </a:lnTo>
                  <a:lnTo>
                    <a:pt x="176032" y="50165"/>
                  </a:lnTo>
                  <a:lnTo>
                    <a:pt x="187081" y="49784"/>
                  </a:lnTo>
                  <a:lnTo>
                    <a:pt x="259090" y="45339"/>
                  </a:lnTo>
                  <a:lnTo>
                    <a:pt x="259344" y="45339"/>
                  </a:lnTo>
                  <a:lnTo>
                    <a:pt x="269123" y="44450"/>
                  </a:lnTo>
                  <a:close/>
                </a:path>
                <a:path w="1101725" h="50165">
                  <a:moveTo>
                    <a:pt x="11152" y="19892"/>
                  </a:moveTo>
                  <a:lnTo>
                    <a:pt x="11002" y="19892"/>
                  </a:lnTo>
                  <a:lnTo>
                    <a:pt x="10064" y="20193"/>
                  </a:lnTo>
                  <a:lnTo>
                    <a:pt x="5767" y="21717"/>
                  </a:lnTo>
                  <a:lnTo>
                    <a:pt x="4074" y="22352"/>
                  </a:lnTo>
                  <a:lnTo>
                    <a:pt x="2546" y="23770"/>
                  </a:lnTo>
                  <a:lnTo>
                    <a:pt x="2404" y="23770"/>
                  </a:lnTo>
                  <a:lnTo>
                    <a:pt x="1395" y="25944"/>
                  </a:lnTo>
                  <a:lnTo>
                    <a:pt x="1280" y="26289"/>
                  </a:lnTo>
                  <a:lnTo>
                    <a:pt x="0" y="29083"/>
                  </a:lnTo>
                  <a:lnTo>
                    <a:pt x="83" y="30734"/>
                  </a:lnTo>
                  <a:lnTo>
                    <a:pt x="137" y="31115"/>
                  </a:lnTo>
                  <a:lnTo>
                    <a:pt x="228" y="31750"/>
                  </a:lnTo>
                  <a:lnTo>
                    <a:pt x="292" y="32200"/>
                  </a:lnTo>
                  <a:lnTo>
                    <a:pt x="391" y="32893"/>
                  </a:lnTo>
                  <a:lnTo>
                    <a:pt x="2656" y="35433"/>
                  </a:lnTo>
                  <a:lnTo>
                    <a:pt x="3185" y="36068"/>
                  </a:lnTo>
                  <a:lnTo>
                    <a:pt x="5358" y="37846"/>
                  </a:lnTo>
                  <a:lnTo>
                    <a:pt x="5598" y="38100"/>
                  </a:lnTo>
                  <a:lnTo>
                    <a:pt x="6463" y="38681"/>
                  </a:lnTo>
                  <a:lnTo>
                    <a:pt x="7249" y="39243"/>
                  </a:lnTo>
                  <a:lnTo>
                    <a:pt x="9535" y="40386"/>
                  </a:lnTo>
                  <a:lnTo>
                    <a:pt x="12837" y="41529"/>
                  </a:lnTo>
                  <a:lnTo>
                    <a:pt x="15250" y="42418"/>
                  </a:lnTo>
                  <a:lnTo>
                    <a:pt x="16139" y="42672"/>
                  </a:lnTo>
                  <a:lnTo>
                    <a:pt x="23696" y="44450"/>
                  </a:lnTo>
                  <a:lnTo>
                    <a:pt x="266555" y="44450"/>
                  </a:lnTo>
                  <a:lnTo>
                    <a:pt x="342402" y="41529"/>
                  </a:lnTo>
                  <a:lnTo>
                    <a:pt x="381264" y="39750"/>
                  </a:lnTo>
                  <a:lnTo>
                    <a:pt x="390916" y="39497"/>
                  </a:lnTo>
                  <a:lnTo>
                    <a:pt x="409482" y="38471"/>
                  </a:lnTo>
                  <a:lnTo>
                    <a:pt x="411621" y="38471"/>
                  </a:lnTo>
                  <a:lnTo>
                    <a:pt x="477996" y="36068"/>
                  </a:lnTo>
                  <a:lnTo>
                    <a:pt x="477403" y="36068"/>
                  </a:lnTo>
                  <a:lnTo>
                    <a:pt x="489976" y="35687"/>
                  </a:lnTo>
                  <a:lnTo>
                    <a:pt x="658251" y="35687"/>
                  </a:lnTo>
                  <a:lnTo>
                    <a:pt x="675523" y="35433"/>
                  </a:lnTo>
                  <a:lnTo>
                    <a:pt x="14869" y="35433"/>
                  </a:lnTo>
                  <a:lnTo>
                    <a:pt x="15309" y="32893"/>
                  </a:lnTo>
                  <a:lnTo>
                    <a:pt x="15429" y="32200"/>
                  </a:lnTo>
                  <a:lnTo>
                    <a:pt x="15507" y="31750"/>
                  </a:lnTo>
                  <a:lnTo>
                    <a:pt x="15618" y="31115"/>
                  </a:lnTo>
                  <a:lnTo>
                    <a:pt x="15684" y="30734"/>
                  </a:lnTo>
                  <a:lnTo>
                    <a:pt x="15772" y="30225"/>
                  </a:lnTo>
                  <a:lnTo>
                    <a:pt x="15860" y="29718"/>
                  </a:lnTo>
                  <a:lnTo>
                    <a:pt x="15970" y="29083"/>
                  </a:lnTo>
                  <a:lnTo>
                    <a:pt x="16036" y="28702"/>
                  </a:lnTo>
                  <a:lnTo>
                    <a:pt x="16150" y="28042"/>
                  </a:lnTo>
                  <a:lnTo>
                    <a:pt x="16268" y="27360"/>
                  </a:lnTo>
                  <a:lnTo>
                    <a:pt x="16366" y="26797"/>
                  </a:lnTo>
                  <a:lnTo>
                    <a:pt x="16486" y="26104"/>
                  </a:lnTo>
                  <a:lnTo>
                    <a:pt x="16514" y="25944"/>
                  </a:lnTo>
                  <a:lnTo>
                    <a:pt x="14870" y="23770"/>
                  </a:lnTo>
                  <a:lnTo>
                    <a:pt x="14178" y="23495"/>
                  </a:lnTo>
                  <a:lnTo>
                    <a:pt x="12710" y="22987"/>
                  </a:lnTo>
                  <a:lnTo>
                    <a:pt x="13588" y="22987"/>
                  </a:lnTo>
                  <a:lnTo>
                    <a:pt x="12964" y="22606"/>
                  </a:lnTo>
                  <a:lnTo>
                    <a:pt x="24453" y="22606"/>
                  </a:lnTo>
                  <a:lnTo>
                    <a:pt x="23134" y="20193"/>
                  </a:lnTo>
                  <a:lnTo>
                    <a:pt x="10551" y="20193"/>
                  </a:lnTo>
                  <a:lnTo>
                    <a:pt x="11152" y="19892"/>
                  </a:lnTo>
                  <a:close/>
                </a:path>
                <a:path w="1101725" h="50165">
                  <a:moveTo>
                    <a:pt x="411621" y="38471"/>
                  </a:moveTo>
                  <a:lnTo>
                    <a:pt x="409482" y="38471"/>
                  </a:lnTo>
                  <a:lnTo>
                    <a:pt x="405692" y="38681"/>
                  </a:lnTo>
                  <a:lnTo>
                    <a:pt x="411621" y="38471"/>
                  </a:lnTo>
                  <a:close/>
                </a:path>
                <a:path w="1101725" h="50165">
                  <a:moveTo>
                    <a:pt x="16514" y="25944"/>
                  </a:moveTo>
                  <a:lnTo>
                    <a:pt x="14979" y="34798"/>
                  </a:lnTo>
                  <a:lnTo>
                    <a:pt x="14869" y="35433"/>
                  </a:lnTo>
                  <a:lnTo>
                    <a:pt x="17663" y="32639"/>
                  </a:lnTo>
                  <a:lnTo>
                    <a:pt x="17409" y="32639"/>
                  </a:lnTo>
                  <a:lnTo>
                    <a:pt x="18552" y="31750"/>
                  </a:lnTo>
                  <a:lnTo>
                    <a:pt x="18813" y="31750"/>
                  </a:lnTo>
                  <a:lnTo>
                    <a:pt x="21219" y="30225"/>
                  </a:lnTo>
                  <a:lnTo>
                    <a:pt x="24394" y="28321"/>
                  </a:lnTo>
                  <a:lnTo>
                    <a:pt x="24918" y="26289"/>
                  </a:lnTo>
                  <a:lnTo>
                    <a:pt x="16774" y="26289"/>
                  </a:lnTo>
                  <a:lnTo>
                    <a:pt x="16634" y="26104"/>
                  </a:lnTo>
                  <a:lnTo>
                    <a:pt x="16514" y="25944"/>
                  </a:lnTo>
                  <a:close/>
                </a:path>
                <a:path w="1101725" h="50165">
                  <a:moveTo>
                    <a:pt x="26027" y="25944"/>
                  </a:moveTo>
                  <a:lnTo>
                    <a:pt x="25007" y="25944"/>
                  </a:lnTo>
                  <a:lnTo>
                    <a:pt x="24642" y="27360"/>
                  </a:lnTo>
                  <a:lnTo>
                    <a:pt x="24558" y="27684"/>
                  </a:lnTo>
                  <a:lnTo>
                    <a:pt x="24466" y="28042"/>
                  </a:lnTo>
                  <a:lnTo>
                    <a:pt x="24394" y="28321"/>
                  </a:lnTo>
                  <a:lnTo>
                    <a:pt x="21219" y="30225"/>
                  </a:lnTo>
                  <a:lnTo>
                    <a:pt x="18102" y="32200"/>
                  </a:lnTo>
                  <a:lnTo>
                    <a:pt x="14869" y="35433"/>
                  </a:lnTo>
                  <a:lnTo>
                    <a:pt x="675523" y="35433"/>
                  </a:lnTo>
                  <a:lnTo>
                    <a:pt x="687207" y="35052"/>
                  </a:lnTo>
                  <a:lnTo>
                    <a:pt x="686953" y="35052"/>
                  </a:lnTo>
                  <a:lnTo>
                    <a:pt x="711693" y="34798"/>
                  </a:lnTo>
                  <a:lnTo>
                    <a:pt x="782893" y="31115"/>
                  </a:lnTo>
                  <a:lnTo>
                    <a:pt x="168539" y="31115"/>
                  </a:lnTo>
                  <a:lnTo>
                    <a:pt x="150082" y="30225"/>
                  </a:lnTo>
                  <a:lnTo>
                    <a:pt x="153045" y="30225"/>
                  </a:lnTo>
                  <a:lnTo>
                    <a:pt x="135773" y="29718"/>
                  </a:lnTo>
                  <a:lnTo>
                    <a:pt x="113167" y="29337"/>
                  </a:lnTo>
                  <a:lnTo>
                    <a:pt x="83703" y="29337"/>
                  </a:lnTo>
                  <a:lnTo>
                    <a:pt x="73374" y="29083"/>
                  </a:lnTo>
                  <a:lnTo>
                    <a:pt x="61097" y="29083"/>
                  </a:lnTo>
                  <a:lnTo>
                    <a:pt x="45261" y="28042"/>
                  </a:lnTo>
                  <a:lnTo>
                    <a:pt x="43689" y="28042"/>
                  </a:lnTo>
                  <a:lnTo>
                    <a:pt x="36198" y="27360"/>
                  </a:lnTo>
                  <a:lnTo>
                    <a:pt x="35674" y="27360"/>
                  </a:lnTo>
                  <a:lnTo>
                    <a:pt x="26670" y="26104"/>
                  </a:lnTo>
                  <a:lnTo>
                    <a:pt x="26931" y="26104"/>
                  </a:lnTo>
                  <a:lnTo>
                    <a:pt x="26027" y="25944"/>
                  </a:lnTo>
                  <a:close/>
                </a:path>
                <a:path w="1101725" h="50165">
                  <a:moveTo>
                    <a:pt x="18425" y="31877"/>
                  </a:moveTo>
                  <a:lnTo>
                    <a:pt x="17409" y="32639"/>
                  </a:lnTo>
                  <a:lnTo>
                    <a:pt x="18102" y="32200"/>
                  </a:lnTo>
                  <a:lnTo>
                    <a:pt x="18425" y="31877"/>
                  </a:lnTo>
                  <a:close/>
                </a:path>
                <a:path w="1101725" h="50165">
                  <a:moveTo>
                    <a:pt x="18102" y="32200"/>
                  </a:moveTo>
                  <a:lnTo>
                    <a:pt x="17409" y="32639"/>
                  </a:lnTo>
                  <a:lnTo>
                    <a:pt x="17663" y="32639"/>
                  </a:lnTo>
                  <a:lnTo>
                    <a:pt x="18102" y="32200"/>
                  </a:lnTo>
                  <a:close/>
                </a:path>
                <a:path w="1101725" h="50165">
                  <a:moveTo>
                    <a:pt x="18813" y="31750"/>
                  </a:moveTo>
                  <a:lnTo>
                    <a:pt x="18552" y="31750"/>
                  </a:lnTo>
                  <a:lnTo>
                    <a:pt x="18102" y="32200"/>
                  </a:lnTo>
                  <a:lnTo>
                    <a:pt x="18813" y="31750"/>
                  </a:lnTo>
                  <a:close/>
                </a:path>
                <a:path w="1101725" h="50165">
                  <a:moveTo>
                    <a:pt x="798958" y="30225"/>
                  </a:moveTo>
                  <a:lnTo>
                    <a:pt x="189748" y="30225"/>
                  </a:lnTo>
                  <a:lnTo>
                    <a:pt x="172709" y="31115"/>
                  </a:lnTo>
                  <a:lnTo>
                    <a:pt x="782893" y="31115"/>
                  </a:lnTo>
                  <a:lnTo>
                    <a:pt x="798958" y="30225"/>
                  </a:lnTo>
                  <a:close/>
                </a:path>
                <a:path w="1101725" h="50165">
                  <a:moveTo>
                    <a:pt x="196860" y="29718"/>
                  </a:moveTo>
                  <a:lnTo>
                    <a:pt x="138736" y="29718"/>
                  </a:lnTo>
                  <a:lnTo>
                    <a:pt x="150082" y="30225"/>
                  </a:lnTo>
                  <a:lnTo>
                    <a:pt x="189748" y="30225"/>
                  </a:lnTo>
                  <a:lnTo>
                    <a:pt x="196860" y="29718"/>
                  </a:lnTo>
                  <a:close/>
                </a:path>
                <a:path w="1101725" h="50165">
                  <a:moveTo>
                    <a:pt x="941852" y="19892"/>
                  </a:moveTo>
                  <a:lnTo>
                    <a:pt x="378666" y="19892"/>
                  </a:lnTo>
                  <a:lnTo>
                    <a:pt x="351574" y="21082"/>
                  </a:lnTo>
                  <a:lnTo>
                    <a:pt x="352287" y="21082"/>
                  </a:lnTo>
                  <a:lnTo>
                    <a:pt x="341386" y="21717"/>
                  </a:lnTo>
                  <a:lnTo>
                    <a:pt x="309224" y="23126"/>
                  </a:lnTo>
                  <a:lnTo>
                    <a:pt x="297063" y="23495"/>
                  </a:lnTo>
                  <a:lnTo>
                    <a:pt x="269250" y="24637"/>
                  </a:lnTo>
                  <a:lnTo>
                    <a:pt x="268615" y="24637"/>
                  </a:lnTo>
                  <a:lnTo>
                    <a:pt x="255839" y="25944"/>
                  </a:lnTo>
                  <a:lnTo>
                    <a:pt x="255201" y="25944"/>
                  </a:lnTo>
                  <a:lnTo>
                    <a:pt x="196860" y="29718"/>
                  </a:lnTo>
                  <a:lnTo>
                    <a:pt x="805044" y="29718"/>
                  </a:lnTo>
                  <a:lnTo>
                    <a:pt x="813797" y="28702"/>
                  </a:lnTo>
                  <a:lnTo>
                    <a:pt x="816975" y="28702"/>
                  </a:lnTo>
                  <a:lnTo>
                    <a:pt x="814455" y="28321"/>
                  </a:lnTo>
                  <a:lnTo>
                    <a:pt x="818808" y="28321"/>
                  </a:lnTo>
                  <a:lnTo>
                    <a:pt x="847227" y="26797"/>
                  </a:lnTo>
                  <a:lnTo>
                    <a:pt x="896056" y="23770"/>
                  </a:lnTo>
                  <a:lnTo>
                    <a:pt x="897051" y="23770"/>
                  </a:lnTo>
                  <a:lnTo>
                    <a:pt x="902345" y="23495"/>
                  </a:lnTo>
                  <a:lnTo>
                    <a:pt x="930158" y="21336"/>
                  </a:lnTo>
                  <a:lnTo>
                    <a:pt x="930666" y="21336"/>
                  </a:lnTo>
                  <a:lnTo>
                    <a:pt x="941852" y="19892"/>
                  </a:lnTo>
                  <a:close/>
                </a:path>
                <a:path w="1101725" h="50165">
                  <a:moveTo>
                    <a:pt x="817387" y="28321"/>
                  </a:moveTo>
                  <a:lnTo>
                    <a:pt x="817079" y="28321"/>
                  </a:lnTo>
                  <a:lnTo>
                    <a:pt x="813797" y="28702"/>
                  </a:lnTo>
                  <a:lnTo>
                    <a:pt x="817387" y="28321"/>
                  </a:lnTo>
                  <a:close/>
                </a:path>
                <a:path w="1101725" h="50165">
                  <a:moveTo>
                    <a:pt x="39807" y="27684"/>
                  </a:moveTo>
                  <a:lnTo>
                    <a:pt x="43689" y="28042"/>
                  </a:lnTo>
                  <a:lnTo>
                    <a:pt x="45261" y="28042"/>
                  </a:lnTo>
                  <a:lnTo>
                    <a:pt x="39807" y="27684"/>
                  </a:lnTo>
                  <a:close/>
                </a:path>
                <a:path w="1101725" h="50165">
                  <a:moveTo>
                    <a:pt x="14521" y="23296"/>
                  </a:moveTo>
                  <a:lnTo>
                    <a:pt x="15365" y="23770"/>
                  </a:lnTo>
                  <a:lnTo>
                    <a:pt x="14870" y="23770"/>
                  </a:lnTo>
                  <a:lnTo>
                    <a:pt x="16545" y="25944"/>
                  </a:lnTo>
                  <a:lnTo>
                    <a:pt x="16651" y="26104"/>
                  </a:lnTo>
                  <a:lnTo>
                    <a:pt x="16774" y="26289"/>
                  </a:lnTo>
                  <a:lnTo>
                    <a:pt x="24918" y="26289"/>
                  </a:lnTo>
                  <a:lnTo>
                    <a:pt x="25007" y="25944"/>
                  </a:lnTo>
                  <a:lnTo>
                    <a:pt x="25892" y="25944"/>
                  </a:lnTo>
                  <a:lnTo>
                    <a:pt x="19521" y="24637"/>
                  </a:lnTo>
                  <a:lnTo>
                    <a:pt x="18965" y="24637"/>
                  </a:lnTo>
                  <a:lnTo>
                    <a:pt x="16146" y="23770"/>
                  </a:lnTo>
                  <a:lnTo>
                    <a:pt x="15008" y="23770"/>
                  </a:lnTo>
                  <a:lnTo>
                    <a:pt x="14720" y="23495"/>
                  </a:lnTo>
                  <a:lnTo>
                    <a:pt x="15250" y="23495"/>
                  </a:lnTo>
                  <a:lnTo>
                    <a:pt x="14521" y="23296"/>
                  </a:lnTo>
                  <a:close/>
                </a:path>
                <a:path w="1101725" h="50165">
                  <a:moveTo>
                    <a:pt x="26222" y="25944"/>
                  </a:moveTo>
                  <a:lnTo>
                    <a:pt x="26670" y="26104"/>
                  </a:lnTo>
                  <a:lnTo>
                    <a:pt x="27996" y="26289"/>
                  </a:lnTo>
                  <a:lnTo>
                    <a:pt x="26222" y="25944"/>
                  </a:lnTo>
                  <a:close/>
                </a:path>
                <a:path w="1101725" h="50165">
                  <a:moveTo>
                    <a:pt x="25345" y="24637"/>
                  </a:moveTo>
                  <a:lnTo>
                    <a:pt x="19521" y="24637"/>
                  </a:lnTo>
                  <a:lnTo>
                    <a:pt x="25892" y="25944"/>
                  </a:lnTo>
                  <a:lnTo>
                    <a:pt x="25007" y="25944"/>
                  </a:lnTo>
                  <a:lnTo>
                    <a:pt x="25345" y="24637"/>
                  </a:lnTo>
                  <a:close/>
                </a:path>
                <a:path w="1101725" h="50165">
                  <a:moveTo>
                    <a:pt x="24453" y="22606"/>
                  </a:moveTo>
                  <a:lnTo>
                    <a:pt x="12964" y="22606"/>
                  </a:lnTo>
                  <a:lnTo>
                    <a:pt x="14107" y="22987"/>
                  </a:lnTo>
                  <a:lnTo>
                    <a:pt x="13955" y="22987"/>
                  </a:lnTo>
                  <a:lnTo>
                    <a:pt x="14521" y="23296"/>
                  </a:lnTo>
                  <a:lnTo>
                    <a:pt x="15250" y="23495"/>
                  </a:lnTo>
                  <a:lnTo>
                    <a:pt x="18965" y="24637"/>
                  </a:lnTo>
                  <a:lnTo>
                    <a:pt x="25547" y="24637"/>
                  </a:lnTo>
                  <a:lnTo>
                    <a:pt x="24453" y="22606"/>
                  </a:lnTo>
                  <a:close/>
                </a:path>
                <a:path w="1101725" h="50165">
                  <a:moveTo>
                    <a:pt x="12710" y="22987"/>
                  </a:moveTo>
                  <a:lnTo>
                    <a:pt x="14974" y="23770"/>
                  </a:lnTo>
                  <a:lnTo>
                    <a:pt x="14419" y="23495"/>
                  </a:lnTo>
                  <a:lnTo>
                    <a:pt x="13816" y="23126"/>
                  </a:lnTo>
                  <a:lnTo>
                    <a:pt x="13965" y="23126"/>
                  </a:lnTo>
                  <a:lnTo>
                    <a:pt x="12710" y="22987"/>
                  </a:lnTo>
                  <a:close/>
                </a:path>
                <a:path w="1101725" h="50165">
                  <a:moveTo>
                    <a:pt x="13899" y="23126"/>
                  </a:moveTo>
                  <a:lnTo>
                    <a:pt x="14093" y="23296"/>
                  </a:lnTo>
                  <a:lnTo>
                    <a:pt x="14870" y="23770"/>
                  </a:lnTo>
                  <a:lnTo>
                    <a:pt x="14511" y="23296"/>
                  </a:lnTo>
                  <a:lnTo>
                    <a:pt x="13899" y="23126"/>
                  </a:lnTo>
                  <a:close/>
                </a:path>
                <a:path w="1101725" h="50165">
                  <a:moveTo>
                    <a:pt x="14511" y="23296"/>
                  </a:moveTo>
                  <a:lnTo>
                    <a:pt x="15008" y="23770"/>
                  </a:lnTo>
                  <a:lnTo>
                    <a:pt x="15365" y="23770"/>
                  </a:lnTo>
                  <a:lnTo>
                    <a:pt x="14511" y="23296"/>
                  </a:lnTo>
                  <a:close/>
                </a:path>
                <a:path w="1101725" h="50165">
                  <a:moveTo>
                    <a:pt x="12964" y="22606"/>
                  </a:moveTo>
                  <a:lnTo>
                    <a:pt x="13588" y="22987"/>
                  </a:lnTo>
                  <a:lnTo>
                    <a:pt x="13899" y="23126"/>
                  </a:lnTo>
                  <a:lnTo>
                    <a:pt x="14521" y="23296"/>
                  </a:lnTo>
                  <a:lnTo>
                    <a:pt x="13955" y="22987"/>
                  </a:lnTo>
                  <a:lnTo>
                    <a:pt x="14107" y="22987"/>
                  </a:lnTo>
                  <a:lnTo>
                    <a:pt x="12964" y="22606"/>
                  </a:lnTo>
                  <a:close/>
                </a:path>
                <a:path w="1101725" h="50165">
                  <a:moveTo>
                    <a:pt x="13588" y="22987"/>
                  </a:moveTo>
                  <a:lnTo>
                    <a:pt x="12710" y="22987"/>
                  </a:lnTo>
                  <a:lnTo>
                    <a:pt x="13965" y="23126"/>
                  </a:lnTo>
                  <a:lnTo>
                    <a:pt x="13816" y="23126"/>
                  </a:lnTo>
                  <a:lnTo>
                    <a:pt x="13588" y="22987"/>
                  </a:lnTo>
                  <a:close/>
                </a:path>
                <a:path w="1101725" h="50165">
                  <a:moveTo>
                    <a:pt x="17917" y="16637"/>
                  </a:moveTo>
                  <a:lnTo>
                    <a:pt x="14361" y="18287"/>
                  </a:lnTo>
                  <a:lnTo>
                    <a:pt x="10551" y="20193"/>
                  </a:lnTo>
                  <a:lnTo>
                    <a:pt x="11452" y="19892"/>
                  </a:lnTo>
                  <a:lnTo>
                    <a:pt x="22966" y="19892"/>
                  </a:lnTo>
                  <a:lnTo>
                    <a:pt x="22067" y="18287"/>
                  </a:lnTo>
                  <a:lnTo>
                    <a:pt x="23035" y="18287"/>
                  </a:lnTo>
                  <a:lnTo>
                    <a:pt x="17917" y="16637"/>
                  </a:lnTo>
                  <a:close/>
                </a:path>
                <a:path w="1101725" h="50165">
                  <a:moveTo>
                    <a:pt x="22966" y="19892"/>
                  </a:moveTo>
                  <a:lnTo>
                    <a:pt x="11452" y="19892"/>
                  </a:lnTo>
                  <a:lnTo>
                    <a:pt x="10551" y="20193"/>
                  </a:lnTo>
                  <a:lnTo>
                    <a:pt x="23134" y="20193"/>
                  </a:lnTo>
                  <a:lnTo>
                    <a:pt x="22966" y="19892"/>
                  </a:lnTo>
                  <a:close/>
                </a:path>
                <a:path w="1101725" h="50165">
                  <a:moveTo>
                    <a:pt x="972045" y="18287"/>
                  </a:moveTo>
                  <a:lnTo>
                    <a:pt x="410728" y="18287"/>
                  </a:lnTo>
                  <a:lnTo>
                    <a:pt x="381667" y="19892"/>
                  </a:lnTo>
                  <a:lnTo>
                    <a:pt x="940245" y="19892"/>
                  </a:lnTo>
                  <a:lnTo>
                    <a:pt x="972045" y="18287"/>
                  </a:lnTo>
                  <a:close/>
                </a:path>
                <a:path w="1101725" h="50165">
                  <a:moveTo>
                    <a:pt x="1095494" y="899"/>
                  </a:moveTo>
                  <a:lnTo>
                    <a:pt x="1091745" y="899"/>
                  </a:lnTo>
                  <a:lnTo>
                    <a:pt x="1075501" y="1701"/>
                  </a:lnTo>
                  <a:lnTo>
                    <a:pt x="1079554" y="1701"/>
                  </a:lnTo>
                  <a:lnTo>
                    <a:pt x="1077859" y="1905"/>
                  </a:lnTo>
                  <a:lnTo>
                    <a:pt x="1078240" y="1905"/>
                  </a:lnTo>
                  <a:lnTo>
                    <a:pt x="1072525" y="2286"/>
                  </a:lnTo>
                  <a:lnTo>
                    <a:pt x="1068080" y="2667"/>
                  </a:lnTo>
                  <a:lnTo>
                    <a:pt x="1064778" y="6477"/>
                  </a:lnTo>
                  <a:lnTo>
                    <a:pt x="1064894" y="8509"/>
                  </a:lnTo>
                  <a:lnTo>
                    <a:pt x="1065005" y="10448"/>
                  </a:lnTo>
                  <a:lnTo>
                    <a:pt x="1065122" y="11937"/>
                  </a:lnTo>
                  <a:lnTo>
                    <a:pt x="1065223" y="13081"/>
                  </a:lnTo>
                  <a:lnTo>
                    <a:pt x="1065277" y="15112"/>
                  </a:lnTo>
                  <a:lnTo>
                    <a:pt x="1069096" y="18669"/>
                  </a:lnTo>
                  <a:lnTo>
                    <a:pt x="1075764" y="18287"/>
                  </a:lnTo>
                  <a:lnTo>
                    <a:pt x="1070564" y="18287"/>
                  </a:lnTo>
                  <a:lnTo>
                    <a:pt x="1094321" y="17525"/>
                  </a:lnTo>
                  <a:lnTo>
                    <a:pt x="1095694" y="17525"/>
                  </a:lnTo>
                  <a:lnTo>
                    <a:pt x="1096548" y="17027"/>
                  </a:lnTo>
                  <a:lnTo>
                    <a:pt x="1096732" y="17027"/>
                  </a:lnTo>
                  <a:lnTo>
                    <a:pt x="1098327" y="15112"/>
                  </a:lnTo>
                  <a:lnTo>
                    <a:pt x="1098687" y="14605"/>
                  </a:lnTo>
                  <a:lnTo>
                    <a:pt x="1099344" y="13832"/>
                  </a:lnTo>
                  <a:lnTo>
                    <a:pt x="1101019" y="10448"/>
                  </a:lnTo>
                  <a:lnTo>
                    <a:pt x="1101022" y="8115"/>
                  </a:lnTo>
                  <a:lnTo>
                    <a:pt x="1099703" y="5587"/>
                  </a:lnTo>
                  <a:lnTo>
                    <a:pt x="1099250" y="4599"/>
                  </a:lnTo>
                  <a:lnTo>
                    <a:pt x="1098687" y="3937"/>
                  </a:lnTo>
                  <a:lnTo>
                    <a:pt x="1098433" y="3683"/>
                  </a:lnTo>
                  <a:lnTo>
                    <a:pt x="1096869" y="1701"/>
                  </a:lnTo>
                  <a:lnTo>
                    <a:pt x="1095494" y="899"/>
                  </a:lnTo>
                  <a:close/>
                </a:path>
                <a:path w="1101725" h="50165">
                  <a:moveTo>
                    <a:pt x="1096732" y="17027"/>
                  </a:moveTo>
                  <a:lnTo>
                    <a:pt x="1096548" y="17027"/>
                  </a:lnTo>
                  <a:lnTo>
                    <a:pt x="1095694" y="17525"/>
                  </a:lnTo>
                  <a:lnTo>
                    <a:pt x="1094321" y="17525"/>
                  </a:lnTo>
                  <a:lnTo>
                    <a:pt x="1070564" y="18287"/>
                  </a:lnTo>
                  <a:lnTo>
                    <a:pt x="1091575" y="18287"/>
                  </a:lnTo>
                  <a:lnTo>
                    <a:pt x="1094623" y="18669"/>
                  </a:lnTo>
                  <a:lnTo>
                    <a:pt x="1093315" y="18669"/>
                  </a:lnTo>
                  <a:lnTo>
                    <a:pt x="1096528" y="17272"/>
                  </a:lnTo>
                  <a:lnTo>
                    <a:pt x="1096732" y="17027"/>
                  </a:lnTo>
                  <a:close/>
                </a:path>
                <a:path w="1101725" h="50165">
                  <a:moveTo>
                    <a:pt x="1008869" y="17027"/>
                  </a:moveTo>
                  <a:lnTo>
                    <a:pt x="444938" y="17027"/>
                  </a:lnTo>
                  <a:lnTo>
                    <a:pt x="411379" y="18287"/>
                  </a:lnTo>
                  <a:lnTo>
                    <a:pt x="971624" y="18287"/>
                  </a:lnTo>
                  <a:lnTo>
                    <a:pt x="984197" y="17525"/>
                  </a:lnTo>
                  <a:lnTo>
                    <a:pt x="987537" y="17525"/>
                  </a:lnTo>
                  <a:lnTo>
                    <a:pt x="1008869" y="17027"/>
                  </a:lnTo>
                  <a:close/>
                </a:path>
                <a:path w="1101725" h="50165">
                  <a:moveTo>
                    <a:pt x="801253" y="9398"/>
                  </a:moveTo>
                  <a:lnTo>
                    <a:pt x="799983" y="9398"/>
                  </a:lnTo>
                  <a:lnTo>
                    <a:pt x="725180" y="13335"/>
                  </a:lnTo>
                  <a:lnTo>
                    <a:pt x="712709" y="14106"/>
                  </a:lnTo>
                  <a:lnTo>
                    <a:pt x="677809" y="14605"/>
                  </a:lnTo>
                  <a:lnTo>
                    <a:pt x="649234" y="15112"/>
                  </a:lnTo>
                  <a:lnTo>
                    <a:pt x="489087" y="15367"/>
                  </a:lnTo>
                  <a:lnTo>
                    <a:pt x="480832" y="15748"/>
                  </a:lnTo>
                  <a:lnTo>
                    <a:pt x="444720" y="17027"/>
                  </a:lnTo>
                  <a:lnTo>
                    <a:pt x="1008869" y="17027"/>
                  </a:lnTo>
                  <a:lnTo>
                    <a:pt x="1020582" y="17525"/>
                  </a:lnTo>
                  <a:lnTo>
                    <a:pt x="1045411" y="17525"/>
                  </a:lnTo>
                  <a:lnTo>
                    <a:pt x="1099132" y="18287"/>
                  </a:lnTo>
                  <a:lnTo>
                    <a:pt x="1068687" y="18287"/>
                  </a:lnTo>
                  <a:lnTo>
                    <a:pt x="1065549" y="15367"/>
                  </a:lnTo>
                  <a:lnTo>
                    <a:pt x="1065402" y="15112"/>
                  </a:lnTo>
                  <a:lnTo>
                    <a:pt x="1065289" y="13832"/>
                  </a:lnTo>
                  <a:lnTo>
                    <a:pt x="1065223" y="13081"/>
                  </a:lnTo>
                  <a:lnTo>
                    <a:pt x="1065122" y="11937"/>
                  </a:lnTo>
                  <a:lnTo>
                    <a:pt x="1065005" y="10448"/>
                  </a:lnTo>
                  <a:lnTo>
                    <a:pt x="1064989" y="10160"/>
                  </a:lnTo>
                  <a:lnTo>
                    <a:pt x="815604" y="10160"/>
                  </a:lnTo>
                  <a:lnTo>
                    <a:pt x="801253" y="9398"/>
                  </a:lnTo>
                  <a:close/>
                </a:path>
                <a:path w="1101725" h="50165">
                  <a:moveTo>
                    <a:pt x="1099213" y="14106"/>
                  </a:moveTo>
                  <a:lnTo>
                    <a:pt x="1098687" y="14605"/>
                  </a:lnTo>
                  <a:lnTo>
                    <a:pt x="1098327" y="15112"/>
                  </a:lnTo>
                  <a:lnTo>
                    <a:pt x="1096732" y="17027"/>
                  </a:lnTo>
                  <a:lnTo>
                    <a:pt x="1096548" y="17027"/>
                  </a:lnTo>
                  <a:lnTo>
                    <a:pt x="1098306" y="16002"/>
                  </a:lnTo>
                  <a:lnTo>
                    <a:pt x="1099213" y="14106"/>
                  </a:lnTo>
                  <a:close/>
                </a:path>
                <a:path w="1101725" h="50165">
                  <a:moveTo>
                    <a:pt x="786013" y="15112"/>
                  </a:moveTo>
                  <a:lnTo>
                    <a:pt x="649361" y="15112"/>
                  </a:lnTo>
                  <a:lnTo>
                    <a:pt x="625739" y="15367"/>
                  </a:lnTo>
                  <a:lnTo>
                    <a:pt x="489087" y="15367"/>
                  </a:lnTo>
                  <a:lnTo>
                    <a:pt x="786013" y="15112"/>
                  </a:lnTo>
                  <a:close/>
                </a:path>
                <a:path w="1101725" h="50165">
                  <a:moveTo>
                    <a:pt x="701050" y="14605"/>
                  </a:moveTo>
                  <a:lnTo>
                    <a:pt x="682804" y="14605"/>
                  </a:lnTo>
                  <a:lnTo>
                    <a:pt x="667226" y="15112"/>
                  </a:lnTo>
                  <a:lnTo>
                    <a:pt x="649234" y="15112"/>
                  </a:lnTo>
                  <a:lnTo>
                    <a:pt x="701050" y="14605"/>
                  </a:lnTo>
                  <a:close/>
                </a:path>
                <a:path w="1101725" h="50165">
                  <a:moveTo>
                    <a:pt x="1101019" y="10448"/>
                  </a:moveTo>
                  <a:lnTo>
                    <a:pt x="1099344" y="13832"/>
                  </a:lnTo>
                  <a:lnTo>
                    <a:pt x="1100846" y="12065"/>
                  </a:lnTo>
                  <a:lnTo>
                    <a:pt x="1100969" y="10922"/>
                  </a:lnTo>
                  <a:lnTo>
                    <a:pt x="1101019" y="10448"/>
                  </a:lnTo>
                  <a:close/>
                </a:path>
                <a:path w="1101725" h="50165">
                  <a:moveTo>
                    <a:pt x="1079554" y="1701"/>
                  </a:moveTo>
                  <a:lnTo>
                    <a:pt x="967636" y="1701"/>
                  </a:lnTo>
                  <a:lnTo>
                    <a:pt x="940953" y="3048"/>
                  </a:lnTo>
                  <a:lnTo>
                    <a:pt x="928761" y="3048"/>
                  </a:lnTo>
                  <a:lnTo>
                    <a:pt x="901075" y="5207"/>
                  </a:lnTo>
                  <a:lnTo>
                    <a:pt x="859800" y="7747"/>
                  </a:lnTo>
                  <a:lnTo>
                    <a:pt x="843493" y="8509"/>
                  </a:lnTo>
                  <a:lnTo>
                    <a:pt x="843943" y="8509"/>
                  </a:lnTo>
                  <a:lnTo>
                    <a:pt x="814461" y="10160"/>
                  </a:lnTo>
                  <a:lnTo>
                    <a:pt x="1064989" y="10160"/>
                  </a:lnTo>
                  <a:lnTo>
                    <a:pt x="1064872" y="8115"/>
                  </a:lnTo>
                  <a:lnTo>
                    <a:pt x="1064778" y="6477"/>
                  </a:lnTo>
                  <a:lnTo>
                    <a:pt x="1068080" y="2667"/>
                  </a:lnTo>
                  <a:lnTo>
                    <a:pt x="1072525" y="2286"/>
                  </a:lnTo>
                  <a:lnTo>
                    <a:pt x="1078240" y="1905"/>
                  </a:lnTo>
                  <a:lnTo>
                    <a:pt x="1077859" y="1905"/>
                  </a:lnTo>
                  <a:lnTo>
                    <a:pt x="1079554" y="1701"/>
                  </a:lnTo>
                  <a:close/>
                </a:path>
                <a:path w="1101725" h="50165">
                  <a:moveTo>
                    <a:pt x="1101022" y="8115"/>
                  </a:moveTo>
                  <a:lnTo>
                    <a:pt x="1101064" y="8509"/>
                  </a:lnTo>
                  <a:lnTo>
                    <a:pt x="1101159" y="9398"/>
                  </a:lnTo>
                  <a:lnTo>
                    <a:pt x="1101227" y="8509"/>
                  </a:lnTo>
                  <a:lnTo>
                    <a:pt x="1101022" y="8115"/>
                  </a:lnTo>
                  <a:close/>
                </a:path>
                <a:path w="1101725" h="50165">
                  <a:moveTo>
                    <a:pt x="1099250" y="4599"/>
                  </a:moveTo>
                  <a:lnTo>
                    <a:pt x="1099703" y="5587"/>
                  </a:lnTo>
                  <a:lnTo>
                    <a:pt x="1101022" y="8115"/>
                  </a:lnTo>
                  <a:lnTo>
                    <a:pt x="1100846" y="6477"/>
                  </a:lnTo>
                  <a:lnTo>
                    <a:pt x="1099250" y="4599"/>
                  </a:lnTo>
                  <a:close/>
                </a:path>
                <a:path w="1101725" h="50165">
                  <a:moveTo>
                    <a:pt x="1096869" y="1701"/>
                  </a:moveTo>
                  <a:lnTo>
                    <a:pt x="1098433" y="3683"/>
                  </a:lnTo>
                  <a:lnTo>
                    <a:pt x="1098687" y="3937"/>
                  </a:lnTo>
                  <a:lnTo>
                    <a:pt x="1099250" y="4599"/>
                  </a:lnTo>
                  <a:lnTo>
                    <a:pt x="1098364" y="2667"/>
                  </a:lnTo>
                  <a:lnTo>
                    <a:pt x="1098524" y="2667"/>
                  </a:lnTo>
                  <a:lnTo>
                    <a:pt x="1096869" y="1701"/>
                  </a:lnTo>
                  <a:close/>
                </a:path>
                <a:path w="1101725" h="50165">
                  <a:moveTo>
                    <a:pt x="1093607" y="0"/>
                  </a:moveTo>
                  <a:lnTo>
                    <a:pt x="1090559" y="381"/>
                  </a:lnTo>
                  <a:lnTo>
                    <a:pt x="1018194" y="381"/>
                  </a:lnTo>
                  <a:lnTo>
                    <a:pt x="1008448" y="899"/>
                  </a:lnTo>
                  <a:lnTo>
                    <a:pt x="973799" y="1701"/>
                  </a:lnTo>
                  <a:lnTo>
                    <a:pt x="1075501" y="1701"/>
                  </a:lnTo>
                  <a:lnTo>
                    <a:pt x="1091745" y="899"/>
                  </a:lnTo>
                  <a:lnTo>
                    <a:pt x="1095676" y="899"/>
                  </a:lnTo>
                  <a:lnTo>
                    <a:pt x="1093607" y="0"/>
                  </a:lnTo>
                  <a:close/>
                </a:path>
                <a:path w="1101725" h="50165">
                  <a:moveTo>
                    <a:pt x="1096236" y="899"/>
                  </a:moveTo>
                  <a:lnTo>
                    <a:pt x="1095494" y="899"/>
                  </a:lnTo>
                  <a:lnTo>
                    <a:pt x="1096869" y="1701"/>
                  </a:lnTo>
                  <a:lnTo>
                    <a:pt x="1096236" y="899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5954776" y="3316351"/>
            <a:ext cx="679450" cy="412115"/>
            <a:chOff x="5954776" y="3316351"/>
            <a:chExt cx="679450" cy="412115"/>
          </a:xfrm>
        </p:grpSpPr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4732" y="3336671"/>
              <a:ext cx="269239" cy="21463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54776" y="3316351"/>
              <a:ext cx="385825" cy="411988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8160131" y="3323844"/>
            <a:ext cx="361950" cy="416559"/>
            <a:chOff x="8160131" y="3323844"/>
            <a:chExt cx="361950" cy="416559"/>
          </a:xfrm>
        </p:grpSpPr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0131" y="3323844"/>
              <a:ext cx="361650" cy="41655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67827" y="3435858"/>
              <a:ext cx="194309" cy="187960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314945" y="3901109"/>
            <a:ext cx="492125" cy="483450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7875733" y="4116006"/>
            <a:ext cx="147955" cy="36195"/>
          </a:xfrm>
          <a:custGeom>
            <a:avLst/>
            <a:gdLst/>
            <a:ahLst/>
            <a:cxnLst/>
            <a:rect l="l" t="t" r="r" b="b"/>
            <a:pathLst>
              <a:path w="147954" h="36195">
                <a:moveTo>
                  <a:pt x="7156" y="12382"/>
                </a:moveTo>
                <a:lnTo>
                  <a:pt x="2665" y="15278"/>
                </a:lnTo>
                <a:lnTo>
                  <a:pt x="2324" y="15519"/>
                </a:lnTo>
                <a:lnTo>
                  <a:pt x="0" y="25412"/>
                </a:lnTo>
                <a:lnTo>
                  <a:pt x="152" y="25412"/>
                </a:lnTo>
                <a:lnTo>
                  <a:pt x="2838" y="30149"/>
                </a:lnTo>
                <a:lnTo>
                  <a:pt x="15157" y="33718"/>
                </a:lnTo>
                <a:lnTo>
                  <a:pt x="15538" y="33845"/>
                </a:lnTo>
                <a:lnTo>
                  <a:pt x="22015" y="35394"/>
                </a:lnTo>
                <a:lnTo>
                  <a:pt x="25190" y="35623"/>
                </a:lnTo>
                <a:lnTo>
                  <a:pt x="31667" y="35077"/>
                </a:lnTo>
                <a:lnTo>
                  <a:pt x="32810" y="34924"/>
                </a:lnTo>
                <a:lnTo>
                  <a:pt x="38727" y="33718"/>
                </a:lnTo>
                <a:lnTo>
                  <a:pt x="42716" y="32956"/>
                </a:lnTo>
                <a:lnTo>
                  <a:pt x="46399" y="32296"/>
                </a:lnTo>
                <a:lnTo>
                  <a:pt x="54019" y="31026"/>
                </a:lnTo>
                <a:lnTo>
                  <a:pt x="54154" y="31026"/>
                </a:lnTo>
                <a:lnTo>
                  <a:pt x="61004" y="29629"/>
                </a:lnTo>
                <a:lnTo>
                  <a:pt x="79181" y="25412"/>
                </a:lnTo>
                <a:lnTo>
                  <a:pt x="92355" y="23050"/>
                </a:lnTo>
                <a:lnTo>
                  <a:pt x="92119" y="23050"/>
                </a:lnTo>
                <a:lnTo>
                  <a:pt x="96522" y="22720"/>
                </a:lnTo>
                <a:lnTo>
                  <a:pt x="104013" y="22034"/>
                </a:lnTo>
                <a:lnTo>
                  <a:pt x="108093" y="22034"/>
                </a:lnTo>
                <a:lnTo>
                  <a:pt x="111640" y="21704"/>
                </a:lnTo>
                <a:lnTo>
                  <a:pt x="114999" y="21704"/>
                </a:lnTo>
                <a:lnTo>
                  <a:pt x="121349" y="21043"/>
                </a:lnTo>
                <a:lnTo>
                  <a:pt x="130600" y="21043"/>
                </a:lnTo>
                <a:lnTo>
                  <a:pt x="128314" y="19164"/>
                </a:lnTo>
                <a:lnTo>
                  <a:pt x="126155" y="17284"/>
                </a:lnTo>
                <a:lnTo>
                  <a:pt x="125542" y="16090"/>
                </a:lnTo>
                <a:lnTo>
                  <a:pt x="22238" y="16090"/>
                </a:lnTo>
                <a:lnTo>
                  <a:pt x="24657" y="15742"/>
                </a:lnTo>
                <a:lnTo>
                  <a:pt x="19856" y="14744"/>
                </a:lnTo>
                <a:lnTo>
                  <a:pt x="18791" y="14566"/>
                </a:lnTo>
                <a:lnTo>
                  <a:pt x="7156" y="12382"/>
                </a:lnTo>
                <a:close/>
              </a:path>
              <a:path w="147954" h="36195">
                <a:moveTo>
                  <a:pt x="130600" y="21043"/>
                </a:moveTo>
                <a:lnTo>
                  <a:pt x="124949" y="21043"/>
                </a:lnTo>
                <a:lnTo>
                  <a:pt x="110090" y="21704"/>
                </a:lnTo>
                <a:lnTo>
                  <a:pt x="131855" y="21704"/>
                </a:lnTo>
                <a:lnTo>
                  <a:pt x="133455" y="23050"/>
                </a:lnTo>
                <a:lnTo>
                  <a:pt x="132286" y="23050"/>
                </a:lnTo>
                <a:lnTo>
                  <a:pt x="139490" y="22720"/>
                </a:lnTo>
                <a:lnTo>
                  <a:pt x="140187" y="22034"/>
                </a:lnTo>
                <a:lnTo>
                  <a:pt x="133902" y="22034"/>
                </a:lnTo>
                <a:lnTo>
                  <a:pt x="130600" y="21043"/>
                </a:lnTo>
                <a:close/>
              </a:path>
              <a:path w="147954" h="36195">
                <a:moveTo>
                  <a:pt x="124504" y="11302"/>
                </a:moveTo>
                <a:lnTo>
                  <a:pt x="124631" y="11658"/>
                </a:lnTo>
                <a:lnTo>
                  <a:pt x="124758" y="14566"/>
                </a:lnTo>
                <a:lnTo>
                  <a:pt x="126155" y="17284"/>
                </a:lnTo>
                <a:lnTo>
                  <a:pt x="128314" y="19164"/>
                </a:lnTo>
                <a:lnTo>
                  <a:pt x="130600" y="21043"/>
                </a:lnTo>
                <a:lnTo>
                  <a:pt x="133902" y="22034"/>
                </a:lnTo>
                <a:lnTo>
                  <a:pt x="132470" y="22034"/>
                </a:lnTo>
                <a:lnTo>
                  <a:pt x="135508" y="21704"/>
                </a:lnTo>
                <a:lnTo>
                  <a:pt x="131855" y="21704"/>
                </a:lnTo>
                <a:lnTo>
                  <a:pt x="128837" y="19164"/>
                </a:lnTo>
                <a:lnTo>
                  <a:pt x="133383" y="19164"/>
                </a:lnTo>
                <a:lnTo>
                  <a:pt x="124504" y="11302"/>
                </a:lnTo>
                <a:close/>
              </a:path>
              <a:path w="147954" h="36195">
                <a:moveTo>
                  <a:pt x="133383" y="19164"/>
                </a:moveTo>
                <a:lnTo>
                  <a:pt x="128864" y="19164"/>
                </a:lnTo>
                <a:lnTo>
                  <a:pt x="137152" y="21704"/>
                </a:lnTo>
                <a:lnTo>
                  <a:pt x="135508" y="21704"/>
                </a:lnTo>
                <a:lnTo>
                  <a:pt x="132470" y="22034"/>
                </a:lnTo>
                <a:lnTo>
                  <a:pt x="140187" y="22034"/>
                </a:lnTo>
                <a:lnTo>
                  <a:pt x="141194" y="21043"/>
                </a:lnTo>
                <a:lnTo>
                  <a:pt x="135506" y="21043"/>
                </a:lnTo>
                <a:lnTo>
                  <a:pt x="133383" y="19164"/>
                </a:lnTo>
                <a:close/>
              </a:path>
              <a:path w="147954" h="36195">
                <a:moveTo>
                  <a:pt x="128864" y="19164"/>
                </a:moveTo>
                <a:lnTo>
                  <a:pt x="131855" y="21704"/>
                </a:lnTo>
                <a:lnTo>
                  <a:pt x="137152" y="21704"/>
                </a:lnTo>
                <a:lnTo>
                  <a:pt x="128864" y="19164"/>
                </a:lnTo>
                <a:close/>
              </a:path>
              <a:path w="147954" h="36195">
                <a:moveTo>
                  <a:pt x="147009" y="21043"/>
                </a:moveTo>
                <a:lnTo>
                  <a:pt x="141194" y="21043"/>
                </a:lnTo>
                <a:lnTo>
                  <a:pt x="140523" y="21704"/>
                </a:lnTo>
                <a:lnTo>
                  <a:pt x="119272" y="21704"/>
                </a:lnTo>
                <a:lnTo>
                  <a:pt x="147009" y="21043"/>
                </a:lnTo>
                <a:close/>
              </a:path>
              <a:path w="147954" h="36195">
                <a:moveTo>
                  <a:pt x="145543" y="11302"/>
                </a:moveTo>
                <a:lnTo>
                  <a:pt x="124504" y="11302"/>
                </a:lnTo>
                <a:lnTo>
                  <a:pt x="135506" y="21043"/>
                </a:lnTo>
                <a:lnTo>
                  <a:pt x="141194" y="21043"/>
                </a:lnTo>
                <a:lnTo>
                  <a:pt x="143427" y="18846"/>
                </a:lnTo>
                <a:lnTo>
                  <a:pt x="147462" y="14744"/>
                </a:lnTo>
                <a:lnTo>
                  <a:pt x="147251" y="14744"/>
                </a:lnTo>
                <a:lnTo>
                  <a:pt x="147319" y="13639"/>
                </a:lnTo>
                <a:lnTo>
                  <a:pt x="147441" y="11658"/>
                </a:lnTo>
                <a:lnTo>
                  <a:pt x="145840" y="11658"/>
                </a:lnTo>
                <a:lnTo>
                  <a:pt x="145543" y="11302"/>
                </a:lnTo>
                <a:close/>
              </a:path>
              <a:path w="147954" h="36195">
                <a:moveTo>
                  <a:pt x="24657" y="15742"/>
                </a:moveTo>
                <a:lnTo>
                  <a:pt x="22238" y="16090"/>
                </a:lnTo>
                <a:lnTo>
                  <a:pt x="26333" y="16090"/>
                </a:lnTo>
                <a:lnTo>
                  <a:pt x="24657" y="15742"/>
                </a:lnTo>
                <a:close/>
              </a:path>
              <a:path w="147954" h="36195">
                <a:moveTo>
                  <a:pt x="136474" y="457"/>
                </a:moveTo>
                <a:lnTo>
                  <a:pt x="109290" y="457"/>
                </a:lnTo>
                <a:lnTo>
                  <a:pt x="106343" y="761"/>
                </a:lnTo>
                <a:lnTo>
                  <a:pt x="102533" y="761"/>
                </a:lnTo>
                <a:lnTo>
                  <a:pt x="95011" y="1498"/>
                </a:lnTo>
                <a:lnTo>
                  <a:pt x="87649" y="2095"/>
                </a:lnTo>
                <a:lnTo>
                  <a:pt x="88959" y="2095"/>
                </a:lnTo>
                <a:lnTo>
                  <a:pt x="74720" y="4660"/>
                </a:lnTo>
                <a:lnTo>
                  <a:pt x="49892" y="10604"/>
                </a:lnTo>
                <a:lnTo>
                  <a:pt x="42335" y="12103"/>
                </a:lnTo>
                <a:lnTo>
                  <a:pt x="35223" y="13639"/>
                </a:lnTo>
                <a:lnTo>
                  <a:pt x="28365" y="15278"/>
                </a:lnTo>
                <a:lnTo>
                  <a:pt x="28052" y="15278"/>
                </a:lnTo>
                <a:lnTo>
                  <a:pt x="24657" y="15742"/>
                </a:lnTo>
                <a:lnTo>
                  <a:pt x="26333" y="16090"/>
                </a:lnTo>
                <a:lnTo>
                  <a:pt x="125542" y="16090"/>
                </a:lnTo>
                <a:lnTo>
                  <a:pt x="124850" y="14744"/>
                </a:lnTo>
                <a:lnTo>
                  <a:pt x="124758" y="14566"/>
                </a:lnTo>
                <a:lnTo>
                  <a:pt x="124631" y="11658"/>
                </a:lnTo>
                <a:lnTo>
                  <a:pt x="124504" y="11302"/>
                </a:lnTo>
                <a:lnTo>
                  <a:pt x="145543" y="11302"/>
                </a:lnTo>
                <a:lnTo>
                  <a:pt x="136474" y="457"/>
                </a:lnTo>
                <a:close/>
              </a:path>
              <a:path w="147954" h="36195">
                <a:moveTo>
                  <a:pt x="136696" y="457"/>
                </a:moveTo>
                <a:lnTo>
                  <a:pt x="136474" y="457"/>
                </a:lnTo>
                <a:lnTo>
                  <a:pt x="145840" y="11658"/>
                </a:lnTo>
                <a:lnTo>
                  <a:pt x="145903" y="10604"/>
                </a:lnTo>
                <a:lnTo>
                  <a:pt x="146044" y="9029"/>
                </a:lnTo>
                <a:lnTo>
                  <a:pt x="146094" y="8470"/>
                </a:lnTo>
                <a:lnTo>
                  <a:pt x="145148" y="5867"/>
                </a:lnTo>
                <a:lnTo>
                  <a:pt x="144127" y="4660"/>
                </a:lnTo>
                <a:lnTo>
                  <a:pt x="143681" y="4203"/>
                </a:lnTo>
                <a:lnTo>
                  <a:pt x="141871" y="2095"/>
                </a:lnTo>
                <a:lnTo>
                  <a:pt x="142030" y="2095"/>
                </a:lnTo>
                <a:lnTo>
                  <a:pt x="139490" y="761"/>
                </a:lnTo>
                <a:lnTo>
                  <a:pt x="136696" y="457"/>
                </a:lnTo>
                <a:close/>
              </a:path>
              <a:path w="147954" h="36195">
                <a:moveTo>
                  <a:pt x="145148" y="5867"/>
                </a:moveTo>
                <a:lnTo>
                  <a:pt x="146094" y="8470"/>
                </a:lnTo>
                <a:lnTo>
                  <a:pt x="145903" y="10604"/>
                </a:lnTo>
                <a:lnTo>
                  <a:pt x="145840" y="11658"/>
                </a:lnTo>
                <a:lnTo>
                  <a:pt x="147441" y="11658"/>
                </a:lnTo>
                <a:lnTo>
                  <a:pt x="147506" y="10604"/>
                </a:lnTo>
                <a:lnTo>
                  <a:pt x="147618" y="8788"/>
                </a:lnTo>
                <a:lnTo>
                  <a:pt x="145148" y="5867"/>
                </a:lnTo>
                <a:close/>
              </a:path>
              <a:path w="147954" h="36195">
                <a:moveTo>
                  <a:pt x="142030" y="2095"/>
                </a:moveTo>
                <a:lnTo>
                  <a:pt x="141871" y="2095"/>
                </a:lnTo>
                <a:lnTo>
                  <a:pt x="143759" y="4203"/>
                </a:lnTo>
                <a:lnTo>
                  <a:pt x="142030" y="2095"/>
                </a:lnTo>
                <a:close/>
              </a:path>
              <a:path w="147954" h="36195">
                <a:moveTo>
                  <a:pt x="136022" y="0"/>
                </a:moveTo>
                <a:lnTo>
                  <a:pt x="116249" y="0"/>
                </a:lnTo>
                <a:lnTo>
                  <a:pt x="112562" y="457"/>
                </a:lnTo>
                <a:lnTo>
                  <a:pt x="136696" y="457"/>
                </a:lnTo>
                <a:lnTo>
                  <a:pt x="139490" y="761"/>
                </a:lnTo>
                <a:lnTo>
                  <a:pt x="142030" y="2095"/>
                </a:lnTo>
                <a:lnTo>
                  <a:pt x="141871" y="2095"/>
                </a:lnTo>
                <a:lnTo>
                  <a:pt x="141337" y="1498"/>
                </a:lnTo>
                <a:lnTo>
                  <a:pt x="139881" y="761"/>
                </a:lnTo>
                <a:lnTo>
                  <a:pt x="138601" y="152"/>
                </a:lnTo>
                <a:lnTo>
                  <a:pt x="1360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881111" y="4212120"/>
            <a:ext cx="173355" cy="33655"/>
          </a:xfrm>
          <a:custGeom>
            <a:avLst/>
            <a:gdLst/>
            <a:ahLst/>
            <a:cxnLst/>
            <a:rect l="l" t="t" r="r" b="b"/>
            <a:pathLst>
              <a:path w="173354" h="33654">
                <a:moveTo>
                  <a:pt x="9398" y="5549"/>
                </a:moveTo>
                <a:lnTo>
                  <a:pt x="3683" y="8432"/>
                </a:lnTo>
                <a:lnTo>
                  <a:pt x="1846" y="13538"/>
                </a:lnTo>
                <a:lnTo>
                  <a:pt x="0" y="19024"/>
                </a:lnTo>
                <a:lnTo>
                  <a:pt x="2667" y="24828"/>
                </a:lnTo>
                <a:lnTo>
                  <a:pt x="17145" y="30340"/>
                </a:lnTo>
                <a:lnTo>
                  <a:pt x="18415" y="30733"/>
                </a:lnTo>
                <a:lnTo>
                  <a:pt x="27432" y="32943"/>
                </a:lnTo>
                <a:lnTo>
                  <a:pt x="30734" y="33235"/>
                </a:lnTo>
                <a:lnTo>
                  <a:pt x="35052" y="32943"/>
                </a:lnTo>
                <a:lnTo>
                  <a:pt x="35271" y="32943"/>
                </a:lnTo>
                <a:lnTo>
                  <a:pt x="40422" y="32219"/>
                </a:lnTo>
                <a:lnTo>
                  <a:pt x="40259" y="32219"/>
                </a:lnTo>
                <a:lnTo>
                  <a:pt x="50556" y="30962"/>
                </a:lnTo>
                <a:lnTo>
                  <a:pt x="50165" y="30962"/>
                </a:lnTo>
                <a:lnTo>
                  <a:pt x="56007" y="30733"/>
                </a:lnTo>
                <a:lnTo>
                  <a:pt x="56247" y="30733"/>
                </a:lnTo>
                <a:lnTo>
                  <a:pt x="70847" y="29324"/>
                </a:lnTo>
                <a:lnTo>
                  <a:pt x="70612" y="29324"/>
                </a:lnTo>
                <a:lnTo>
                  <a:pt x="79629" y="29006"/>
                </a:lnTo>
                <a:lnTo>
                  <a:pt x="80007" y="29006"/>
                </a:lnTo>
                <a:lnTo>
                  <a:pt x="101981" y="26822"/>
                </a:lnTo>
                <a:lnTo>
                  <a:pt x="125786" y="24828"/>
                </a:lnTo>
                <a:lnTo>
                  <a:pt x="124783" y="24828"/>
                </a:lnTo>
                <a:lnTo>
                  <a:pt x="133350" y="24472"/>
                </a:lnTo>
                <a:lnTo>
                  <a:pt x="133549" y="24472"/>
                </a:lnTo>
                <a:lnTo>
                  <a:pt x="150957" y="23075"/>
                </a:lnTo>
                <a:lnTo>
                  <a:pt x="150749" y="23075"/>
                </a:lnTo>
                <a:lnTo>
                  <a:pt x="156872" y="22758"/>
                </a:lnTo>
                <a:lnTo>
                  <a:pt x="165481" y="22758"/>
                </a:lnTo>
                <a:lnTo>
                  <a:pt x="169164" y="20586"/>
                </a:lnTo>
                <a:lnTo>
                  <a:pt x="173118" y="13728"/>
                </a:lnTo>
                <a:lnTo>
                  <a:pt x="173228" y="12064"/>
                </a:lnTo>
                <a:lnTo>
                  <a:pt x="32385" y="12064"/>
                </a:lnTo>
                <a:lnTo>
                  <a:pt x="28956" y="11836"/>
                </a:lnTo>
                <a:lnTo>
                  <a:pt x="30680" y="11668"/>
                </a:lnTo>
                <a:lnTo>
                  <a:pt x="24242" y="10172"/>
                </a:lnTo>
                <a:lnTo>
                  <a:pt x="21013" y="9194"/>
                </a:lnTo>
                <a:lnTo>
                  <a:pt x="9398" y="5549"/>
                </a:lnTo>
                <a:close/>
              </a:path>
              <a:path w="173354" h="33654">
                <a:moveTo>
                  <a:pt x="30680" y="11668"/>
                </a:moveTo>
                <a:lnTo>
                  <a:pt x="28956" y="11836"/>
                </a:lnTo>
                <a:lnTo>
                  <a:pt x="32385" y="12064"/>
                </a:lnTo>
                <a:lnTo>
                  <a:pt x="30680" y="11668"/>
                </a:lnTo>
                <a:close/>
              </a:path>
              <a:path w="173354" h="33654">
                <a:moveTo>
                  <a:pt x="165524" y="0"/>
                </a:moveTo>
                <a:lnTo>
                  <a:pt x="156464" y="0"/>
                </a:lnTo>
                <a:lnTo>
                  <a:pt x="149606" y="368"/>
                </a:lnTo>
                <a:lnTo>
                  <a:pt x="131952" y="1883"/>
                </a:lnTo>
                <a:lnTo>
                  <a:pt x="125349" y="2311"/>
                </a:lnTo>
                <a:lnTo>
                  <a:pt x="99822" y="4533"/>
                </a:lnTo>
                <a:lnTo>
                  <a:pt x="78232" y="6730"/>
                </a:lnTo>
                <a:lnTo>
                  <a:pt x="77647" y="6730"/>
                </a:lnTo>
                <a:lnTo>
                  <a:pt x="69723" y="7099"/>
                </a:lnTo>
                <a:lnTo>
                  <a:pt x="54483" y="8597"/>
                </a:lnTo>
                <a:lnTo>
                  <a:pt x="47571" y="9194"/>
                </a:lnTo>
                <a:lnTo>
                  <a:pt x="47906" y="9194"/>
                </a:lnTo>
                <a:lnTo>
                  <a:pt x="37465" y="10693"/>
                </a:lnTo>
                <a:lnTo>
                  <a:pt x="32512" y="11506"/>
                </a:lnTo>
                <a:lnTo>
                  <a:pt x="32358" y="11506"/>
                </a:lnTo>
                <a:lnTo>
                  <a:pt x="30680" y="11668"/>
                </a:lnTo>
                <a:lnTo>
                  <a:pt x="32385" y="12064"/>
                </a:lnTo>
                <a:lnTo>
                  <a:pt x="173228" y="12064"/>
                </a:lnTo>
                <a:lnTo>
                  <a:pt x="173228" y="9194"/>
                </a:lnTo>
                <a:lnTo>
                  <a:pt x="169259" y="2311"/>
                </a:lnTo>
                <a:lnTo>
                  <a:pt x="169164" y="2146"/>
                </a:lnTo>
                <a:lnTo>
                  <a:pt x="1655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30031" y="3996372"/>
            <a:ext cx="247269" cy="31115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51546" y="1334897"/>
            <a:ext cx="603250" cy="308610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269481" y="967358"/>
            <a:ext cx="4998085" cy="1327785"/>
            <a:chOff x="269481" y="967358"/>
            <a:chExt cx="4998085" cy="1327785"/>
          </a:xfrm>
        </p:grpSpPr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9481" y="2065019"/>
              <a:ext cx="364375" cy="22986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52373" y="1412620"/>
              <a:ext cx="358060" cy="23101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22471" y="1427098"/>
              <a:ext cx="297052" cy="25450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57615" y="1424304"/>
              <a:ext cx="309455" cy="28752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347847" y="967358"/>
              <a:ext cx="1443990" cy="298450"/>
            </a:xfrm>
            <a:custGeom>
              <a:avLst/>
              <a:gdLst/>
              <a:ahLst/>
              <a:cxnLst/>
              <a:rect l="l" t="t" r="r" b="b"/>
              <a:pathLst>
                <a:path w="1443989" h="298450">
                  <a:moveTo>
                    <a:pt x="558241" y="291401"/>
                  </a:moveTo>
                  <a:lnTo>
                    <a:pt x="558215" y="288671"/>
                  </a:lnTo>
                  <a:lnTo>
                    <a:pt x="558076" y="289052"/>
                  </a:lnTo>
                  <a:lnTo>
                    <a:pt x="558025" y="289941"/>
                  </a:lnTo>
                  <a:lnTo>
                    <a:pt x="557949" y="282321"/>
                  </a:lnTo>
                  <a:lnTo>
                    <a:pt x="558038" y="282067"/>
                  </a:lnTo>
                  <a:lnTo>
                    <a:pt x="556806" y="280441"/>
                  </a:lnTo>
                  <a:lnTo>
                    <a:pt x="556412" y="279781"/>
                  </a:lnTo>
                  <a:lnTo>
                    <a:pt x="556196" y="279539"/>
                  </a:lnTo>
                  <a:lnTo>
                    <a:pt x="555879" y="278892"/>
                  </a:lnTo>
                  <a:lnTo>
                    <a:pt x="555650" y="278892"/>
                  </a:lnTo>
                  <a:lnTo>
                    <a:pt x="555548" y="278765"/>
                  </a:lnTo>
                  <a:lnTo>
                    <a:pt x="554990" y="278003"/>
                  </a:lnTo>
                  <a:lnTo>
                    <a:pt x="551929" y="277241"/>
                  </a:lnTo>
                  <a:lnTo>
                    <a:pt x="550875" y="276860"/>
                  </a:lnTo>
                  <a:lnTo>
                    <a:pt x="549567" y="276352"/>
                  </a:lnTo>
                  <a:lnTo>
                    <a:pt x="547624" y="275590"/>
                  </a:lnTo>
                  <a:lnTo>
                    <a:pt x="533742" y="275590"/>
                  </a:lnTo>
                  <a:lnTo>
                    <a:pt x="533742" y="288899"/>
                  </a:lnTo>
                  <a:lnTo>
                    <a:pt x="533412" y="287528"/>
                  </a:lnTo>
                  <a:lnTo>
                    <a:pt x="533704" y="288671"/>
                  </a:lnTo>
                  <a:lnTo>
                    <a:pt x="533742" y="288899"/>
                  </a:lnTo>
                  <a:lnTo>
                    <a:pt x="533742" y="275590"/>
                  </a:lnTo>
                  <a:lnTo>
                    <a:pt x="510032" y="275590"/>
                  </a:lnTo>
                  <a:lnTo>
                    <a:pt x="530098" y="276352"/>
                  </a:lnTo>
                  <a:lnTo>
                    <a:pt x="520357" y="276352"/>
                  </a:lnTo>
                  <a:lnTo>
                    <a:pt x="509600" y="275590"/>
                  </a:lnTo>
                  <a:lnTo>
                    <a:pt x="500634" y="274955"/>
                  </a:lnTo>
                  <a:lnTo>
                    <a:pt x="499110" y="274955"/>
                  </a:lnTo>
                  <a:lnTo>
                    <a:pt x="492760" y="275323"/>
                  </a:lnTo>
                  <a:lnTo>
                    <a:pt x="490461" y="275056"/>
                  </a:lnTo>
                  <a:lnTo>
                    <a:pt x="490461" y="293763"/>
                  </a:lnTo>
                  <a:lnTo>
                    <a:pt x="489064" y="293522"/>
                  </a:lnTo>
                  <a:lnTo>
                    <a:pt x="489623" y="293522"/>
                  </a:lnTo>
                  <a:lnTo>
                    <a:pt x="490461" y="293763"/>
                  </a:lnTo>
                  <a:lnTo>
                    <a:pt x="490461" y="275056"/>
                  </a:lnTo>
                  <a:lnTo>
                    <a:pt x="477901" y="273558"/>
                  </a:lnTo>
                  <a:lnTo>
                    <a:pt x="477647" y="273558"/>
                  </a:lnTo>
                  <a:lnTo>
                    <a:pt x="473544" y="273177"/>
                  </a:lnTo>
                  <a:lnTo>
                    <a:pt x="472440" y="273177"/>
                  </a:lnTo>
                  <a:lnTo>
                    <a:pt x="462280" y="272034"/>
                  </a:lnTo>
                  <a:lnTo>
                    <a:pt x="462026" y="272034"/>
                  </a:lnTo>
                  <a:lnTo>
                    <a:pt x="457708" y="271653"/>
                  </a:lnTo>
                  <a:lnTo>
                    <a:pt x="449999" y="271272"/>
                  </a:lnTo>
                  <a:lnTo>
                    <a:pt x="449529" y="271272"/>
                  </a:lnTo>
                  <a:lnTo>
                    <a:pt x="422656" y="270637"/>
                  </a:lnTo>
                  <a:lnTo>
                    <a:pt x="421894" y="270637"/>
                  </a:lnTo>
                  <a:lnTo>
                    <a:pt x="416064" y="271094"/>
                  </a:lnTo>
                  <a:lnTo>
                    <a:pt x="392938" y="269113"/>
                  </a:lnTo>
                  <a:lnTo>
                    <a:pt x="389839" y="268770"/>
                  </a:lnTo>
                  <a:lnTo>
                    <a:pt x="365785" y="266065"/>
                  </a:lnTo>
                  <a:lnTo>
                    <a:pt x="366039" y="266065"/>
                  </a:lnTo>
                  <a:lnTo>
                    <a:pt x="328549" y="262636"/>
                  </a:lnTo>
                  <a:lnTo>
                    <a:pt x="328168" y="262636"/>
                  </a:lnTo>
                  <a:lnTo>
                    <a:pt x="298310" y="261277"/>
                  </a:lnTo>
                  <a:lnTo>
                    <a:pt x="282829" y="259842"/>
                  </a:lnTo>
                  <a:lnTo>
                    <a:pt x="282575" y="259842"/>
                  </a:lnTo>
                  <a:lnTo>
                    <a:pt x="264541" y="258826"/>
                  </a:lnTo>
                  <a:lnTo>
                    <a:pt x="247167" y="258229"/>
                  </a:lnTo>
                  <a:lnTo>
                    <a:pt x="229997" y="256540"/>
                  </a:lnTo>
                  <a:lnTo>
                    <a:pt x="232079" y="256540"/>
                  </a:lnTo>
                  <a:lnTo>
                    <a:pt x="229717" y="256413"/>
                  </a:lnTo>
                  <a:lnTo>
                    <a:pt x="229717" y="273177"/>
                  </a:lnTo>
                  <a:lnTo>
                    <a:pt x="228600" y="273354"/>
                  </a:lnTo>
                  <a:lnTo>
                    <a:pt x="227088" y="273177"/>
                  </a:lnTo>
                  <a:lnTo>
                    <a:pt x="229717" y="273177"/>
                  </a:lnTo>
                  <a:lnTo>
                    <a:pt x="229717" y="256413"/>
                  </a:lnTo>
                  <a:lnTo>
                    <a:pt x="172085" y="253111"/>
                  </a:lnTo>
                  <a:lnTo>
                    <a:pt x="139484" y="251752"/>
                  </a:lnTo>
                  <a:lnTo>
                    <a:pt x="125831" y="250825"/>
                  </a:lnTo>
                  <a:lnTo>
                    <a:pt x="129590" y="250825"/>
                  </a:lnTo>
                  <a:lnTo>
                    <a:pt x="95681" y="250063"/>
                  </a:lnTo>
                  <a:lnTo>
                    <a:pt x="75565" y="250063"/>
                  </a:lnTo>
                  <a:lnTo>
                    <a:pt x="46101" y="248285"/>
                  </a:lnTo>
                  <a:lnTo>
                    <a:pt x="40982" y="247904"/>
                  </a:lnTo>
                  <a:lnTo>
                    <a:pt x="38531" y="247726"/>
                  </a:lnTo>
                  <a:lnTo>
                    <a:pt x="26987" y="244729"/>
                  </a:lnTo>
                  <a:lnTo>
                    <a:pt x="26428" y="244589"/>
                  </a:lnTo>
                  <a:lnTo>
                    <a:pt x="26797" y="244729"/>
                  </a:lnTo>
                  <a:lnTo>
                    <a:pt x="25527" y="244348"/>
                  </a:lnTo>
                  <a:lnTo>
                    <a:pt x="26428" y="244589"/>
                  </a:lnTo>
                  <a:lnTo>
                    <a:pt x="25844" y="244348"/>
                  </a:lnTo>
                  <a:lnTo>
                    <a:pt x="22669" y="243078"/>
                  </a:lnTo>
                  <a:lnTo>
                    <a:pt x="21907" y="242785"/>
                  </a:lnTo>
                  <a:lnTo>
                    <a:pt x="22479" y="243078"/>
                  </a:lnTo>
                  <a:lnTo>
                    <a:pt x="21869" y="242785"/>
                  </a:lnTo>
                  <a:lnTo>
                    <a:pt x="18910" y="241173"/>
                  </a:lnTo>
                  <a:lnTo>
                    <a:pt x="17780" y="240576"/>
                  </a:lnTo>
                  <a:lnTo>
                    <a:pt x="18542" y="241173"/>
                  </a:lnTo>
                  <a:lnTo>
                    <a:pt x="18275" y="241046"/>
                  </a:lnTo>
                  <a:lnTo>
                    <a:pt x="17780" y="240576"/>
                  </a:lnTo>
                  <a:lnTo>
                    <a:pt x="17424" y="240385"/>
                  </a:lnTo>
                  <a:lnTo>
                    <a:pt x="17208" y="240169"/>
                  </a:lnTo>
                  <a:lnTo>
                    <a:pt x="17145" y="241046"/>
                  </a:lnTo>
                  <a:lnTo>
                    <a:pt x="16878" y="240576"/>
                  </a:lnTo>
                  <a:lnTo>
                    <a:pt x="16891" y="241173"/>
                  </a:lnTo>
                  <a:lnTo>
                    <a:pt x="16852" y="241046"/>
                  </a:lnTo>
                  <a:lnTo>
                    <a:pt x="16738" y="240576"/>
                  </a:lnTo>
                  <a:lnTo>
                    <a:pt x="16649" y="240169"/>
                  </a:lnTo>
                  <a:lnTo>
                    <a:pt x="16891" y="240385"/>
                  </a:lnTo>
                  <a:lnTo>
                    <a:pt x="17145" y="241046"/>
                  </a:lnTo>
                  <a:lnTo>
                    <a:pt x="17145" y="240131"/>
                  </a:lnTo>
                  <a:lnTo>
                    <a:pt x="16764" y="239852"/>
                  </a:lnTo>
                  <a:lnTo>
                    <a:pt x="17030" y="240169"/>
                  </a:lnTo>
                  <a:lnTo>
                    <a:pt x="16725" y="239890"/>
                  </a:lnTo>
                  <a:lnTo>
                    <a:pt x="16573" y="239852"/>
                  </a:lnTo>
                  <a:lnTo>
                    <a:pt x="16408" y="239699"/>
                  </a:lnTo>
                  <a:lnTo>
                    <a:pt x="15913" y="239166"/>
                  </a:lnTo>
                  <a:lnTo>
                    <a:pt x="16357" y="239585"/>
                  </a:lnTo>
                  <a:lnTo>
                    <a:pt x="16548" y="239776"/>
                  </a:lnTo>
                  <a:lnTo>
                    <a:pt x="16675" y="239839"/>
                  </a:lnTo>
                  <a:lnTo>
                    <a:pt x="16649" y="239661"/>
                  </a:lnTo>
                  <a:lnTo>
                    <a:pt x="16573" y="239141"/>
                  </a:lnTo>
                  <a:lnTo>
                    <a:pt x="16421" y="239141"/>
                  </a:lnTo>
                  <a:lnTo>
                    <a:pt x="16586" y="239610"/>
                  </a:lnTo>
                  <a:lnTo>
                    <a:pt x="16649" y="239776"/>
                  </a:lnTo>
                  <a:lnTo>
                    <a:pt x="16510" y="239610"/>
                  </a:lnTo>
                  <a:lnTo>
                    <a:pt x="16408" y="239141"/>
                  </a:lnTo>
                  <a:lnTo>
                    <a:pt x="16357" y="238506"/>
                  </a:lnTo>
                  <a:lnTo>
                    <a:pt x="15621" y="235331"/>
                  </a:lnTo>
                  <a:lnTo>
                    <a:pt x="12319" y="232791"/>
                  </a:lnTo>
                  <a:lnTo>
                    <a:pt x="4699" y="232791"/>
                  </a:lnTo>
                  <a:lnTo>
                    <a:pt x="1270" y="235331"/>
                  </a:lnTo>
                  <a:lnTo>
                    <a:pt x="520" y="238506"/>
                  </a:lnTo>
                  <a:lnTo>
                    <a:pt x="279" y="239141"/>
                  </a:lnTo>
                  <a:lnTo>
                    <a:pt x="203" y="239852"/>
                  </a:lnTo>
                  <a:lnTo>
                    <a:pt x="114" y="240576"/>
                  </a:lnTo>
                  <a:lnTo>
                    <a:pt x="0" y="241173"/>
                  </a:lnTo>
                  <a:lnTo>
                    <a:pt x="127" y="242785"/>
                  </a:lnTo>
                  <a:lnTo>
                    <a:pt x="3048" y="250825"/>
                  </a:lnTo>
                  <a:lnTo>
                    <a:pt x="3937" y="252095"/>
                  </a:lnTo>
                  <a:lnTo>
                    <a:pt x="46139" y="267208"/>
                  </a:lnTo>
                  <a:lnTo>
                    <a:pt x="44958" y="267208"/>
                  </a:lnTo>
                  <a:lnTo>
                    <a:pt x="76517" y="269113"/>
                  </a:lnTo>
                  <a:lnTo>
                    <a:pt x="89789" y="269113"/>
                  </a:lnTo>
                  <a:lnTo>
                    <a:pt x="122313" y="269862"/>
                  </a:lnTo>
                  <a:lnTo>
                    <a:pt x="138645" y="268770"/>
                  </a:lnTo>
                  <a:lnTo>
                    <a:pt x="228117" y="273431"/>
                  </a:lnTo>
                  <a:lnTo>
                    <a:pt x="227228" y="273558"/>
                  </a:lnTo>
                  <a:lnTo>
                    <a:pt x="230466" y="273558"/>
                  </a:lnTo>
                  <a:lnTo>
                    <a:pt x="230187" y="273532"/>
                  </a:lnTo>
                  <a:lnTo>
                    <a:pt x="230784" y="273558"/>
                  </a:lnTo>
                  <a:lnTo>
                    <a:pt x="230466" y="273558"/>
                  </a:lnTo>
                  <a:lnTo>
                    <a:pt x="242849" y="274955"/>
                  </a:lnTo>
                  <a:lnTo>
                    <a:pt x="240626" y="274955"/>
                  </a:lnTo>
                  <a:lnTo>
                    <a:pt x="272300" y="276529"/>
                  </a:lnTo>
                  <a:lnTo>
                    <a:pt x="273875" y="276606"/>
                  </a:lnTo>
                  <a:lnTo>
                    <a:pt x="273532" y="276606"/>
                  </a:lnTo>
                  <a:lnTo>
                    <a:pt x="283552" y="277241"/>
                  </a:lnTo>
                  <a:lnTo>
                    <a:pt x="296799" y="277241"/>
                  </a:lnTo>
                  <a:lnTo>
                    <a:pt x="332968" y="278892"/>
                  </a:lnTo>
                  <a:lnTo>
                    <a:pt x="329666" y="278892"/>
                  </a:lnTo>
                  <a:lnTo>
                    <a:pt x="364502" y="282067"/>
                  </a:lnTo>
                  <a:lnTo>
                    <a:pt x="363867" y="282067"/>
                  </a:lnTo>
                  <a:lnTo>
                    <a:pt x="372110" y="283083"/>
                  </a:lnTo>
                  <a:lnTo>
                    <a:pt x="391287" y="285242"/>
                  </a:lnTo>
                  <a:lnTo>
                    <a:pt x="415226" y="287528"/>
                  </a:lnTo>
                  <a:lnTo>
                    <a:pt x="421576" y="288671"/>
                  </a:lnTo>
                  <a:lnTo>
                    <a:pt x="422275" y="288671"/>
                  </a:lnTo>
                  <a:lnTo>
                    <a:pt x="438404" y="289052"/>
                  </a:lnTo>
                  <a:lnTo>
                    <a:pt x="443865" y="289052"/>
                  </a:lnTo>
                  <a:lnTo>
                    <a:pt x="458520" y="289941"/>
                  </a:lnTo>
                  <a:lnTo>
                    <a:pt x="457619" y="289941"/>
                  </a:lnTo>
                  <a:lnTo>
                    <a:pt x="460502" y="290195"/>
                  </a:lnTo>
                  <a:lnTo>
                    <a:pt x="470903" y="291401"/>
                  </a:lnTo>
                  <a:lnTo>
                    <a:pt x="476008" y="292227"/>
                  </a:lnTo>
                  <a:lnTo>
                    <a:pt x="475742" y="292227"/>
                  </a:lnTo>
                  <a:lnTo>
                    <a:pt x="490969" y="293903"/>
                  </a:lnTo>
                  <a:lnTo>
                    <a:pt x="497344" y="295643"/>
                  </a:lnTo>
                  <a:lnTo>
                    <a:pt x="497573" y="295643"/>
                  </a:lnTo>
                  <a:lnTo>
                    <a:pt x="499110" y="295910"/>
                  </a:lnTo>
                  <a:lnTo>
                    <a:pt x="515391" y="297218"/>
                  </a:lnTo>
                  <a:lnTo>
                    <a:pt x="523341" y="297218"/>
                  </a:lnTo>
                  <a:lnTo>
                    <a:pt x="532676" y="297561"/>
                  </a:lnTo>
                  <a:lnTo>
                    <a:pt x="544626" y="297561"/>
                  </a:lnTo>
                  <a:lnTo>
                    <a:pt x="546354" y="298196"/>
                  </a:lnTo>
                  <a:lnTo>
                    <a:pt x="548373" y="297561"/>
                  </a:lnTo>
                  <a:lnTo>
                    <a:pt x="549490" y="297218"/>
                  </a:lnTo>
                  <a:lnTo>
                    <a:pt x="549351" y="297218"/>
                  </a:lnTo>
                  <a:lnTo>
                    <a:pt x="550202" y="296989"/>
                  </a:lnTo>
                  <a:lnTo>
                    <a:pt x="554736" y="295783"/>
                  </a:lnTo>
                  <a:lnTo>
                    <a:pt x="554850" y="295643"/>
                  </a:lnTo>
                  <a:lnTo>
                    <a:pt x="555155" y="295643"/>
                  </a:lnTo>
                  <a:lnTo>
                    <a:pt x="556704" y="293522"/>
                  </a:lnTo>
                  <a:lnTo>
                    <a:pt x="556221" y="293992"/>
                  </a:lnTo>
                  <a:lnTo>
                    <a:pt x="557161" y="292862"/>
                  </a:lnTo>
                  <a:lnTo>
                    <a:pt x="557377" y="292608"/>
                  </a:lnTo>
                  <a:lnTo>
                    <a:pt x="557644" y="292227"/>
                  </a:lnTo>
                  <a:lnTo>
                    <a:pt x="557898" y="291871"/>
                  </a:lnTo>
                  <a:lnTo>
                    <a:pt x="558241" y="291401"/>
                  </a:lnTo>
                  <a:close/>
                </a:path>
                <a:path w="1443989" h="298450">
                  <a:moveTo>
                    <a:pt x="558419" y="283083"/>
                  </a:moveTo>
                  <a:lnTo>
                    <a:pt x="558050" y="282486"/>
                  </a:lnTo>
                  <a:lnTo>
                    <a:pt x="558139" y="286004"/>
                  </a:lnTo>
                  <a:lnTo>
                    <a:pt x="558292" y="285242"/>
                  </a:lnTo>
                  <a:lnTo>
                    <a:pt x="558419" y="283083"/>
                  </a:lnTo>
                  <a:close/>
                </a:path>
                <a:path w="1443989" h="298450">
                  <a:moveTo>
                    <a:pt x="1443393" y="21831"/>
                  </a:moveTo>
                  <a:lnTo>
                    <a:pt x="1437513" y="21678"/>
                  </a:lnTo>
                  <a:lnTo>
                    <a:pt x="1438389" y="21082"/>
                  </a:lnTo>
                  <a:lnTo>
                    <a:pt x="1438135" y="21082"/>
                  </a:lnTo>
                  <a:lnTo>
                    <a:pt x="1439672" y="17780"/>
                  </a:lnTo>
                  <a:lnTo>
                    <a:pt x="1439938" y="17272"/>
                  </a:lnTo>
                  <a:lnTo>
                    <a:pt x="1441196" y="14859"/>
                  </a:lnTo>
                  <a:lnTo>
                    <a:pt x="1441069" y="12954"/>
                  </a:lnTo>
                  <a:lnTo>
                    <a:pt x="1440942" y="11087"/>
                  </a:lnTo>
                  <a:lnTo>
                    <a:pt x="1440942" y="10922"/>
                  </a:lnTo>
                  <a:lnTo>
                    <a:pt x="1440268" y="9906"/>
                  </a:lnTo>
                  <a:lnTo>
                    <a:pt x="1439037" y="8001"/>
                  </a:lnTo>
                  <a:lnTo>
                    <a:pt x="1438744" y="7620"/>
                  </a:lnTo>
                  <a:lnTo>
                    <a:pt x="1438846" y="8001"/>
                  </a:lnTo>
                  <a:lnTo>
                    <a:pt x="1438656" y="7620"/>
                  </a:lnTo>
                  <a:lnTo>
                    <a:pt x="1438275" y="6985"/>
                  </a:lnTo>
                  <a:lnTo>
                    <a:pt x="1429715" y="1727"/>
                  </a:lnTo>
                  <a:lnTo>
                    <a:pt x="1429715" y="21082"/>
                  </a:lnTo>
                  <a:lnTo>
                    <a:pt x="1429258" y="21336"/>
                  </a:lnTo>
                  <a:lnTo>
                    <a:pt x="1429575" y="21082"/>
                  </a:lnTo>
                  <a:lnTo>
                    <a:pt x="1429715" y="21082"/>
                  </a:lnTo>
                  <a:lnTo>
                    <a:pt x="1429715" y="1727"/>
                  </a:lnTo>
                  <a:lnTo>
                    <a:pt x="1428750" y="1524"/>
                  </a:lnTo>
                  <a:lnTo>
                    <a:pt x="1428242" y="1397"/>
                  </a:lnTo>
                  <a:lnTo>
                    <a:pt x="1426718" y="1130"/>
                  </a:lnTo>
                  <a:lnTo>
                    <a:pt x="1426718" y="22225"/>
                  </a:lnTo>
                  <a:lnTo>
                    <a:pt x="1426298" y="21831"/>
                  </a:lnTo>
                  <a:lnTo>
                    <a:pt x="1426718" y="22225"/>
                  </a:lnTo>
                  <a:lnTo>
                    <a:pt x="1426718" y="1130"/>
                  </a:lnTo>
                  <a:lnTo>
                    <a:pt x="1426083" y="1016"/>
                  </a:lnTo>
                  <a:lnTo>
                    <a:pt x="1427213" y="1016"/>
                  </a:lnTo>
                  <a:lnTo>
                    <a:pt x="1425524" y="927"/>
                  </a:lnTo>
                  <a:lnTo>
                    <a:pt x="1425524" y="21082"/>
                  </a:lnTo>
                  <a:lnTo>
                    <a:pt x="1424863" y="20447"/>
                  </a:lnTo>
                  <a:lnTo>
                    <a:pt x="1425524" y="21082"/>
                  </a:lnTo>
                  <a:lnTo>
                    <a:pt x="1425524" y="927"/>
                  </a:lnTo>
                  <a:lnTo>
                    <a:pt x="1424089" y="838"/>
                  </a:lnTo>
                  <a:lnTo>
                    <a:pt x="1424089" y="21323"/>
                  </a:lnTo>
                  <a:lnTo>
                    <a:pt x="1415161" y="21082"/>
                  </a:lnTo>
                  <a:lnTo>
                    <a:pt x="1423962" y="21082"/>
                  </a:lnTo>
                  <a:lnTo>
                    <a:pt x="1424089" y="21323"/>
                  </a:lnTo>
                  <a:lnTo>
                    <a:pt x="1424089" y="838"/>
                  </a:lnTo>
                  <a:lnTo>
                    <a:pt x="1423162" y="787"/>
                  </a:lnTo>
                  <a:lnTo>
                    <a:pt x="1423162" y="10541"/>
                  </a:lnTo>
                  <a:lnTo>
                    <a:pt x="1422793" y="10756"/>
                  </a:lnTo>
                  <a:lnTo>
                    <a:pt x="1422793" y="18440"/>
                  </a:lnTo>
                  <a:lnTo>
                    <a:pt x="1422654" y="18338"/>
                  </a:lnTo>
                  <a:lnTo>
                    <a:pt x="1422755" y="18745"/>
                  </a:lnTo>
                  <a:lnTo>
                    <a:pt x="1422336" y="17932"/>
                  </a:lnTo>
                  <a:lnTo>
                    <a:pt x="1422654" y="18288"/>
                  </a:lnTo>
                  <a:lnTo>
                    <a:pt x="1422793" y="18440"/>
                  </a:lnTo>
                  <a:lnTo>
                    <a:pt x="1422793" y="10756"/>
                  </a:lnTo>
                  <a:lnTo>
                    <a:pt x="1422615" y="10845"/>
                  </a:lnTo>
                  <a:lnTo>
                    <a:pt x="1423162" y="10541"/>
                  </a:lnTo>
                  <a:lnTo>
                    <a:pt x="1423162" y="787"/>
                  </a:lnTo>
                  <a:lnTo>
                    <a:pt x="1422641" y="749"/>
                  </a:lnTo>
                  <a:lnTo>
                    <a:pt x="1422641" y="9906"/>
                  </a:lnTo>
                  <a:lnTo>
                    <a:pt x="1422552" y="10109"/>
                  </a:lnTo>
                  <a:lnTo>
                    <a:pt x="1422552" y="12700"/>
                  </a:lnTo>
                  <a:lnTo>
                    <a:pt x="1422527" y="13766"/>
                  </a:lnTo>
                  <a:lnTo>
                    <a:pt x="1422514" y="13970"/>
                  </a:lnTo>
                  <a:lnTo>
                    <a:pt x="1422552" y="12700"/>
                  </a:lnTo>
                  <a:lnTo>
                    <a:pt x="1422552" y="10109"/>
                  </a:lnTo>
                  <a:lnTo>
                    <a:pt x="1422412" y="10426"/>
                  </a:lnTo>
                  <a:lnTo>
                    <a:pt x="1422603" y="9906"/>
                  </a:lnTo>
                  <a:lnTo>
                    <a:pt x="1422641" y="749"/>
                  </a:lnTo>
                  <a:lnTo>
                    <a:pt x="1421574" y="685"/>
                  </a:lnTo>
                  <a:lnTo>
                    <a:pt x="1421574" y="12954"/>
                  </a:lnTo>
                  <a:lnTo>
                    <a:pt x="1421371" y="13766"/>
                  </a:lnTo>
                  <a:lnTo>
                    <a:pt x="1418577" y="13766"/>
                  </a:lnTo>
                  <a:lnTo>
                    <a:pt x="1418120" y="13766"/>
                  </a:lnTo>
                  <a:lnTo>
                    <a:pt x="1417701" y="13970"/>
                  </a:lnTo>
                  <a:lnTo>
                    <a:pt x="1419618" y="12954"/>
                  </a:lnTo>
                  <a:lnTo>
                    <a:pt x="1418907" y="13512"/>
                  </a:lnTo>
                  <a:lnTo>
                    <a:pt x="1419682" y="12954"/>
                  </a:lnTo>
                  <a:lnTo>
                    <a:pt x="1421574" y="12954"/>
                  </a:lnTo>
                  <a:lnTo>
                    <a:pt x="1421574" y="685"/>
                  </a:lnTo>
                  <a:lnTo>
                    <a:pt x="1418590" y="508"/>
                  </a:lnTo>
                  <a:lnTo>
                    <a:pt x="1413802" y="508"/>
                  </a:lnTo>
                  <a:lnTo>
                    <a:pt x="1413802" y="16383"/>
                  </a:lnTo>
                  <a:lnTo>
                    <a:pt x="1413637" y="17272"/>
                  </a:lnTo>
                  <a:lnTo>
                    <a:pt x="1413573" y="17551"/>
                  </a:lnTo>
                  <a:lnTo>
                    <a:pt x="1413802" y="16383"/>
                  </a:lnTo>
                  <a:lnTo>
                    <a:pt x="1413802" y="508"/>
                  </a:lnTo>
                  <a:lnTo>
                    <a:pt x="1372057" y="508"/>
                  </a:lnTo>
                  <a:lnTo>
                    <a:pt x="1341755" y="0"/>
                  </a:lnTo>
                  <a:lnTo>
                    <a:pt x="1323975" y="508"/>
                  </a:lnTo>
                  <a:lnTo>
                    <a:pt x="1322273" y="508"/>
                  </a:lnTo>
                  <a:lnTo>
                    <a:pt x="1316266" y="508"/>
                  </a:lnTo>
                  <a:lnTo>
                    <a:pt x="1309751" y="762"/>
                  </a:lnTo>
                  <a:lnTo>
                    <a:pt x="1303223" y="1016"/>
                  </a:lnTo>
                  <a:lnTo>
                    <a:pt x="1290193" y="1524"/>
                  </a:lnTo>
                  <a:lnTo>
                    <a:pt x="1272933" y="1854"/>
                  </a:lnTo>
                  <a:lnTo>
                    <a:pt x="1272933" y="20447"/>
                  </a:lnTo>
                  <a:lnTo>
                    <a:pt x="1270495" y="20612"/>
                  </a:lnTo>
                  <a:lnTo>
                    <a:pt x="1269504" y="20447"/>
                  </a:lnTo>
                  <a:lnTo>
                    <a:pt x="1272933" y="20447"/>
                  </a:lnTo>
                  <a:lnTo>
                    <a:pt x="1272933" y="1854"/>
                  </a:lnTo>
                  <a:lnTo>
                    <a:pt x="1270254" y="1905"/>
                  </a:lnTo>
                  <a:lnTo>
                    <a:pt x="1269746" y="1905"/>
                  </a:lnTo>
                  <a:lnTo>
                    <a:pt x="1236662" y="4089"/>
                  </a:lnTo>
                  <a:lnTo>
                    <a:pt x="1220089" y="4572"/>
                  </a:lnTo>
                  <a:lnTo>
                    <a:pt x="1219835" y="4572"/>
                  </a:lnTo>
                  <a:lnTo>
                    <a:pt x="1193203" y="6121"/>
                  </a:lnTo>
                  <a:lnTo>
                    <a:pt x="1178306" y="6604"/>
                  </a:lnTo>
                  <a:lnTo>
                    <a:pt x="1157605" y="7620"/>
                  </a:lnTo>
                  <a:lnTo>
                    <a:pt x="1085253" y="12192"/>
                  </a:lnTo>
                  <a:lnTo>
                    <a:pt x="1086739" y="12192"/>
                  </a:lnTo>
                  <a:lnTo>
                    <a:pt x="1073810" y="13766"/>
                  </a:lnTo>
                  <a:lnTo>
                    <a:pt x="1039495" y="15252"/>
                  </a:lnTo>
                  <a:lnTo>
                    <a:pt x="991235" y="15875"/>
                  </a:lnTo>
                  <a:lnTo>
                    <a:pt x="979678" y="15875"/>
                  </a:lnTo>
                  <a:lnTo>
                    <a:pt x="972566" y="16383"/>
                  </a:lnTo>
                  <a:lnTo>
                    <a:pt x="966216" y="16383"/>
                  </a:lnTo>
                  <a:lnTo>
                    <a:pt x="951255" y="16903"/>
                  </a:lnTo>
                  <a:lnTo>
                    <a:pt x="951255" y="20447"/>
                  </a:lnTo>
                  <a:lnTo>
                    <a:pt x="951230" y="20828"/>
                  </a:lnTo>
                  <a:lnTo>
                    <a:pt x="951115" y="20447"/>
                  </a:lnTo>
                  <a:lnTo>
                    <a:pt x="951001" y="20002"/>
                  </a:lnTo>
                  <a:lnTo>
                    <a:pt x="950887" y="18935"/>
                  </a:lnTo>
                  <a:lnTo>
                    <a:pt x="951001" y="19570"/>
                  </a:lnTo>
                  <a:lnTo>
                    <a:pt x="951077" y="20002"/>
                  </a:lnTo>
                  <a:lnTo>
                    <a:pt x="951255" y="20447"/>
                  </a:lnTo>
                  <a:lnTo>
                    <a:pt x="951255" y="16903"/>
                  </a:lnTo>
                  <a:lnTo>
                    <a:pt x="950518" y="16929"/>
                  </a:lnTo>
                  <a:lnTo>
                    <a:pt x="950429" y="16383"/>
                  </a:lnTo>
                  <a:lnTo>
                    <a:pt x="950341" y="15875"/>
                  </a:lnTo>
                  <a:lnTo>
                    <a:pt x="950226" y="15252"/>
                  </a:lnTo>
                  <a:lnTo>
                    <a:pt x="950366" y="15252"/>
                  </a:lnTo>
                  <a:lnTo>
                    <a:pt x="947674" y="12954"/>
                  </a:lnTo>
                  <a:lnTo>
                    <a:pt x="941578" y="12954"/>
                  </a:lnTo>
                  <a:lnTo>
                    <a:pt x="939330" y="14859"/>
                  </a:lnTo>
                  <a:lnTo>
                    <a:pt x="938999" y="15252"/>
                  </a:lnTo>
                  <a:lnTo>
                    <a:pt x="938568" y="17272"/>
                  </a:lnTo>
                  <a:lnTo>
                    <a:pt x="938441" y="17780"/>
                  </a:lnTo>
                  <a:lnTo>
                    <a:pt x="944626" y="31115"/>
                  </a:lnTo>
                  <a:lnTo>
                    <a:pt x="947547" y="31369"/>
                  </a:lnTo>
                  <a:lnTo>
                    <a:pt x="946404" y="31369"/>
                  </a:lnTo>
                  <a:lnTo>
                    <a:pt x="954011" y="31750"/>
                  </a:lnTo>
                  <a:lnTo>
                    <a:pt x="941324" y="31750"/>
                  </a:lnTo>
                  <a:lnTo>
                    <a:pt x="962406" y="32016"/>
                  </a:lnTo>
                  <a:lnTo>
                    <a:pt x="983475" y="32258"/>
                  </a:lnTo>
                  <a:lnTo>
                    <a:pt x="974331" y="32258"/>
                  </a:lnTo>
                  <a:lnTo>
                    <a:pt x="979678" y="32639"/>
                  </a:lnTo>
                  <a:lnTo>
                    <a:pt x="1002157" y="32639"/>
                  </a:lnTo>
                  <a:lnTo>
                    <a:pt x="1012825" y="32893"/>
                  </a:lnTo>
                  <a:lnTo>
                    <a:pt x="1031024" y="32639"/>
                  </a:lnTo>
                  <a:lnTo>
                    <a:pt x="1034351" y="32639"/>
                  </a:lnTo>
                  <a:lnTo>
                    <a:pt x="1051687" y="32258"/>
                  </a:lnTo>
                  <a:lnTo>
                    <a:pt x="1072680" y="31369"/>
                  </a:lnTo>
                  <a:lnTo>
                    <a:pt x="1073683" y="31369"/>
                  </a:lnTo>
                  <a:lnTo>
                    <a:pt x="1075182" y="31369"/>
                  </a:lnTo>
                  <a:lnTo>
                    <a:pt x="1076198" y="31115"/>
                  </a:lnTo>
                  <a:lnTo>
                    <a:pt x="1077214" y="30861"/>
                  </a:lnTo>
                  <a:lnTo>
                    <a:pt x="1078699" y="30861"/>
                  </a:lnTo>
                  <a:lnTo>
                    <a:pt x="1088390" y="29883"/>
                  </a:lnTo>
                  <a:lnTo>
                    <a:pt x="1087780" y="29883"/>
                  </a:lnTo>
                  <a:lnTo>
                    <a:pt x="1138428" y="26670"/>
                  </a:lnTo>
                  <a:lnTo>
                    <a:pt x="1176528" y="24765"/>
                  </a:lnTo>
                  <a:lnTo>
                    <a:pt x="1170940" y="24765"/>
                  </a:lnTo>
                  <a:lnTo>
                    <a:pt x="1194181" y="24384"/>
                  </a:lnTo>
                  <a:lnTo>
                    <a:pt x="1194562" y="24384"/>
                  </a:lnTo>
                  <a:lnTo>
                    <a:pt x="1220470" y="23012"/>
                  </a:lnTo>
                  <a:lnTo>
                    <a:pt x="1219085" y="23012"/>
                  </a:lnTo>
                  <a:lnTo>
                    <a:pt x="1237742" y="22733"/>
                  </a:lnTo>
                  <a:lnTo>
                    <a:pt x="1238250" y="22733"/>
                  </a:lnTo>
                  <a:lnTo>
                    <a:pt x="1252016" y="21831"/>
                  </a:lnTo>
                  <a:lnTo>
                    <a:pt x="1267155" y="20828"/>
                  </a:lnTo>
                  <a:lnTo>
                    <a:pt x="1271854" y="20828"/>
                  </a:lnTo>
                  <a:lnTo>
                    <a:pt x="1270571" y="20624"/>
                  </a:lnTo>
                  <a:lnTo>
                    <a:pt x="1273606" y="20447"/>
                  </a:lnTo>
                  <a:lnTo>
                    <a:pt x="1287411" y="20447"/>
                  </a:lnTo>
                  <a:lnTo>
                    <a:pt x="1310132" y="19570"/>
                  </a:lnTo>
                  <a:lnTo>
                    <a:pt x="1319949" y="19570"/>
                  </a:lnTo>
                  <a:lnTo>
                    <a:pt x="1341742" y="18935"/>
                  </a:lnTo>
                  <a:lnTo>
                    <a:pt x="1379969" y="19570"/>
                  </a:lnTo>
                  <a:lnTo>
                    <a:pt x="1393545" y="19570"/>
                  </a:lnTo>
                  <a:lnTo>
                    <a:pt x="1399895" y="20002"/>
                  </a:lnTo>
                  <a:lnTo>
                    <a:pt x="1413103" y="20002"/>
                  </a:lnTo>
                  <a:lnTo>
                    <a:pt x="1412913" y="20447"/>
                  </a:lnTo>
                  <a:lnTo>
                    <a:pt x="1415072" y="23622"/>
                  </a:lnTo>
                  <a:lnTo>
                    <a:pt x="1416812" y="26289"/>
                  </a:lnTo>
                  <a:lnTo>
                    <a:pt x="1420749" y="27051"/>
                  </a:lnTo>
                  <a:lnTo>
                    <a:pt x="1423670" y="25146"/>
                  </a:lnTo>
                  <a:lnTo>
                    <a:pt x="1424203" y="24752"/>
                  </a:lnTo>
                  <a:lnTo>
                    <a:pt x="1424889" y="24384"/>
                  </a:lnTo>
                  <a:lnTo>
                    <a:pt x="1425448" y="24130"/>
                  </a:lnTo>
                  <a:lnTo>
                    <a:pt x="1426260" y="23622"/>
                  </a:lnTo>
                  <a:lnTo>
                    <a:pt x="1426857" y="23190"/>
                  </a:lnTo>
                  <a:lnTo>
                    <a:pt x="1427607" y="23622"/>
                  </a:lnTo>
                  <a:lnTo>
                    <a:pt x="1434655" y="23622"/>
                  </a:lnTo>
                  <a:lnTo>
                    <a:pt x="1437297" y="21831"/>
                  </a:lnTo>
                  <a:lnTo>
                    <a:pt x="1443393" y="21831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4" name="object 5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524242" y="802258"/>
            <a:ext cx="43183" cy="38607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45375" y="908430"/>
            <a:ext cx="127000" cy="26162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653146" y="889000"/>
            <a:ext cx="169163" cy="98044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906893" y="818769"/>
            <a:ext cx="148429" cy="243458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124825" y="983741"/>
            <a:ext cx="179070" cy="7391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395334" y="786637"/>
            <a:ext cx="180975" cy="260985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6709664" y="3490214"/>
            <a:ext cx="276860" cy="31750"/>
          </a:xfrm>
          <a:custGeom>
            <a:avLst/>
            <a:gdLst/>
            <a:ahLst/>
            <a:cxnLst/>
            <a:rect l="l" t="t" r="r" b="b"/>
            <a:pathLst>
              <a:path w="276859" h="31750">
                <a:moveTo>
                  <a:pt x="188890" y="3556"/>
                </a:moveTo>
                <a:lnTo>
                  <a:pt x="110236" y="3556"/>
                </a:lnTo>
                <a:lnTo>
                  <a:pt x="101092" y="4063"/>
                </a:lnTo>
                <a:lnTo>
                  <a:pt x="102362" y="4063"/>
                </a:lnTo>
                <a:lnTo>
                  <a:pt x="78994" y="7619"/>
                </a:lnTo>
                <a:lnTo>
                  <a:pt x="77787" y="7619"/>
                </a:lnTo>
                <a:lnTo>
                  <a:pt x="65214" y="8381"/>
                </a:lnTo>
                <a:lnTo>
                  <a:pt x="66294" y="8381"/>
                </a:lnTo>
                <a:lnTo>
                  <a:pt x="37973" y="12827"/>
                </a:lnTo>
                <a:lnTo>
                  <a:pt x="34609" y="17272"/>
                </a:lnTo>
                <a:lnTo>
                  <a:pt x="34668" y="19561"/>
                </a:lnTo>
                <a:lnTo>
                  <a:pt x="35687" y="27813"/>
                </a:lnTo>
                <a:lnTo>
                  <a:pt x="40259" y="31623"/>
                </a:lnTo>
                <a:lnTo>
                  <a:pt x="67630" y="29067"/>
                </a:lnTo>
                <a:lnTo>
                  <a:pt x="68840" y="29067"/>
                </a:lnTo>
                <a:lnTo>
                  <a:pt x="81153" y="28321"/>
                </a:lnTo>
                <a:lnTo>
                  <a:pt x="81334" y="28321"/>
                </a:lnTo>
                <a:lnTo>
                  <a:pt x="104702" y="24765"/>
                </a:lnTo>
                <a:lnTo>
                  <a:pt x="104521" y="24765"/>
                </a:lnTo>
                <a:lnTo>
                  <a:pt x="115951" y="24130"/>
                </a:lnTo>
                <a:lnTo>
                  <a:pt x="173228" y="24130"/>
                </a:lnTo>
                <a:lnTo>
                  <a:pt x="177546" y="23749"/>
                </a:lnTo>
                <a:lnTo>
                  <a:pt x="177292" y="23749"/>
                </a:lnTo>
                <a:lnTo>
                  <a:pt x="183769" y="23368"/>
                </a:lnTo>
                <a:lnTo>
                  <a:pt x="185674" y="23113"/>
                </a:lnTo>
                <a:lnTo>
                  <a:pt x="188595" y="22352"/>
                </a:lnTo>
                <a:lnTo>
                  <a:pt x="189187" y="22352"/>
                </a:lnTo>
                <a:lnTo>
                  <a:pt x="189992" y="22225"/>
                </a:lnTo>
                <a:lnTo>
                  <a:pt x="190246" y="22225"/>
                </a:lnTo>
                <a:lnTo>
                  <a:pt x="192405" y="21843"/>
                </a:lnTo>
                <a:lnTo>
                  <a:pt x="192955" y="21843"/>
                </a:lnTo>
                <a:lnTo>
                  <a:pt x="194167" y="21698"/>
                </a:lnTo>
                <a:lnTo>
                  <a:pt x="191389" y="20574"/>
                </a:lnTo>
                <a:lnTo>
                  <a:pt x="190316" y="18542"/>
                </a:lnTo>
                <a:lnTo>
                  <a:pt x="189103" y="18542"/>
                </a:lnTo>
                <a:lnTo>
                  <a:pt x="187198" y="17525"/>
                </a:lnTo>
                <a:lnTo>
                  <a:pt x="185420" y="16637"/>
                </a:lnTo>
                <a:lnTo>
                  <a:pt x="185208" y="16637"/>
                </a:lnTo>
                <a:lnTo>
                  <a:pt x="184488" y="14478"/>
                </a:lnTo>
                <a:lnTo>
                  <a:pt x="184531" y="13969"/>
                </a:lnTo>
                <a:lnTo>
                  <a:pt x="185420" y="12192"/>
                </a:lnTo>
                <a:lnTo>
                  <a:pt x="185801" y="11556"/>
                </a:lnTo>
                <a:lnTo>
                  <a:pt x="187372" y="10160"/>
                </a:lnTo>
                <a:lnTo>
                  <a:pt x="187579" y="9779"/>
                </a:lnTo>
                <a:lnTo>
                  <a:pt x="187870" y="9779"/>
                </a:lnTo>
                <a:lnTo>
                  <a:pt x="188681" y="4829"/>
                </a:lnTo>
                <a:lnTo>
                  <a:pt x="188807" y="4063"/>
                </a:lnTo>
                <a:lnTo>
                  <a:pt x="188890" y="3556"/>
                </a:lnTo>
                <a:close/>
              </a:path>
              <a:path w="276859" h="31750">
                <a:moveTo>
                  <a:pt x="68840" y="29067"/>
                </a:moveTo>
                <a:lnTo>
                  <a:pt x="67630" y="29067"/>
                </a:lnTo>
                <a:lnTo>
                  <a:pt x="65322" y="29280"/>
                </a:lnTo>
                <a:lnTo>
                  <a:pt x="68840" y="29067"/>
                </a:lnTo>
                <a:close/>
              </a:path>
              <a:path w="276859" h="31750">
                <a:moveTo>
                  <a:pt x="35232" y="24130"/>
                </a:moveTo>
                <a:lnTo>
                  <a:pt x="0" y="24130"/>
                </a:lnTo>
                <a:lnTo>
                  <a:pt x="276860" y="24765"/>
                </a:lnTo>
                <a:lnTo>
                  <a:pt x="35310" y="24765"/>
                </a:lnTo>
                <a:lnTo>
                  <a:pt x="35232" y="24130"/>
                </a:lnTo>
                <a:close/>
              </a:path>
              <a:path w="276859" h="31750">
                <a:moveTo>
                  <a:pt x="172847" y="24130"/>
                </a:moveTo>
                <a:lnTo>
                  <a:pt x="115951" y="24130"/>
                </a:lnTo>
                <a:lnTo>
                  <a:pt x="104521" y="24765"/>
                </a:lnTo>
                <a:lnTo>
                  <a:pt x="161628" y="24765"/>
                </a:lnTo>
                <a:lnTo>
                  <a:pt x="172847" y="24130"/>
                </a:lnTo>
                <a:close/>
              </a:path>
              <a:path w="276859" h="31750">
                <a:moveTo>
                  <a:pt x="208149" y="16637"/>
                </a:moveTo>
                <a:lnTo>
                  <a:pt x="191990" y="16637"/>
                </a:lnTo>
                <a:lnTo>
                  <a:pt x="191812" y="17018"/>
                </a:lnTo>
                <a:lnTo>
                  <a:pt x="191693" y="17272"/>
                </a:lnTo>
                <a:lnTo>
                  <a:pt x="191575" y="17525"/>
                </a:lnTo>
                <a:lnTo>
                  <a:pt x="191516" y="17653"/>
                </a:lnTo>
                <a:lnTo>
                  <a:pt x="190119" y="18167"/>
                </a:lnTo>
                <a:lnTo>
                  <a:pt x="191389" y="20574"/>
                </a:lnTo>
                <a:lnTo>
                  <a:pt x="196723" y="22733"/>
                </a:lnTo>
                <a:lnTo>
                  <a:pt x="206109" y="19561"/>
                </a:lnTo>
                <a:lnTo>
                  <a:pt x="206821" y="18889"/>
                </a:lnTo>
                <a:lnTo>
                  <a:pt x="208149" y="16637"/>
                </a:lnTo>
                <a:close/>
              </a:path>
              <a:path w="276859" h="31750">
                <a:moveTo>
                  <a:pt x="189187" y="22352"/>
                </a:moveTo>
                <a:lnTo>
                  <a:pt x="188595" y="22352"/>
                </a:lnTo>
                <a:lnTo>
                  <a:pt x="187621" y="22606"/>
                </a:lnTo>
                <a:lnTo>
                  <a:pt x="189187" y="22352"/>
                </a:lnTo>
                <a:close/>
              </a:path>
              <a:path w="276859" h="31750">
                <a:moveTo>
                  <a:pt x="192955" y="21843"/>
                </a:moveTo>
                <a:lnTo>
                  <a:pt x="192405" y="21843"/>
                </a:lnTo>
                <a:lnTo>
                  <a:pt x="191897" y="21971"/>
                </a:lnTo>
                <a:lnTo>
                  <a:pt x="192955" y="21843"/>
                </a:lnTo>
                <a:close/>
              </a:path>
              <a:path w="276859" h="31750">
                <a:moveTo>
                  <a:pt x="206109" y="19561"/>
                </a:moveTo>
                <a:lnTo>
                  <a:pt x="199746" y="21698"/>
                </a:lnTo>
                <a:lnTo>
                  <a:pt x="203847" y="21698"/>
                </a:lnTo>
                <a:lnTo>
                  <a:pt x="206109" y="19561"/>
                </a:lnTo>
                <a:close/>
              </a:path>
              <a:path w="276859" h="31750">
                <a:moveTo>
                  <a:pt x="206821" y="18889"/>
                </a:moveTo>
                <a:lnTo>
                  <a:pt x="206109" y="19561"/>
                </a:lnTo>
                <a:lnTo>
                  <a:pt x="206502" y="19431"/>
                </a:lnTo>
                <a:lnTo>
                  <a:pt x="206821" y="18889"/>
                </a:lnTo>
                <a:close/>
              </a:path>
              <a:path w="276859" h="31750">
                <a:moveTo>
                  <a:pt x="208591" y="16002"/>
                </a:moveTo>
                <a:lnTo>
                  <a:pt x="208374" y="16256"/>
                </a:lnTo>
                <a:lnTo>
                  <a:pt x="206821" y="18889"/>
                </a:lnTo>
                <a:lnTo>
                  <a:pt x="208534" y="17272"/>
                </a:lnTo>
                <a:lnTo>
                  <a:pt x="208591" y="16002"/>
                </a:lnTo>
                <a:close/>
              </a:path>
              <a:path w="276859" h="31750">
                <a:moveTo>
                  <a:pt x="187478" y="10160"/>
                </a:moveTo>
                <a:lnTo>
                  <a:pt x="184488" y="14478"/>
                </a:lnTo>
                <a:lnTo>
                  <a:pt x="184827" y="15493"/>
                </a:lnTo>
                <a:lnTo>
                  <a:pt x="184912" y="15748"/>
                </a:lnTo>
                <a:lnTo>
                  <a:pt x="184996" y="16002"/>
                </a:lnTo>
                <a:lnTo>
                  <a:pt x="185081" y="16256"/>
                </a:lnTo>
                <a:lnTo>
                  <a:pt x="185208" y="16637"/>
                </a:lnTo>
                <a:lnTo>
                  <a:pt x="185420" y="16637"/>
                </a:lnTo>
                <a:lnTo>
                  <a:pt x="187198" y="17525"/>
                </a:lnTo>
                <a:lnTo>
                  <a:pt x="189103" y="18542"/>
                </a:lnTo>
                <a:lnTo>
                  <a:pt x="190119" y="18167"/>
                </a:lnTo>
                <a:lnTo>
                  <a:pt x="188976" y="16002"/>
                </a:lnTo>
                <a:lnTo>
                  <a:pt x="187960" y="13969"/>
                </a:lnTo>
                <a:lnTo>
                  <a:pt x="186944" y="12192"/>
                </a:lnTo>
                <a:lnTo>
                  <a:pt x="187368" y="10579"/>
                </a:lnTo>
                <a:lnTo>
                  <a:pt x="187478" y="10160"/>
                </a:lnTo>
                <a:close/>
              </a:path>
              <a:path w="276859" h="31750">
                <a:moveTo>
                  <a:pt x="190119" y="18167"/>
                </a:moveTo>
                <a:lnTo>
                  <a:pt x="189103" y="18542"/>
                </a:lnTo>
                <a:lnTo>
                  <a:pt x="190316" y="18542"/>
                </a:lnTo>
                <a:lnTo>
                  <a:pt x="190119" y="18167"/>
                </a:lnTo>
                <a:close/>
              </a:path>
              <a:path w="276859" h="31750">
                <a:moveTo>
                  <a:pt x="187870" y="9779"/>
                </a:moveTo>
                <a:lnTo>
                  <a:pt x="187478" y="10160"/>
                </a:lnTo>
                <a:lnTo>
                  <a:pt x="187111" y="11556"/>
                </a:lnTo>
                <a:lnTo>
                  <a:pt x="187010" y="11937"/>
                </a:lnTo>
                <a:lnTo>
                  <a:pt x="186944" y="12192"/>
                </a:lnTo>
                <a:lnTo>
                  <a:pt x="187960" y="13969"/>
                </a:lnTo>
                <a:lnTo>
                  <a:pt x="188722" y="15493"/>
                </a:lnTo>
                <a:lnTo>
                  <a:pt x="190119" y="18167"/>
                </a:lnTo>
                <a:lnTo>
                  <a:pt x="191516" y="17653"/>
                </a:lnTo>
                <a:lnTo>
                  <a:pt x="191575" y="17525"/>
                </a:lnTo>
                <a:lnTo>
                  <a:pt x="191693" y="17272"/>
                </a:lnTo>
                <a:lnTo>
                  <a:pt x="191812" y="17018"/>
                </a:lnTo>
                <a:lnTo>
                  <a:pt x="190500" y="17018"/>
                </a:lnTo>
                <a:lnTo>
                  <a:pt x="192786" y="14986"/>
                </a:lnTo>
                <a:lnTo>
                  <a:pt x="194465" y="14986"/>
                </a:lnTo>
                <a:lnTo>
                  <a:pt x="195453" y="14350"/>
                </a:lnTo>
                <a:lnTo>
                  <a:pt x="195907" y="12192"/>
                </a:lnTo>
                <a:lnTo>
                  <a:pt x="195961" y="11937"/>
                </a:lnTo>
                <a:lnTo>
                  <a:pt x="195716" y="11556"/>
                </a:lnTo>
                <a:lnTo>
                  <a:pt x="187579" y="11556"/>
                </a:lnTo>
                <a:lnTo>
                  <a:pt x="187739" y="10579"/>
                </a:lnTo>
                <a:lnTo>
                  <a:pt x="187808" y="10160"/>
                </a:lnTo>
                <a:lnTo>
                  <a:pt x="187870" y="9779"/>
                </a:lnTo>
                <a:close/>
              </a:path>
              <a:path w="276859" h="31750">
                <a:moveTo>
                  <a:pt x="192786" y="14986"/>
                </a:moveTo>
                <a:lnTo>
                  <a:pt x="190500" y="17018"/>
                </a:lnTo>
                <a:lnTo>
                  <a:pt x="191643" y="16637"/>
                </a:lnTo>
                <a:lnTo>
                  <a:pt x="191990" y="16637"/>
                </a:lnTo>
                <a:lnTo>
                  <a:pt x="192786" y="14986"/>
                </a:lnTo>
                <a:close/>
              </a:path>
              <a:path w="276859" h="31750">
                <a:moveTo>
                  <a:pt x="208413" y="7747"/>
                </a:moveTo>
                <a:lnTo>
                  <a:pt x="191389" y="7747"/>
                </a:lnTo>
                <a:lnTo>
                  <a:pt x="194246" y="8381"/>
                </a:lnTo>
                <a:lnTo>
                  <a:pt x="193751" y="8381"/>
                </a:lnTo>
                <a:lnTo>
                  <a:pt x="194818" y="10160"/>
                </a:lnTo>
                <a:lnTo>
                  <a:pt x="195961" y="11937"/>
                </a:lnTo>
                <a:lnTo>
                  <a:pt x="195533" y="13969"/>
                </a:lnTo>
                <a:lnTo>
                  <a:pt x="195453" y="14350"/>
                </a:lnTo>
                <a:lnTo>
                  <a:pt x="193675" y="15493"/>
                </a:lnTo>
                <a:lnTo>
                  <a:pt x="192532" y="16256"/>
                </a:lnTo>
                <a:lnTo>
                  <a:pt x="191643" y="16637"/>
                </a:lnTo>
                <a:lnTo>
                  <a:pt x="190500" y="17018"/>
                </a:lnTo>
                <a:lnTo>
                  <a:pt x="191812" y="17018"/>
                </a:lnTo>
                <a:lnTo>
                  <a:pt x="191990" y="16637"/>
                </a:lnTo>
                <a:lnTo>
                  <a:pt x="208149" y="16637"/>
                </a:lnTo>
                <a:lnTo>
                  <a:pt x="208674" y="15748"/>
                </a:lnTo>
                <a:lnTo>
                  <a:pt x="208793" y="11556"/>
                </a:lnTo>
                <a:lnTo>
                  <a:pt x="208857" y="10160"/>
                </a:lnTo>
                <a:lnTo>
                  <a:pt x="208718" y="9779"/>
                </a:lnTo>
                <a:lnTo>
                  <a:pt x="208625" y="9158"/>
                </a:lnTo>
                <a:lnTo>
                  <a:pt x="208508" y="8381"/>
                </a:lnTo>
                <a:lnTo>
                  <a:pt x="208413" y="7747"/>
                </a:lnTo>
                <a:close/>
              </a:path>
              <a:path w="276859" h="31750">
                <a:moveTo>
                  <a:pt x="194465" y="14986"/>
                </a:moveTo>
                <a:lnTo>
                  <a:pt x="192786" y="14986"/>
                </a:lnTo>
                <a:lnTo>
                  <a:pt x="191990" y="16637"/>
                </a:lnTo>
                <a:lnTo>
                  <a:pt x="191643" y="16637"/>
                </a:lnTo>
                <a:lnTo>
                  <a:pt x="192532" y="16256"/>
                </a:lnTo>
                <a:lnTo>
                  <a:pt x="194465" y="14986"/>
                </a:lnTo>
                <a:close/>
              </a:path>
              <a:path w="276859" h="31750">
                <a:moveTo>
                  <a:pt x="208838" y="10579"/>
                </a:moveTo>
                <a:lnTo>
                  <a:pt x="208793" y="11556"/>
                </a:lnTo>
                <a:lnTo>
                  <a:pt x="208684" y="13969"/>
                </a:lnTo>
                <a:lnTo>
                  <a:pt x="208603" y="15748"/>
                </a:lnTo>
                <a:lnTo>
                  <a:pt x="208823" y="15493"/>
                </a:lnTo>
                <a:lnTo>
                  <a:pt x="209423" y="14478"/>
                </a:lnTo>
                <a:lnTo>
                  <a:pt x="208838" y="10579"/>
                </a:lnTo>
                <a:close/>
              </a:path>
              <a:path w="276859" h="31750">
                <a:moveTo>
                  <a:pt x="189063" y="9158"/>
                </a:moveTo>
                <a:lnTo>
                  <a:pt x="187870" y="9779"/>
                </a:lnTo>
                <a:lnTo>
                  <a:pt x="187579" y="11556"/>
                </a:lnTo>
                <a:lnTo>
                  <a:pt x="189063" y="9158"/>
                </a:lnTo>
                <a:close/>
              </a:path>
              <a:path w="276859" h="31750">
                <a:moveTo>
                  <a:pt x="191389" y="7747"/>
                </a:moveTo>
                <a:lnTo>
                  <a:pt x="189222" y="8902"/>
                </a:lnTo>
                <a:lnTo>
                  <a:pt x="187579" y="11556"/>
                </a:lnTo>
                <a:lnTo>
                  <a:pt x="195716" y="11556"/>
                </a:lnTo>
                <a:lnTo>
                  <a:pt x="194818" y="10160"/>
                </a:lnTo>
                <a:lnTo>
                  <a:pt x="193751" y="8381"/>
                </a:lnTo>
                <a:lnTo>
                  <a:pt x="194246" y="8381"/>
                </a:lnTo>
                <a:lnTo>
                  <a:pt x="191389" y="7747"/>
                </a:lnTo>
                <a:close/>
              </a:path>
              <a:path w="276859" h="31750">
                <a:moveTo>
                  <a:pt x="189213" y="8902"/>
                </a:moveTo>
                <a:lnTo>
                  <a:pt x="187579" y="9779"/>
                </a:lnTo>
                <a:lnTo>
                  <a:pt x="187478" y="10160"/>
                </a:lnTo>
                <a:lnTo>
                  <a:pt x="187801" y="9779"/>
                </a:lnTo>
                <a:lnTo>
                  <a:pt x="188044" y="9779"/>
                </a:lnTo>
                <a:lnTo>
                  <a:pt x="189213" y="8902"/>
                </a:lnTo>
                <a:close/>
              </a:path>
              <a:path w="276859" h="31750">
                <a:moveTo>
                  <a:pt x="207975" y="4829"/>
                </a:moveTo>
                <a:lnTo>
                  <a:pt x="208394" y="7619"/>
                </a:lnTo>
                <a:lnTo>
                  <a:pt x="208508" y="8381"/>
                </a:lnTo>
                <a:lnTo>
                  <a:pt x="208625" y="9158"/>
                </a:lnTo>
                <a:lnTo>
                  <a:pt x="208718" y="9779"/>
                </a:lnTo>
                <a:lnTo>
                  <a:pt x="208775" y="10160"/>
                </a:lnTo>
                <a:lnTo>
                  <a:pt x="208874" y="9779"/>
                </a:lnTo>
                <a:lnTo>
                  <a:pt x="208972" y="7619"/>
                </a:lnTo>
                <a:lnTo>
                  <a:pt x="209042" y="6096"/>
                </a:lnTo>
                <a:lnTo>
                  <a:pt x="207975" y="4829"/>
                </a:lnTo>
                <a:close/>
              </a:path>
              <a:path w="276859" h="31750">
                <a:moveTo>
                  <a:pt x="190618" y="2482"/>
                </a:moveTo>
                <a:lnTo>
                  <a:pt x="182068" y="2482"/>
                </a:lnTo>
                <a:lnTo>
                  <a:pt x="179578" y="2793"/>
                </a:lnTo>
                <a:lnTo>
                  <a:pt x="175768" y="2793"/>
                </a:lnTo>
                <a:lnTo>
                  <a:pt x="171450" y="3175"/>
                </a:lnTo>
                <a:lnTo>
                  <a:pt x="171831" y="3175"/>
                </a:lnTo>
                <a:lnTo>
                  <a:pt x="164973" y="3556"/>
                </a:lnTo>
                <a:lnTo>
                  <a:pt x="188890" y="3556"/>
                </a:lnTo>
                <a:lnTo>
                  <a:pt x="188224" y="7619"/>
                </a:lnTo>
                <a:lnTo>
                  <a:pt x="188099" y="8381"/>
                </a:lnTo>
                <a:lnTo>
                  <a:pt x="188014" y="8902"/>
                </a:lnTo>
                <a:lnTo>
                  <a:pt x="187972" y="9158"/>
                </a:lnTo>
                <a:lnTo>
                  <a:pt x="187870" y="9779"/>
                </a:lnTo>
                <a:lnTo>
                  <a:pt x="187579" y="9779"/>
                </a:lnTo>
                <a:lnTo>
                  <a:pt x="191389" y="7747"/>
                </a:lnTo>
                <a:lnTo>
                  <a:pt x="208413" y="7747"/>
                </a:lnTo>
                <a:lnTo>
                  <a:pt x="207975" y="4829"/>
                </a:lnTo>
                <a:lnTo>
                  <a:pt x="207330" y="4063"/>
                </a:lnTo>
                <a:lnTo>
                  <a:pt x="188510" y="4063"/>
                </a:lnTo>
                <a:lnTo>
                  <a:pt x="190618" y="2482"/>
                </a:lnTo>
                <a:close/>
              </a:path>
              <a:path w="276859" h="31750">
                <a:moveTo>
                  <a:pt x="189222" y="8902"/>
                </a:moveTo>
                <a:lnTo>
                  <a:pt x="188044" y="9779"/>
                </a:lnTo>
                <a:lnTo>
                  <a:pt x="187409" y="9779"/>
                </a:lnTo>
                <a:lnTo>
                  <a:pt x="189063" y="9158"/>
                </a:lnTo>
                <a:lnTo>
                  <a:pt x="189222" y="8902"/>
                </a:lnTo>
                <a:close/>
              </a:path>
              <a:path w="276859" h="31750">
                <a:moveTo>
                  <a:pt x="189077" y="9158"/>
                </a:moveTo>
                <a:lnTo>
                  <a:pt x="187409" y="9779"/>
                </a:lnTo>
                <a:lnTo>
                  <a:pt x="187991" y="9779"/>
                </a:lnTo>
                <a:lnTo>
                  <a:pt x="189077" y="9158"/>
                </a:lnTo>
                <a:close/>
              </a:path>
              <a:path w="276859" h="31750">
                <a:moveTo>
                  <a:pt x="206979" y="3556"/>
                </a:moveTo>
                <a:lnTo>
                  <a:pt x="207330" y="4063"/>
                </a:lnTo>
                <a:lnTo>
                  <a:pt x="207975" y="4829"/>
                </a:lnTo>
                <a:lnTo>
                  <a:pt x="207899" y="4318"/>
                </a:lnTo>
                <a:lnTo>
                  <a:pt x="206979" y="3556"/>
                </a:lnTo>
                <a:close/>
              </a:path>
              <a:path w="276859" h="31750">
                <a:moveTo>
                  <a:pt x="193929" y="0"/>
                </a:moveTo>
                <a:lnTo>
                  <a:pt x="188510" y="4063"/>
                </a:lnTo>
                <a:lnTo>
                  <a:pt x="207330" y="4063"/>
                </a:lnTo>
                <a:lnTo>
                  <a:pt x="206582" y="3175"/>
                </a:lnTo>
                <a:lnTo>
                  <a:pt x="206059" y="2793"/>
                </a:lnTo>
                <a:lnTo>
                  <a:pt x="204220" y="1269"/>
                </a:lnTo>
                <a:lnTo>
                  <a:pt x="204978" y="1269"/>
                </a:lnTo>
                <a:lnTo>
                  <a:pt x="193929" y="0"/>
                </a:lnTo>
                <a:close/>
              </a:path>
              <a:path w="276859" h="31750">
                <a:moveTo>
                  <a:pt x="204978" y="1269"/>
                </a:moveTo>
                <a:lnTo>
                  <a:pt x="204220" y="1269"/>
                </a:lnTo>
                <a:lnTo>
                  <a:pt x="206519" y="3175"/>
                </a:lnTo>
                <a:lnTo>
                  <a:pt x="206261" y="2793"/>
                </a:lnTo>
                <a:lnTo>
                  <a:pt x="205084" y="1397"/>
                </a:lnTo>
                <a:lnTo>
                  <a:pt x="204978" y="1269"/>
                </a:lnTo>
                <a:close/>
              </a:path>
              <a:path w="276859" h="31750">
                <a:moveTo>
                  <a:pt x="181442" y="2482"/>
                </a:moveTo>
                <a:lnTo>
                  <a:pt x="176149" y="2793"/>
                </a:lnTo>
                <a:lnTo>
                  <a:pt x="180009" y="2793"/>
                </a:lnTo>
                <a:lnTo>
                  <a:pt x="181442" y="2482"/>
                </a:lnTo>
                <a:close/>
              </a:path>
              <a:path w="276859" h="31750">
                <a:moveTo>
                  <a:pt x="193082" y="635"/>
                </a:moveTo>
                <a:lnTo>
                  <a:pt x="192786" y="635"/>
                </a:lnTo>
                <a:lnTo>
                  <a:pt x="187494" y="1269"/>
                </a:lnTo>
                <a:lnTo>
                  <a:pt x="187896" y="1269"/>
                </a:lnTo>
                <a:lnTo>
                  <a:pt x="186817" y="1397"/>
                </a:lnTo>
                <a:lnTo>
                  <a:pt x="187071" y="1397"/>
                </a:lnTo>
                <a:lnTo>
                  <a:pt x="184531" y="1778"/>
                </a:lnTo>
                <a:lnTo>
                  <a:pt x="183515" y="2031"/>
                </a:lnTo>
                <a:lnTo>
                  <a:pt x="180009" y="2793"/>
                </a:lnTo>
                <a:lnTo>
                  <a:pt x="179578" y="2793"/>
                </a:lnTo>
                <a:lnTo>
                  <a:pt x="182068" y="2482"/>
                </a:lnTo>
                <a:lnTo>
                  <a:pt x="190618" y="2482"/>
                </a:lnTo>
                <a:lnTo>
                  <a:pt x="193082" y="635"/>
                </a:lnTo>
                <a:close/>
              </a:path>
              <a:path w="276859" h="31750">
                <a:moveTo>
                  <a:pt x="203454" y="635"/>
                </a:moveTo>
                <a:lnTo>
                  <a:pt x="199453" y="635"/>
                </a:lnTo>
                <a:lnTo>
                  <a:pt x="204978" y="1269"/>
                </a:lnTo>
                <a:lnTo>
                  <a:pt x="204220" y="1269"/>
                </a:lnTo>
                <a:lnTo>
                  <a:pt x="203454" y="6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737477" y="3589782"/>
            <a:ext cx="223520" cy="36195"/>
          </a:xfrm>
          <a:custGeom>
            <a:avLst/>
            <a:gdLst/>
            <a:ahLst/>
            <a:cxnLst/>
            <a:rect l="l" t="t" r="r" b="b"/>
            <a:pathLst>
              <a:path w="223520" h="36195">
                <a:moveTo>
                  <a:pt x="98428" y="29880"/>
                </a:moveTo>
                <a:lnTo>
                  <a:pt x="4112" y="29880"/>
                </a:lnTo>
                <a:lnTo>
                  <a:pt x="20827" y="33909"/>
                </a:lnTo>
                <a:lnTo>
                  <a:pt x="21463" y="34036"/>
                </a:lnTo>
                <a:lnTo>
                  <a:pt x="32639" y="35814"/>
                </a:lnTo>
                <a:lnTo>
                  <a:pt x="34925" y="36068"/>
                </a:lnTo>
                <a:lnTo>
                  <a:pt x="41021" y="35687"/>
                </a:lnTo>
                <a:lnTo>
                  <a:pt x="42164" y="35560"/>
                </a:lnTo>
                <a:lnTo>
                  <a:pt x="47831" y="34671"/>
                </a:lnTo>
                <a:lnTo>
                  <a:pt x="47498" y="34671"/>
                </a:lnTo>
                <a:lnTo>
                  <a:pt x="57785" y="34290"/>
                </a:lnTo>
                <a:lnTo>
                  <a:pt x="55372" y="34290"/>
                </a:lnTo>
                <a:lnTo>
                  <a:pt x="61988" y="33361"/>
                </a:lnTo>
                <a:lnTo>
                  <a:pt x="62606" y="33218"/>
                </a:lnTo>
                <a:lnTo>
                  <a:pt x="98428" y="29880"/>
                </a:lnTo>
                <a:close/>
              </a:path>
              <a:path w="223520" h="36195">
                <a:moveTo>
                  <a:pt x="63004" y="33218"/>
                </a:moveTo>
                <a:lnTo>
                  <a:pt x="62606" y="33218"/>
                </a:lnTo>
                <a:lnTo>
                  <a:pt x="61988" y="33361"/>
                </a:lnTo>
                <a:lnTo>
                  <a:pt x="63004" y="33218"/>
                </a:lnTo>
                <a:close/>
              </a:path>
              <a:path w="223520" h="36195">
                <a:moveTo>
                  <a:pt x="7366" y="10287"/>
                </a:moveTo>
                <a:lnTo>
                  <a:pt x="2286" y="13843"/>
                </a:lnTo>
                <a:lnTo>
                  <a:pt x="0" y="24511"/>
                </a:lnTo>
                <a:lnTo>
                  <a:pt x="3536" y="29880"/>
                </a:lnTo>
                <a:lnTo>
                  <a:pt x="97818" y="29880"/>
                </a:lnTo>
                <a:lnTo>
                  <a:pt x="122174" y="28448"/>
                </a:lnTo>
                <a:lnTo>
                  <a:pt x="122681" y="28448"/>
                </a:lnTo>
                <a:lnTo>
                  <a:pt x="131957" y="27471"/>
                </a:lnTo>
                <a:lnTo>
                  <a:pt x="131260" y="27471"/>
                </a:lnTo>
                <a:lnTo>
                  <a:pt x="156337" y="26035"/>
                </a:lnTo>
                <a:lnTo>
                  <a:pt x="156845" y="26035"/>
                </a:lnTo>
                <a:lnTo>
                  <a:pt x="185550" y="23277"/>
                </a:lnTo>
                <a:lnTo>
                  <a:pt x="184923" y="23277"/>
                </a:lnTo>
                <a:lnTo>
                  <a:pt x="192024" y="22860"/>
                </a:lnTo>
                <a:lnTo>
                  <a:pt x="191693" y="22860"/>
                </a:lnTo>
                <a:lnTo>
                  <a:pt x="197154" y="22225"/>
                </a:lnTo>
                <a:lnTo>
                  <a:pt x="215519" y="22225"/>
                </a:lnTo>
                <a:lnTo>
                  <a:pt x="219201" y="20066"/>
                </a:lnTo>
                <a:lnTo>
                  <a:pt x="221106" y="16637"/>
                </a:lnTo>
                <a:lnTo>
                  <a:pt x="222010" y="15113"/>
                </a:lnTo>
                <a:lnTo>
                  <a:pt x="36068" y="15113"/>
                </a:lnTo>
                <a:lnTo>
                  <a:pt x="25690" y="13462"/>
                </a:lnTo>
                <a:lnTo>
                  <a:pt x="25019" y="13462"/>
                </a:lnTo>
                <a:lnTo>
                  <a:pt x="7366" y="10287"/>
                </a:lnTo>
                <a:close/>
              </a:path>
              <a:path w="223520" h="36195">
                <a:moveTo>
                  <a:pt x="190775" y="762"/>
                </a:moveTo>
                <a:lnTo>
                  <a:pt x="184276" y="1143"/>
                </a:lnTo>
                <a:lnTo>
                  <a:pt x="183769" y="1143"/>
                </a:lnTo>
                <a:lnTo>
                  <a:pt x="165480" y="3048"/>
                </a:lnTo>
                <a:lnTo>
                  <a:pt x="153755" y="4138"/>
                </a:lnTo>
                <a:lnTo>
                  <a:pt x="128327" y="5588"/>
                </a:lnTo>
                <a:lnTo>
                  <a:pt x="129921" y="5588"/>
                </a:lnTo>
                <a:lnTo>
                  <a:pt x="119642" y="6805"/>
                </a:lnTo>
                <a:lnTo>
                  <a:pt x="97154" y="8128"/>
                </a:lnTo>
                <a:lnTo>
                  <a:pt x="96647" y="8255"/>
                </a:lnTo>
                <a:lnTo>
                  <a:pt x="59817" y="11938"/>
                </a:lnTo>
                <a:lnTo>
                  <a:pt x="59436" y="12065"/>
                </a:lnTo>
                <a:lnTo>
                  <a:pt x="51292" y="13208"/>
                </a:lnTo>
                <a:lnTo>
                  <a:pt x="50926" y="13208"/>
                </a:lnTo>
                <a:lnTo>
                  <a:pt x="46354" y="13462"/>
                </a:lnTo>
                <a:lnTo>
                  <a:pt x="45212" y="13589"/>
                </a:lnTo>
                <a:lnTo>
                  <a:pt x="38735" y="14732"/>
                </a:lnTo>
                <a:lnTo>
                  <a:pt x="37719" y="14732"/>
                </a:lnTo>
                <a:lnTo>
                  <a:pt x="31623" y="15113"/>
                </a:lnTo>
                <a:lnTo>
                  <a:pt x="222010" y="15113"/>
                </a:lnTo>
                <a:lnTo>
                  <a:pt x="223139" y="13208"/>
                </a:lnTo>
                <a:lnTo>
                  <a:pt x="223139" y="9017"/>
                </a:lnTo>
                <a:lnTo>
                  <a:pt x="221106" y="5588"/>
                </a:lnTo>
                <a:lnTo>
                  <a:pt x="219201" y="2032"/>
                </a:lnTo>
                <a:lnTo>
                  <a:pt x="217130" y="889"/>
                </a:lnTo>
                <a:lnTo>
                  <a:pt x="189865" y="889"/>
                </a:lnTo>
                <a:lnTo>
                  <a:pt x="190775" y="762"/>
                </a:lnTo>
                <a:close/>
              </a:path>
              <a:path w="223520" h="36195">
                <a:moveTo>
                  <a:pt x="19083" y="12410"/>
                </a:moveTo>
                <a:lnTo>
                  <a:pt x="25019" y="13462"/>
                </a:lnTo>
                <a:lnTo>
                  <a:pt x="25690" y="13462"/>
                </a:lnTo>
                <a:lnTo>
                  <a:pt x="19083" y="12410"/>
                </a:lnTo>
                <a:close/>
              </a:path>
              <a:path w="223520" h="36195">
                <a:moveTo>
                  <a:pt x="215519" y="0"/>
                </a:moveTo>
                <a:lnTo>
                  <a:pt x="196723" y="0"/>
                </a:lnTo>
                <a:lnTo>
                  <a:pt x="195325" y="127"/>
                </a:lnTo>
                <a:lnTo>
                  <a:pt x="189865" y="889"/>
                </a:lnTo>
                <a:lnTo>
                  <a:pt x="217130" y="889"/>
                </a:lnTo>
                <a:lnTo>
                  <a:pt x="2155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2" name="object 6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479410" y="3437001"/>
            <a:ext cx="194945" cy="215900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887843" y="3433571"/>
            <a:ext cx="140250" cy="20701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040371" y="3352165"/>
            <a:ext cx="354964" cy="425450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604859" y="3334258"/>
            <a:ext cx="389534" cy="47624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30237" y="3649726"/>
            <a:ext cx="158750" cy="158750"/>
          </a:xfrm>
          <a:prstGeom prst="rect">
            <a:avLst/>
          </a:prstGeom>
        </p:spPr>
      </p:pic>
      <p:sp>
        <p:nvSpPr>
          <p:cNvPr id="67" name="object 6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9936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000" spc="-10"/>
              <a:t>Model: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232916" y="1071880"/>
            <a:ext cx="2372360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latin typeface="Verdana"/>
                <a:cs typeface="Verdana"/>
              </a:rPr>
              <a:t>Previously:</a:t>
            </a:r>
            <a:r>
              <a:rPr dirty="0" sz="2400" spc="-55">
                <a:latin typeface="Verdana"/>
                <a:cs typeface="Verdana"/>
              </a:rPr>
              <a:t> </a:t>
            </a:r>
            <a:r>
              <a:rPr dirty="0" sz="2400" spc="-20">
                <a:latin typeface="Cambria Math"/>
                <a:cs typeface="Cambria Math"/>
              </a:rPr>
              <a:t>𝑓</a:t>
            </a:r>
            <a:r>
              <a:rPr dirty="0" baseline="-17973" sz="2550" spc="-30">
                <a:latin typeface="Cambria Math"/>
                <a:cs typeface="Cambria Math"/>
              </a:rPr>
              <a:t>𝑤,𝑏</a:t>
            </a:r>
            <a:endParaRPr baseline="-17973" sz="25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10990" y="1162938"/>
            <a:ext cx="368300" cy="282575"/>
          </a:xfrm>
          <a:custGeom>
            <a:avLst/>
            <a:gdLst/>
            <a:ahLst/>
            <a:cxnLst/>
            <a:rect l="l" t="t" r="r" b="b"/>
            <a:pathLst>
              <a:path w="368300" h="282575">
                <a:moveTo>
                  <a:pt x="278130" y="0"/>
                </a:moveTo>
                <a:lnTo>
                  <a:pt x="274066" y="11430"/>
                </a:lnTo>
                <a:lnTo>
                  <a:pt x="290447" y="18522"/>
                </a:lnTo>
                <a:lnTo>
                  <a:pt x="304530" y="28352"/>
                </a:lnTo>
                <a:lnTo>
                  <a:pt x="333069" y="73852"/>
                </a:lnTo>
                <a:lnTo>
                  <a:pt x="341324" y="115341"/>
                </a:lnTo>
                <a:lnTo>
                  <a:pt x="341364" y="115623"/>
                </a:lnTo>
                <a:lnTo>
                  <a:pt x="341346" y="164633"/>
                </a:lnTo>
                <a:lnTo>
                  <a:pt x="333015" y="207547"/>
                </a:lnTo>
                <a:lnTo>
                  <a:pt x="304546" y="253841"/>
                </a:lnTo>
                <a:lnTo>
                  <a:pt x="274574" y="270890"/>
                </a:lnTo>
                <a:lnTo>
                  <a:pt x="278130" y="282321"/>
                </a:lnTo>
                <a:lnTo>
                  <a:pt x="316626" y="264239"/>
                </a:lnTo>
                <a:lnTo>
                  <a:pt x="344932" y="232918"/>
                </a:lnTo>
                <a:lnTo>
                  <a:pt x="362362" y="191119"/>
                </a:lnTo>
                <a:lnTo>
                  <a:pt x="368173" y="141224"/>
                </a:lnTo>
                <a:lnTo>
                  <a:pt x="366736" y="115623"/>
                </a:lnTo>
                <a:lnTo>
                  <a:pt x="366720" y="115341"/>
                </a:lnTo>
                <a:lnTo>
                  <a:pt x="355099" y="69482"/>
                </a:lnTo>
                <a:lnTo>
                  <a:pt x="331976" y="32146"/>
                </a:lnTo>
                <a:lnTo>
                  <a:pt x="298586" y="7381"/>
                </a:lnTo>
                <a:lnTo>
                  <a:pt x="278130" y="0"/>
                </a:lnTo>
                <a:close/>
              </a:path>
              <a:path w="368300" h="282575">
                <a:moveTo>
                  <a:pt x="90043" y="0"/>
                </a:moveTo>
                <a:lnTo>
                  <a:pt x="51641" y="18097"/>
                </a:lnTo>
                <a:lnTo>
                  <a:pt x="23241" y="49530"/>
                </a:lnTo>
                <a:lnTo>
                  <a:pt x="5810" y="91424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77"/>
                </a:lnTo>
                <a:lnTo>
                  <a:pt x="13073" y="213036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890"/>
                </a:lnTo>
                <a:lnTo>
                  <a:pt x="77529" y="263771"/>
                </a:lnTo>
                <a:lnTo>
                  <a:pt x="63627" y="253841"/>
                </a:lnTo>
                <a:lnTo>
                  <a:pt x="35157" y="207547"/>
                </a:lnTo>
                <a:lnTo>
                  <a:pt x="26826" y="164633"/>
                </a:lnTo>
                <a:lnTo>
                  <a:pt x="25781" y="139700"/>
                </a:lnTo>
                <a:lnTo>
                  <a:pt x="26826" y="115623"/>
                </a:lnTo>
                <a:lnTo>
                  <a:pt x="35157" y="73852"/>
                </a:lnTo>
                <a:lnTo>
                  <a:pt x="63738" y="28352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99128" y="1071880"/>
            <a:ext cx="164909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3225" algn="l"/>
              </a:tabLst>
            </a:pPr>
            <a:r>
              <a:rPr dirty="0" sz="2400" spc="-50">
                <a:latin typeface="Cambria Math"/>
                <a:cs typeface="Cambria Math"/>
              </a:rPr>
              <a:t>𝑥</a:t>
            </a:r>
            <a:r>
              <a:rPr dirty="0" sz="2400">
                <a:latin typeface="Cambria Math"/>
                <a:cs typeface="Cambria Math"/>
              </a:rPr>
              <a:t>	=</a:t>
            </a:r>
            <a:r>
              <a:rPr dirty="0" sz="2400" spc="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𝑤𝑥</a:t>
            </a:r>
            <a:r>
              <a:rPr dirty="0" sz="2400" spc="6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60"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4436" y="1784857"/>
            <a:ext cx="1457325" cy="741045"/>
            <a:chOff x="414436" y="1784857"/>
            <a:chExt cx="1457325" cy="7410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2466" y="1784857"/>
              <a:ext cx="429259" cy="40512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436" y="2194940"/>
              <a:ext cx="1157061" cy="330961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9289" y="1958339"/>
            <a:ext cx="109961" cy="1651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32329" y="1768601"/>
            <a:ext cx="101092" cy="3975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97530" y="1790064"/>
            <a:ext cx="107823" cy="4127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5464" y="1855089"/>
            <a:ext cx="201168" cy="27317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26639" y="1896745"/>
            <a:ext cx="199262" cy="13030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84525" y="1842135"/>
            <a:ext cx="371625" cy="24485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34232" y="1823211"/>
            <a:ext cx="326135" cy="26238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58284" y="1823339"/>
            <a:ext cx="193207" cy="19075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334128" y="1823847"/>
            <a:ext cx="745490" cy="27558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69153" y="1821052"/>
            <a:ext cx="234568" cy="17856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15113" y="1815845"/>
            <a:ext cx="772656" cy="33185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382384" y="1859533"/>
            <a:ext cx="178942" cy="19888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701028" y="1843151"/>
            <a:ext cx="378332" cy="34378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151496" y="1846452"/>
            <a:ext cx="280161" cy="32423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557516" y="1854200"/>
            <a:ext cx="126745" cy="17792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832597" y="1782698"/>
            <a:ext cx="192997" cy="31876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29297" y="2639441"/>
            <a:ext cx="680994" cy="436625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1684147" y="2614041"/>
            <a:ext cx="97790" cy="461645"/>
          </a:xfrm>
          <a:custGeom>
            <a:avLst/>
            <a:gdLst/>
            <a:ahLst/>
            <a:cxnLst/>
            <a:rect l="l" t="t" r="r" b="b"/>
            <a:pathLst>
              <a:path w="97789" h="461644">
                <a:moveTo>
                  <a:pt x="61104" y="19938"/>
                </a:moveTo>
                <a:lnTo>
                  <a:pt x="42290" y="19938"/>
                </a:lnTo>
                <a:lnTo>
                  <a:pt x="41782" y="21970"/>
                </a:lnTo>
                <a:lnTo>
                  <a:pt x="41573" y="21970"/>
                </a:lnTo>
                <a:lnTo>
                  <a:pt x="40851" y="24002"/>
                </a:lnTo>
                <a:lnTo>
                  <a:pt x="39115" y="28575"/>
                </a:lnTo>
                <a:lnTo>
                  <a:pt x="38988" y="28828"/>
                </a:lnTo>
                <a:lnTo>
                  <a:pt x="37210" y="33781"/>
                </a:lnTo>
                <a:lnTo>
                  <a:pt x="37083" y="34035"/>
                </a:lnTo>
                <a:lnTo>
                  <a:pt x="35305" y="39369"/>
                </a:lnTo>
                <a:lnTo>
                  <a:pt x="35178" y="39623"/>
                </a:lnTo>
                <a:lnTo>
                  <a:pt x="33400" y="44957"/>
                </a:lnTo>
                <a:lnTo>
                  <a:pt x="33400" y="45338"/>
                </a:lnTo>
                <a:lnTo>
                  <a:pt x="33266" y="45338"/>
                </a:lnTo>
                <a:lnTo>
                  <a:pt x="31241" y="51053"/>
                </a:lnTo>
                <a:lnTo>
                  <a:pt x="31150" y="51434"/>
                </a:lnTo>
                <a:lnTo>
                  <a:pt x="29047" y="57276"/>
                </a:lnTo>
                <a:lnTo>
                  <a:pt x="28924" y="57657"/>
                </a:lnTo>
                <a:lnTo>
                  <a:pt x="26750" y="66440"/>
                </a:lnTo>
                <a:lnTo>
                  <a:pt x="23621" y="77850"/>
                </a:lnTo>
                <a:lnTo>
                  <a:pt x="23367" y="78612"/>
                </a:lnTo>
                <a:lnTo>
                  <a:pt x="19684" y="95503"/>
                </a:lnTo>
                <a:lnTo>
                  <a:pt x="19684" y="95631"/>
                </a:lnTo>
                <a:lnTo>
                  <a:pt x="16509" y="111378"/>
                </a:lnTo>
                <a:lnTo>
                  <a:pt x="13588" y="125348"/>
                </a:lnTo>
                <a:lnTo>
                  <a:pt x="13461" y="125856"/>
                </a:lnTo>
                <a:lnTo>
                  <a:pt x="10159" y="146431"/>
                </a:lnTo>
                <a:lnTo>
                  <a:pt x="9016" y="154431"/>
                </a:lnTo>
                <a:lnTo>
                  <a:pt x="9016" y="154685"/>
                </a:lnTo>
                <a:lnTo>
                  <a:pt x="6857" y="172338"/>
                </a:lnTo>
                <a:lnTo>
                  <a:pt x="6857" y="172592"/>
                </a:lnTo>
                <a:lnTo>
                  <a:pt x="6145" y="179951"/>
                </a:lnTo>
                <a:lnTo>
                  <a:pt x="6032" y="181123"/>
                </a:lnTo>
                <a:lnTo>
                  <a:pt x="3936" y="193928"/>
                </a:lnTo>
                <a:lnTo>
                  <a:pt x="3936" y="194182"/>
                </a:lnTo>
                <a:lnTo>
                  <a:pt x="2793" y="203200"/>
                </a:lnTo>
                <a:lnTo>
                  <a:pt x="2793" y="203707"/>
                </a:lnTo>
                <a:lnTo>
                  <a:pt x="1684" y="216283"/>
                </a:lnTo>
                <a:lnTo>
                  <a:pt x="1610" y="216657"/>
                </a:lnTo>
                <a:lnTo>
                  <a:pt x="634" y="225678"/>
                </a:lnTo>
                <a:lnTo>
                  <a:pt x="507" y="226567"/>
                </a:lnTo>
                <a:lnTo>
                  <a:pt x="126" y="240791"/>
                </a:lnTo>
                <a:lnTo>
                  <a:pt x="0" y="268096"/>
                </a:lnTo>
                <a:lnTo>
                  <a:pt x="347" y="281636"/>
                </a:lnTo>
                <a:lnTo>
                  <a:pt x="380" y="283209"/>
                </a:lnTo>
                <a:lnTo>
                  <a:pt x="617" y="286994"/>
                </a:lnTo>
                <a:lnTo>
                  <a:pt x="658" y="287656"/>
                </a:lnTo>
                <a:lnTo>
                  <a:pt x="761" y="289813"/>
                </a:lnTo>
                <a:lnTo>
                  <a:pt x="2793" y="310769"/>
                </a:lnTo>
                <a:lnTo>
                  <a:pt x="3047" y="311657"/>
                </a:lnTo>
                <a:lnTo>
                  <a:pt x="5239" y="323214"/>
                </a:lnTo>
                <a:lnTo>
                  <a:pt x="5714" y="325373"/>
                </a:lnTo>
                <a:lnTo>
                  <a:pt x="6350" y="332231"/>
                </a:lnTo>
                <a:lnTo>
                  <a:pt x="6476" y="332739"/>
                </a:lnTo>
                <a:lnTo>
                  <a:pt x="8508" y="348233"/>
                </a:lnTo>
                <a:lnTo>
                  <a:pt x="9651" y="354838"/>
                </a:lnTo>
                <a:lnTo>
                  <a:pt x="9778" y="355853"/>
                </a:lnTo>
                <a:lnTo>
                  <a:pt x="23240" y="390144"/>
                </a:lnTo>
                <a:lnTo>
                  <a:pt x="26034" y="394842"/>
                </a:lnTo>
                <a:lnTo>
                  <a:pt x="26542" y="395604"/>
                </a:lnTo>
                <a:lnTo>
                  <a:pt x="33781" y="405764"/>
                </a:lnTo>
                <a:lnTo>
                  <a:pt x="36956" y="410082"/>
                </a:lnTo>
                <a:lnTo>
                  <a:pt x="43166" y="418591"/>
                </a:lnTo>
                <a:lnTo>
                  <a:pt x="43306" y="418719"/>
                </a:lnTo>
                <a:lnTo>
                  <a:pt x="43542" y="419072"/>
                </a:lnTo>
                <a:lnTo>
                  <a:pt x="43759" y="419481"/>
                </a:lnTo>
                <a:lnTo>
                  <a:pt x="45719" y="422782"/>
                </a:lnTo>
                <a:lnTo>
                  <a:pt x="46227" y="423544"/>
                </a:lnTo>
                <a:lnTo>
                  <a:pt x="52450" y="431800"/>
                </a:lnTo>
                <a:lnTo>
                  <a:pt x="54990" y="435228"/>
                </a:lnTo>
                <a:lnTo>
                  <a:pt x="60325" y="441706"/>
                </a:lnTo>
                <a:lnTo>
                  <a:pt x="63500" y="444881"/>
                </a:lnTo>
                <a:lnTo>
                  <a:pt x="67817" y="448944"/>
                </a:lnTo>
                <a:lnTo>
                  <a:pt x="69722" y="450469"/>
                </a:lnTo>
                <a:lnTo>
                  <a:pt x="73405" y="453644"/>
                </a:lnTo>
                <a:lnTo>
                  <a:pt x="74548" y="454659"/>
                </a:lnTo>
                <a:lnTo>
                  <a:pt x="76217" y="455772"/>
                </a:lnTo>
                <a:lnTo>
                  <a:pt x="82676" y="461136"/>
                </a:lnTo>
                <a:lnTo>
                  <a:pt x="89407" y="460628"/>
                </a:lnTo>
                <a:lnTo>
                  <a:pt x="97281" y="451738"/>
                </a:lnTo>
                <a:lnTo>
                  <a:pt x="96900" y="444881"/>
                </a:lnTo>
                <a:lnTo>
                  <a:pt x="92455" y="440944"/>
                </a:lnTo>
                <a:lnTo>
                  <a:pt x="89661" y="438276"/>
                </a:lnTo>
                <a:lnTo>
                  <a:pt x="89280" y="438022"/>
                </a:lnTo>
                <a:lnTo>
                  <a:pt x="87883" y="436879"/>
                </a:lnTo>
                <a:lnTo>
                  <a:pt x="86140" y="435228"/>
                </a:lnTo>
                <a:lnTo>
                  <a:pt x="84581" y="433831"/>
                </a:lnTo>
                <a:lnTo>
                  <a:pt x="84200" y="433450"/>
                </a:lnTo>
                <a:lnTo>
                  <a:pt x="82422" y="432053"/>
                </a:lnTo>
                <a:lnTo>
                  <a:pt x="82234" y="431800"/>
                </a:lnTo>
                <a:lnTo>
                  <a:pt x="78612" y="428497"/>
                </a:lnTo>
                <a:lnTo>
                  <a:pt x="77597" y="427481"/>
                </a:lnTo>
                <a:lnTo>
                  <a:pt x="77469" y="427481"/>
                </a:lnTo>
                <a:lnTo>
                  <a:pt x="72008" y="421004"/>
                </a:lnTo>
                <a:lnTo>
                  <a:pt x="70917" y="419481"/>
                </a:lnTo>
                <a:lnTo>
                  <a:pt x="70329" y="418719"/>
                </a:lnTo>
                <a:lnTo>
                  <a:pt x="64134" y="410336"/>
                </a:lnTo>
                <a:lnTo>
                  <a:pt x="64024" y="410082"/>
                </a:lnTo>
                <a:lnTo>
                  <a:pt x="61975" y="406907"/>
                </a:lnTo>
                <a:lnTo>
                  <a:pt x="54736" y="397128"/>
                </a:lnTo>
                <a:lnTo>
                  <a:pt x="54609" y="396875"/>
                </a:lnTo>
                <a:lnTo>
                  <a:pt x="51528" y="392964"/>
                </a:lnTo>
                <a:lnTo>
                  <a:pt x="51356" y="392649"/>
                </a:lnTo>
                <a:lnTo>
                  <a:pt x="44313" y="382784"/>
                </a:lnTo>
                <a:lnTo>
                  <a:pt x="41782" y="378713"/>
                </a:lnTo>
                <a:lnTo>
                  <a:pt x="41215" y="377570"/>
                </a:lnTo>
                <a:lnTo>
                  <a:pt x="35560" y="366966"/>
                </a:lnTo>
                <a:lnTo>
                  <a:pt x="34632" y="364997"/>
                </a:lnTo>
                <a:lnTo>
                  <a:pt x="34416" y="364997"/>
                </a:lnTo>
                <a:lnTo>
                  <a:pt x="33654" y="362965"/>
                </a:lnTo>
                <a:lnTo>
                  <a:pt x="33900" y="362965"/>
                </a:lnTo>
                <a:lnTo>
                  <a:pt x="31124" y="352054"/>
                </a:lnTo>
                <a:lnTo>
                  <a:pt x="29923" y="345174"/>
                </a:lnTo>
                <a:lnTo>
                  <a:pt x="29792" y="344812"/>
                </a:lnTo>
                <a:lnTo>
                  <a:pt x="27499" y="328391"/>
                </a:lnTo>
                <a:lnTo>
                  <a:pt x="26923" y="323214"/>
                </a:lnTo>
                <a:lnTo>
                  <a:pt x="26796" y="322325"/>
                </a:lnTo>
                <a:lnTo>
                  <a:pt x="24027" y="308356"/>
                </a:lnTo>
                <a:lnTo>
                  <a:pt x="23953" y="308057"/>
                </a:lnTo>
                <a:lnTo>
                  <a:pt x="23875" y="307594"/>
                </a:lnTo>
                <a:lnTo>
                  <a:pt x="23270" y="302129"/>
                </a:lnTo>
                <a:lnTo>
                  <a:pt x="23216" y="301881"/>
                </a:lnTo>
                <a:lnTo>
                  <a:pt x="22051" y="289813"/>
                </a:lnTo>
                <a:lnTo>
                  <a:pt x="22002" y="289306"/>
                </a:lnTo>
                <a:lnTo>
                  <a:pt x="21879" y="288032"/>
                </a:lnTo>
                <a:lnTo>
                  <a:pt x="21778" y="286994"/>
                </a:lnTo>
                <a:lnTo>
                  <a:pt x="21541" y="283209"/>
                </a:lnTo>
                <a:lnTo>
                  <a:pt x="21442" y="281636"/>
                </a:lnTo>
                <a:lnTo>
                  <a:pt x="21095" y="268096"/>
                </a:lnTo>
                <a:lnTo>
                  <a:pt x="21081" y="247395"/>
                </a:lnTo>
                <a:lnTo>
                  <a:pt x="20962" y="241172"/>
                </a:lnTo>
                <a:lnTo>
                  <a:pt x="20954" y="240791"/>
                </a:lnTo>
                <a:lnTo>
                  <a:pt x="21304" y="228256"/>
                </a:lnTo>
                <a:lnTo>
                  <a:pt x="22351" y="218694"/>
                </a:lnTo>
                <a:lnTo>
                  <a:pt x="22351" y="218312"/>
                </a:lnTo>
                <a:lnTo>
                  <a:pt x="23460" y="205748"/>
                </a:lnTo>
                <a:lnTo>
                  <a:pt x="23495" y="205349"/>
                </a:lnTo>
                <a:lnTo>
                  <a:pt x="23596" y="203707"/>
                </a:lnTo>
                <a:lnTo>
                  <a:pt x="24232" y="198164"/>
                </a:lnTo>
                <a:lnTo>
                  <a:pt x="24341" y="197099"/>
                </a:lnTo>
                <a:lnTo>
                  <a:pt x="24441" y="196731"/>
                </a:lnTo>
                <a:lnTo>
                  <a:pt x="26542" y="183006"/>
                </a:lnTo>
                <a:lnTo>
                  <a:pt x="26663" y="181123"/>
                </a:lnTo>
                <a:lnTo>
                  <a:pt x="27190" y="175682"/>
                </a:lnTo>
                <a:lnTo>
                  <a:pt x="29472" y="157207"/>
                </a:lnTo>
                <a:lnTo>
                  <a:pt x="29339" y="157207"/>
                </a:lnTo>
                <a:lnTo>
                  <a:pt x="30424" y="149618"/>
                </a:lnTo>
                <a:lnTo>
                  <a:pt x="30833" y="146612"/>
                </a:lnTo>
                <a:lnTo>
                  <a:pt x="30905" y="146431"/>
                </a:lnTo>
                <a:lnTo>
                  <a:pt x="31296" y="143727"/>
                </a:lnTo>
                <a:lnTo>
                  <a:pt x="33569" y="129547"/>
                </a:lnTo>
                <a:lnTo>
                  <a:pt x="33653" y="129026"/>
                </a:lnTo>
                <a:lnTo>
                  <a:pt x="33752" y="128406"/>
                </a:lnTo>
                <a:lnTo>
                  <a:pt x="36321" y="115442"/>
                </a:lnTo>
                <a:lnTo>
                  <a:pt x="43097" y="83194"/>
                </a:lnTo>
                <a:lnTo>
                  <a:pt x="43181" y="82797"/>
                </a:lnTo>
                <a:lnTo>
                  <a:pt x="43305" y="82205"/>
                </a:lnTo>
                <a:lnTo>
                  <a:pt x="45084" y="75310"/>
                </a:lnTo>
                <a:lnTo>
                  <a:pt x="45084" y="75056"/>
                </a:lnTo>
                <a:lnTo>
                  <a:pt x="51942" y="51181"/>
                </a:lnTo>
                <a:lnTo>
                  <a:pt x="53720" y="45338"/>
                </a:lnTo>
                <a:lnTo>
                  <a:pt x="33400" y="45338"/>
                </a:lnTo>
                <a:lnTo>
                  <a:pt x="33519" y="44957"/>
                </a:lnTo>
                <a:lnTo>
                  <a:pt x="53841" y="44957"/>
                </a:lnTo>
                <a:lnTo>
                  <a:pt x="55371" y="40131"/>
                </a:lnTo>
                <a:lnTo>
                  <a:pt x="57103" y="35432"/>
                </a:lnTo>
                <a:lnTo>
                  <a:pt x="57551" y="34035"/>
                </a:lnTo>
                <a:lnTo>
                  <a:pt x="58800" y="30733"/>
                </a:lnTo>
                <a:lnTo>
                  <a:pt x="60325" y="26034"/>
                </a:lnTo>
                <a:lnTo>
                  <a:pt x="60658" y="24256"/>
                </a:lnTo>
                <a:lnTo>
                  <a:pt x="60705" y="24002"/>
                </a:lnTo>
                <a:lnTo>
                  <a:pt x="60905" y="21970"/>
                </a:lnTo>
                <a:lnTo>
                  <a:pt x="41782" y="21970"/>
                </a:lnTo>
                <a:lnTo>
                  <a:pt x="41887" y="21081"/>
                </a:lnTo>
                <a:lnTo>
                  <a:pt x="60992" y="21081"/>
                </a:lnTo>
                <a:lnTo>
                  <a:pt x="61104" y="19938"/>
                </a:lnTo>
                <a:close/>
              </a:path>
              <a:path w="97789" h="461644">
                <a:moveTo>
                  <a:pt x="76787" y="426672"/>
                </a:moveTo>
                <a:lnTo>
                  <a:pt x="77469" y="427481"/>
                </a:lnTo>
                <a:lnTo>
                  <a:pt x="77597" y="427481"/>
                </a:lnTo>
                <a:lnTo>
                  <a:pt x="76787" y="426672"/>
                </a:lnTo>
                <a:close/>
              </a:path>
              <a:path w="97789" h="461644">
                <a:moveTo>
                  <a:pt x="34195" y="364070"/>
                </a:moveTo>
                <a:lnTo>
                  <a:pt x="34416" y="364997"/>
                </a:lnTo>
                <a:lnTo>
                  <a:pt x="34632" y="364997"/>
                </a:lnTo>
                <a:lnTo>
                  <a:pt x="34195" y="364070"/>
                </a:lnTo>
                <a:close/>
              </a:path>
              <a:path w="97789" h="461644">
                <a:moveTo>
                  <a:pt x="33654" y="362965"/>
                </a:moveTo>
                <a:lnTo>
                  <a:pt x="34069" y="364070"/>
                </a:lnTo>
                <a:lnTo>
                  <a:pt x="34196" y="364070"/>
                </a:lnTo>
                <a:lnTo>
                  <a:pt x="33654" y="362965"/>
                </a:lnTo>
                <a:close/>
              </a:path>
              <a:path w="97789" h="461644">
                <a:moveTo>
                  <a:pt x="33900" y="362965"/>
                </a:moveTo>
                <a:lnTo>
                  <a:pt x="33654" y="362965"/>
                </a:lnTo>
                <a:lnTo>
                  <a:pt x="34196" y="364070"/>
                </a:lnTo>
                <a:lnTo>
                  <a:pt x="33900" y="362965"/>
                </a:lnTo>
                <a:close/>
              </a:path>
              <a:path w="97789" h="461644">
                <a:moveTo>
                  <a:pt x="29784" y="154685"/>
                </a:moveTo>
                <a:lnTo>
                  <a:pt x="29339" y="157207"/>
                </a:lnTo>
                <a:lnTo>
                  <a:pt x="29472" y="157207"/>
                </a:lnTo>
                <a:lnTo>
                  <a:pt x="29784" y="154685"/>
                </a:lnTo>
                <a:close/>
              </a:path>
              <a:path w="97789" h="461644">
                <a:moveTo>
                  <a:pt x="48640" y="0"/>
                </a:moveTo>
                <a:lnTo>
                  <a:pt x="44195" y="3556"/>
                </a:lnTo>
                <a:lnTo>
                  <a:pt x="43560" y="8508"/>
                </a:lnTo>
                <a:lnTo>
                  <a:pt x="42544" y="15366"/>
                </a:lnTo>
                <a:lnTo>
                  <a:pt x="42544" y="15493"/>
                </a:lnTo>
                <a:lnTo>
                  <a:pt x="41887" y="21081"/>
                </a:lnTo>
                <a:lnTo>
                  <a:pt x="42290" y="19938"/>
                </a:lnTo>
                <a:lnTo>
                  <a:pt x="61104" y="19938"/>
                </a:lnTo>
                <a:lnTo>
                  <a:pt x="61340" y="17525"/>
                </a:lnTo>
                <a:lnTo>
                  <a:pt x="61467" y="17398"/>
                </a:lnTo>
                <a:lnTo>
                  <a:pt x="62356" y="5460"/>
                </a:lnTo>
                <a:lnTo>
                  <a:pt x="58673" y="1015"/>
                </a:lnTo>
                <a:lnTo>
                  <a:pt x="48640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142744" y="2649220"/>
            <a:ext cx="92710" cy="45465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853418" y="2767964"/>
            <a:ext cx="173374" cy="25387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387980" y="2777870"/>
            <a:ext cx="239345" cy="138430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4221226" y="2610739"/>
            <a:ext cx="4641850" cy="960755"/>
            <a:chOff x="4221226" y="2610739"/>
            <a:chExt cx="4641850" cy="960755"/>
          </a:xfrm>
        </p:grpSpPr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356801" y="2651125"/>
              <a:ext cx="242116" cy="23037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445506" y="2610739"/>
              <a:ext cx="3417189" cy="94246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20743" y="2650617"/>
              <a:ext cx="1233932" cy="92074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21226" y="2678303"/>
              <a:ext cx="435737" cy="52057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342771" y="4005262"/>
            <a:ext cx="56070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1574" sz="3600" spc="-3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sz="1700" spc="-20">
                <a:solidFill>
                  <a:srgbClr val="0096FF"/>
                </a:solidFill>
                <a:latin typeface="Cambria Math"/>
                <a:cs typeface="Cambria Math"/>
              </a:rPr>
              <a:t>𝑤,𝑏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911095" y="4023817"/>
            <a:ext cx="339725" cy="282575"/>
          </a:xfrm>
          <a:custGeom>
            <a:avLst/>
            <a:gdLst/>
            <a:ahLst/>
            <a:cxnLst/>
            <a:rect l="l" t="t" r="r" b="b"/>
            <a:pathLst>
              <a:path w="339725" h="282575">
                <a:moveTo>
                  <a:pt x="249681" y="0"/>
                </a:moveTo>
                <a:lnTo>
                  <a:pt x="245618" y="11455"/>
                </a:lnTo>
                <a:lnTo>
                  <a:pt x="261927" y="18551"/>
                </a:lnTo>
                <a:lnTo>
                  <a:pt x="275986" y="28371"/>
                </a:lnTo>
                <a:lnTo>
                  <a:pt x="304567" y="73880"/>
                </a:lnTo>
                <a:lnTo>
                  <a:pt x="312854" y="115357"/>
                </a:lnTo>
                <a:lnTo>
                  <a:pt x="312898" y="115661"/>
                </a:lnTo>
                <a:lnTo>
                  <a:pt x="312896" y="164649"/>
                </a:lnTo>
                <a:lnTo>
                  <a:pt x="304514" y="207587"/>
                </a:lnTo>
                <a:lnTo>
                  <a:pt x="276018" y="253828"/>
                </a:lnTo>
                <a:lnTo>
                  <a:pt x="245999" y="270865"/>
                </a:lnTo>
                <a:lnTo>
                  <a:pt x="249681" y="282333"/>
                </a:lnTo>
                <a:lnTo>
                  <a:pt x="288131" y="264264"/>
                </a:lnTo>
                <a:lnTo>
                  <a:pt x="316484" y="232994"/>
                </a:lnTo>
                <a:lnTo>
                  <a:pt x="333851" y="191115"/>
                </a:lnTo>
                <a:lnTo>
                  <a:pt x="339598" y="141236"/>
                </a:lnTo>
                <a:lnTo>
                  <a:pt x="338162" y="115661"/>
                </a:lnTo>
                <a:lnTo>
                  <a:pt x="338145" y="115357"/>
                </a:lnTo>
                <a:lnTo>
                  <a:pt x="326524" y="69484"/>
                </a:lnTo>
                <a:lnTo>
                  <a:pt x="303474" y="32139"/>
                </a:lnTo>
                <a:lnTo>
                  <a:pt x="270136" y="7393"/>
                </a:lnTo>
                <a:lnTo>
                  <a:pt x="249681" y="0"/>
                </a:lnTo>
                <a:close/>
              </a:path>
              <a:path w="339725" h="282575">
                <a:moveTo>
                  <a:pt x="90043" y="0"/>
                </a:moveTo>
                <a:lnTo>
                  <a:pt x="51657" y="18107"/>
                </a:lnTo>
                <a:lnTo>
                  <a:pt x="23368" y="49491"/>
                </a:lnTo>
                <a:lnTo>
                  <a:pt x="5826" y="91439"/>
                </a:lnTo>
                <a:lnTo>
                  <a:pt x="83" y="139750"/>
                </a:lnTo>
                <a:lnTo>
                  <a:pt x="0" y="141236"/>
                </a:lnTo>
                <a:lnTo>
                  <a:pt x="5810" y="191115"/>
                </a:lnTo>
                <a:lnTo>
                  <a:pt x="23241" y="232994"/>
                </a:lnTo>
                <a:lnTo>
                  <a:pt x="51546" y="264264"/>
                </a:lnTo>
                <a:lnTo>
                  <a:pt x="90043" y="282333"/>
                </a:lnTo>
                <a:lnTo>
                  <a:pt x="93599" y="270865"/>
                </a:lnTo>
                <a:lnTo>
                  <a:pt x="77549" y="263743"/>
                </a:lnTo>
                <a:lnTo>
                  <a:pt x="63690" y="253828"/>
                </a:lnTo>
                <a:lnTo>
                  <a:pt x="35210" y="207587"/>
                </a:lnTo>
                <a:lnTo>
                  <a:pt x="26828" y="164649"/>
                </a:lnTo>
                <a:lnTo>
                  <a:pt x="25781" y="139750"/>
                </a:lnTo>
                <a:lnTo>
                  <a:pt x="26828" y="115661"/>
                </a:lnTo>
                <a:lnTo>
                  <a:pt x="35210" y="73880"/>
                </a:lnTo>
                <a:lnTo>
                  <a:pt x="63801" y="28371"/>
                </a:lnTo>
                <a:lnTo>
                  <a:pt x="94106" y="11455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972310" y="3938587"/>
            <a:ext cx="46780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00050" algn="l"/>
                <a:tab pos="2802890" algn="l"/>
              </a:tabLst>
            </a:pPr>
            <a:r>
              <a:rPr dirty="0" sz="24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2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7973" sz="2550" spc="37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5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7973" sz="2550" spc="38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+</a:t>
            </a:r>
            <a:r>
              <a:rPr dirty="0" sz="2400">
                <a:latin typeface="Cambria Math"/>
                <a:cs typeface="Cambria Math"/>
              </a:rPr>
              <a:t>	⋯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7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 spc="112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r>
              <a:rPr dirty="0" sz="2400" spc="7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 spc="112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dirty="0" baseline="-17973" sz="2550" spc="35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800857" y="2675254"/>
            <a:ext cx="466037" cy="25247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04666" y="3398520"/>
            <a:ext cx="574802" cy="239776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364610" y="2667380"/>
            <a:ext cx="584073" cy="62255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132198" y="3323463"/>
            <a:ext cx="203962" cy="24257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697226" y="3068701"/>
            <a:ext cx="168275" cy="158750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7409" y="3429634"/>
            <a:ext cx="393636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latin typeface="Verdana"/>
                <a:cs typeface="Verdana"/>
              </a:rPr>
              <a:t>multiple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linear</a:t>
            </a:r>
            <a:r>
              <a:rPr dirty="0" sz="2400" spc="-40">
                <a:latin typeface="Verdana"/>
                <a:cs typeface="Verdana"/>
              </a:rPr>
              <a:t> </a:t>
            </a:r>
            <a:r>
              <a:rPr dirty="0" sz="2400" spc="-10">
                <a:latin typeface="Verdana"/>
                <a:cs typeface="Verdana"/>
              </a:rPr>
              <a:t>regression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9625" y="412368"/>
            <a:ext cx="56070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2731" sz="3600" spc="-3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sz="1700" spc="-20">
                <a:solidFill>
                  <a:srgbClr val="0096FF"/>
                </a:solidFill>
                <a:latin typeface="Cambria Math"/>
                <a:cs typeface="Cambria Math"/>
              </a:rPr>
              <a:t>𝑤,𝑏</a:t>
            </a:r>
            <a:endParaRPr sz="1700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6100" y="353949"/>
            <a:ext cx="430656" cy="558926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38910" y="345440"/>
            <a:ext cx="4706620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28625" algn="l"/>
                <a:tab pos="2831465" algn="l"/>
              </a:tabLst>
            </a:pPr>
            <a:r>
              <a:rPr dirty="0" sz="24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7973" sz="2550" spc="4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3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7973" sz="2550" spc="47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+</a:t>
            </a:r>
            <a:r>
              <a:rPr dirty="0" sz="2400">
                <a:latin typeface="Cambria Math"/>
                <a:cs typeface="Cambria Math"/>
              </a:rPr>
              <a:t>	⋯</a:t>
            </a:r>
            <a:r>
              <a:rPr dirty="0" sz="2400" spc="-11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-70">
                <a:latin typeface="Cambria Math"/>
                <a:cs typeface="Cambria Math"/>
              </a:rPr>
              <a:t> </a:t>
            </a:r>
            <a:r>
              <a:rPr dirty="0" sz="2400" spc="7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 spc="112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r>
              <a:rPr dirty="0" sz="2400" spc="7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 spc="112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dirty="0" baseline="-17973" sz="2550" spc="45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5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9513" y="3019805"/>
            <a:ext cx="195580" cy="52705"/>
          </a:xfrm>
          <a:custGeom>
            <a:avLst/>
            <a:gdLst/>
            <a:ahLst/>
            <a:cxnLst/>
            <a:rect l="l" t="t" r="r" b="b"/>
            <a:pathLst>
              <a:path w="195579" h="52705">
                <a:moveTo>
                  <a:pt x="168109" y="0"/>
                </a:moveTo>
                <a:lnTo>
                  <a:pt x="162433" y="6476"/>
                </a:lnTo>
                <a:lnTo>
                  <a:pt x="179552" y="21336"/>
                </a:lnTo>
                <a:lnTo>
                  <a:pt x="0" y="21336"/>
                </a:lnTo>
                <a:lnTo>
                  <a:pt x="0" y="31368"/>
                </a:lnTo>
                <a:lnTo>
                  <a:pt x="179552" y="31368"/>
                </a:lnTo>
                <a:lnTo>
                  <a:pt x="162433" y="46227"/>
                </a:lnTo>
                <a:lnTo>
                  <a:pt x="168109" y="52705"/>
                </a:lnTo>
                <a:lnTo>
                  <a:pt x="194957" y="29463"/>
                </a:lnTo>
                <a:lnTo>
                  <a:pt x="194957" y="23241"/>
                </a:lnTo>
                <a:lnTo>
                  <a:pt x="168109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70522" y="2880105"/>
            <a:ext cx="61785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2731" sz="3600" spc="89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sz="1700" spc="60">
                <a:solidFill>
                  <a:srgbClr val="0096FF"/>
                </a:solidFill>
                <a:latin typeface="Cambria Math"/>
                <a:cs typeface="Cambria Math"/>
              </a:rPr>
              <a:t>w,𝑏</a:t>
            </a:r>
            <a:endParaRPr sz="17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96835" y="2885694"/>
            <a:ext cx="349250" cy="297815"/>
            <a:chOff x="996835" y="2885694"/>
            <a:chExt cx="349250" cy="297815"/>
          </a:xfrm>
        </p:grpSpPr>
        <p:sp>
          <p:nvSpPr>
            <p:cNvPr id="9" name="object 9"/>
            <p:cNvSpPr/>
            <p:nvPr/>
          </p:nvSpPr>
          <p:spPr>
            <a:xfrm>
              <a:off x="996835" y="2901061"/>
              <a:ext cx="349250" cy="282575"/>
            </a:xfrm>
            <a:custGeom>
              <a:avLst/>
              <a:gdLst/>
              <a:ahLst/>
              <a:cxnLst/>
              <a:rect l="l" t="t" r="r" b="b"/>
              <a:pathLst>
                <a:path w="349250" h="282575">
                  <a:moveTo>
                    <a:pt x="259105" y="0"/>
                  </a:moveTo>
                  <a:lnTo>
                    <a:pt x="255079" y="11430"/>
                  </a:lnTo>
                  <a:lnTo>
                    <a:pt x="271416" y="18522"/>
                  </a:lnTo>
                  <a:lnTo>
                    <a:pt x="285476" y="28352"/>
                  </a:lnTo>
                  <a:lnTo>
                    <a:pt x="314026" y="73852"/>
                  </a:lnTo>
                  <a:lnTo>
                    <a:pt x="322367" y="115339"/>
                  </a:lnTo>
                  <a:lnTo>
                    <a:pt x="323456" y="139700"/>
                  </a:lnTo>
                  <a:lnTo>
                    <a:pt x="322408" y="164633"/>
                  </a:lnTo>
                  <a:lnTo>
                    <a:pt x="314026" y="207547"/>
                  </a:lnTo>
                  <a:lnTo>
                    <a:pt x="285534" y="253793"/>
                  </a:lnTo>
                  <a:lnTo>
                    <a:pt x="255536" y="270890"/>
                  </a:lnTo>
                  <a:lnTo>
                    <a:pt x="259105" y="282320"/>
                  </a:lnTo>
                  <a:lnTo>
                    <a:pt x="297616" y="264239"/>
                  </a:lnTo>
                  <a:lnTo>
                    <a:pt x="325869" y="232918"/>
                  </a:lnTo>
                  <a:lnTo>
                    <a:pt x="343300" y="191071"/>
                  </a:lnTo>
                  <a:lnTo>
                    <a:pt x="349110" y="141224"/>
                  </a:lnTo>
                  <a:lnTo>
                    <a:pt x="347673" y="115623"/>
                  </a:lnTo>
                  <a:lnTo>
                    <a:pt x="347657" y="115339"/>
                  </a:lnTo>
                  <a:lnTo>
                    <a:pt x="336037" y="69429"/>
                  </a:lnTo>
                  <a:lnTo>
                    <a:pt x="312967" y="32093"/>
                  </a:lnTo>
                  <a:lnTo>
                    <a:pt x="279558" y="7379"/>
                  </a:lnTo>
                  <a:lnTo>
                    <a:pt x="259105" y="0"/>
                  </a:lnTo>
                  <a:close/>
                </a:path>
                <a:path w="349250" h="282575">
                  <a:moveTo>
                    <a:pt x="90030" y="0"/>
                  </a:moveTo>
                  <a:lnTo>
                    <a:pt x="51617" y="18081"/>
                  </a:lnTo>
                  <a:lnTo>
                    <a:pt x="23291" y="49402"/>
                  </a:lnTo>
                  <a:lnTo>
                    <a:pt x="5821" y="91408"/>
                  </a:lnTo>
                  <a:lnTo>
                    <a:pt x="85" y="139700"/>
                  </a:lnTo>
                  <a:lnTo>
                    <a:pt x="0" y="141224"/>
                  </a:lnTo>
                  <a:lnTo>
                    <a:pt x="5802" y="191071"/>
                  </a:lnTo>
                  <a:lnTo>
                    <a:pt x="23215" y="232918"/>
                  </a:lnTo>
                  <a:lnTo>
                    <a:pt x="51522" y="264239"/>
                  </a:lnTo>
                  <a:lnTo>
                    <a:pt x="90030" y="282320"/>
                  </a:lnTo>
                  <a:lnTo>
                    <a:pt x="93611" y="270890"/>
                  </a:lnTo>
                  <a:lnTo>
                    <a:pt x="77521" y="263717"/>
                  </a:lnTo>
                  <a:lnTo>
                    <a:pt x="63636" y="253793"/>
                  </a:lnTo>
                  <a:lnTo>
                    <a:pt x="35156" y="207547"/>
                  </a:lnTo>
                  <a:lnTo>
                    <a:pt x="26788" y="164633"/>
                  </a:lnTo>
                  <a:lnTo>
                    <a:pt x="25742" y="139700"/>
                  </a:lnTo>
                  <a:lnTo>
                    <a:pt x="26788" y="115623"/>
                  </a:lnTo>
                  <a:lnTo>
                    <a:pt x="35156" y="73852"/>
                  </a:lnTo>
                  <a:lnTo>
                    <a:pt x="63749" y="28352"/>
                  </a:lnTo>
                  <a:lnTo>
                    <a:pt x="94056" y="11430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4338" y="2885694"/>
              <a:ext cx="150317" cy="7327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6801" y="2885694"/>
            <a:ext cx="236093" cy="732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4476" y="2885694"/>
            <a:ext cx="150368" cy="7327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82357" y="2813304"/>
            <a:ext cx="2189480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74650" algn="l"/>
                <a:tab pos="755650" algn="l"/>
              </a:tabLst>
            </a:pPr>
            <a:r>
              <a:rPr dirty="0" sz="24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dirty="0" sz="2400" spc="-7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dirty="0" sz="2400" spc="85">
                <a:latin typeface="Cambria Math"/>
                <a:cs typeface="Cambria Math"/>
              </a:rPr>
              <a:t>∙</a:t>
            </a:r>
            <a:r>
              <a:rPr dirty="0" sz="2400" spc="7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400" spc="-5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 </a:t>
            </a:r>
            <a:r>
              <a:rPr dirty="0" sz="240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r>
              <a:rPr dirty="0" sz="2400" spc="-25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03323" y="1402461"/>
            <a:ext cx="146050" cy="25272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73153" y="1369949"/>
            <a:ext cx="49564" cy="25374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49446" y="1340992"/>
            <a:ext cx="463930" cy="20955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31414" y="1952244"/>
            <a:ext cx="308483" cy="2842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36188" y="1937257"/>
            <a:ext cx="303022" cy="31038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36390" y="1943607"/>
            <a:ext cx="385444" cy="331597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81601" y="2154682"/>
            <a:ext cx="74929" cy="7213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859505" y="2137282"/>
            <a:ext cx="70259" cy="7886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994909" y="2132583"/>
            <a:ext cx="77775" cy="777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203099" y="1864486"/>
            <a:ext cx="525236" cy="46228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682110" y="2936620"/>
            <a:ext cx="690752" cy="28092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61416" y="2944876"/>
            <a:ext cx="177662" cy="18440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273805" y="1287525"/>
            <a:ext cx="594277" cy="309118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436995" y="2894838"/>
            <a:ext cx="215391" cy="21208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744164" y="2908300"/>
            <a:ext cx="884094" cy="34772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057386" y="2969895"/>
            <a:ext cx="70429" cy="8445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885068" y="2982341"/>
            <a:ext cx="86812" cy="7937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690876" y="1344675"/>
            <a:ext cx="474725" cy="28016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248652" y="2969514"/>
            <a:ext cx="121924" cy="84455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1343152" y="1777110"/>
            <a:ext cx="1522095" cy="726440"/>
            <a:chOff x="1343152" y="1777110"/>
            <a:chExt cx="1522095" cy="726440"/>
          </a:xfrm>
        </p:grpSpPr>
        <p:pic>
          <p:nvPicPr>
            <p:cNvPr id="34" name="object 3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93263" y="1865248"/>
              <a:ext cx="371602" cy="63830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951056" y="1777110"/>
              <a:ext cx="672763" cy="45542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43152" y="1991867"/>
              <a:ext cx="695324" cy="177164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490586" y="2872867"/>
            <a:ext cx="1233551" cy="35217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623436" y="4071607"/>
            <a:ext cx="658983" cy="292988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517771" y="4037596"/>
            <a:ext cx="1993010" cy="286435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667881" y="4112196"/>
            <a:ext cx="450850" cy="331685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7203340" y="3965790"/>
            <a:ext cx="1222375" cy="464820"/>
            <a:chOff x="7203340" y="3965790"/>
            <a:chExt cx="1222375" cy="464820"/>
          </a:xfrm>
        </p:grpSpPr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203340" y="3965790"/>
              <a:ext cx="1222346" cy="46482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830311" y="4001528"/>
              <a:ext cx="27305" cy="38100"/>
            </a:xfrm>
            <a:custGeom>
              <a:avLst/>
              <a:gdLst/>
              <a:ahLst/>
              <a:cxnLst/>
              <a:rect l="l" t="t" r="r" b="b"/>
              <a:pathLst>
                <a:path w="27304" h="38100">
                  <a:moveTo>
                    <a:pt x="6604" y="0"/>
                  </a:moveTo>
                  <a:lnTo>
                    <a:pt x="3556" y="1498"/>
                  </a:lnTo>
                  <a:lnTo>
                    <a:pt x="1778" y="4190"/>
                  </a:lnTo>
                  <a:lnTo>
                    <a:pt x="127" y="6883"/>
                  </a:lnTo>
                  <a:lnTo>
                    <a:pt x="0" y="10312"/>
                  </a:lnTo>
                  <a:lnTo>
                    <a:pt x="1524" y="13093"/>
                  </a:lnTo>
                  <a:lnTo>
                    <a:pt x="8128" y="24549"/>
                  </a:lnTo>
                  <a:lnTo>
                    <a:pt x="13589" y="33908"/>
                  </a:lnTo>
                  <a:lnTo>
                    <a:pt x="14478" y="35598"/>
                  </a:lnTo>
                  <a:lnTo>
                    <a:pt x="16129" y="36779"/>
                  </a:lnTo>
                  <a:lnTo>
                    <a:pt x="18161" y="37160"/>
                  </a:lnTo>
                  <a:lnTo>
                    <a:pt x="20066" y="37553"/>
                  </a:lnTo>
                  <a:lnTo>
                    <a:pt x="21706" y="37160"/>
                  </a:lnTo>
                  <a:lnTo>
                    <a:pt x="21882" y="37160"/>
                  </a:lnTo>
                  <a:lnTo>
                    <a:pt x="23622" y="35915"/>
                  </a:lnTo>
                  <a:lnTo>
                    <a:pt x="24511" y="35217"/>
                  </a:lnTo>
                  <a:lnTo>
                    <a:pt x="26035" y="34086"/>
                  </a:lnTo>
                  <a:lnTo>
                    <a:pt x="26924" y="32321"/>
                  </a:lnTo>
                  <a:lnTo>
                    <a:pt x="26924" y="28574"/>
                  </a:lnTo>
                  <a:lnTo>
                    <a:pt x="26629" y="27990"/>
                  </a:lnTo>
                  <a:lnTo>
                    <a:pt x="25781" y="27990"/>
                  </a:lnTo>
                  <a:lnTo>
                    <a:pt x="23622" y="24980"/>
                  </a:lnTo>
                  <a:lnTo>
                    <a:pt x="24638" y="24980"/>
                  </a:lnTo>
                  <a:lnTo>
                    <a:pt x="21220" y="15981"/>
                  </a:lnTo>
                  <a:lnTo>
                    <a:pt x="17018" y="5626"/>
                  </a:lnTo>
                  <a:lnTo>
                    <a:pt x="15748" y="2654"/>
                  </a:lnTo>
                  <a:lnTo>
                    <a:pt x="12954" y="609"/>
                  </a:lnTo>
                  <a:lnTo>
                    <a:pt x="6604" y="0"/>
                  </a:lnTo>
                  <a:close/>
                </a:path>
                <a:path w="27304" h="38100">
                  <a:moveTo>
                    <a:pt x="23622" y="24980"/>
                  </a:moveTo>
                  <a:lnTo>
                    <a:pt x="25781" y="27990"/>
                  </a:lnTo>
                  <a:lnTo>
                    <a:pt x="25057" y="26084"/>
                  </a:lnTo>
                  <a:lnTo>
                    <a:pt x="23622" y="24980"/>
                  </a:lnTo>
                  <a:close/>
                </a:path>
                <a:path w="27304" h="38100">
                  <a:moveTo>
                    <a:pt x="25057" y="26084"/>
                  </a:moveTo>
                  <a:lnTo>
                    <a:pt x="25781" y="27990"/>
                  </a:lnTo>
                  <a:lnTo>
                    <a:pt x="26629" y="27990"/>
                  </a:lnTo>
                  <a:lnTo>
                    <a:pt x="26035" y="26809"/>
                  </a:lnTo>
                  <a:lnTo>
                    <a:pt x="25057" y="26084"/>
                  </a:lnTo>
                  <a:close/>
                </a:path>
                <a:path w="27304" h="38100">
                  <a:moveTo>
                    <a:pt x="24638" y="24980"/>
                  </a:moveTo>
                  <a:lnTo>
                    <a:pt x="23622" y="24980"/>
                  </a:lnTo>
                  <a:lnTo>
                    <a:pt x="25057" y="26084"/>
                  </a:lnTo>
                  <a:lnTo>
                    <a:pt x="24638" y="24980"/>
                  </a:lnTo>
                  <a:close/>
                </a:path>
              </a:pathLst>
            </a:custGeom>
            <a:solidFill>
              <a:srgbClr val="5B2D9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4" name="object 4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049659" y="3204591"/>
            <a:ext cx="161536" cy="156210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656588" y="3431666"/>
            <a:ext cx="502538" cy="25018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296414" y="3374644"/>
            <a:ext cx="1077595" cy="37338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838818" y="2870326"/>
            <a:ext cx="188210" cy="280669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820737" y="880127"/>
            <a:ext cx="348615" cy="1838325"/>
            <a:chOff x="820737" y="880127"/>
            <a:chExt cx="348615" cy="1838325"/>
          </a:xfrm>
        </p:grpSpPr>
        <p:sp>
          <p:nvSpPr>
            <p:cNvPr id="49" name="object 49"/>
            <p:cNvSpPr/>
            <p:nvPr/>
          </p:nvSpPr>
          <p:spPr>
            <a:xfrm>
              <a:off x="1032598" y="889127"/>
              <a:ext cx="127635" cy="1798955"/>
            </a:xfrm>
            <a:custGeom>
              <a:avLst/>
              <a:gdLst/>
              <a:ahLst/>
              <a:cxnLst/>
              <a:rect l="l" t="t" r="r" b="b"/>
              <a:pathLst>
                <a:path w="127634" h="1798955">
                  <a:moveTo>
                    <a:pt x="106921" y="0"/>
                  </a:moveTo>
                  <a:lnTo>
                    <a:pt x="107276" y="0"/>
                  </a:lnTo>
                  <a:lnTo>
                    <a:pt x="107645" y="381"/>
                  </a:lnTo>
                  <a:lnTo>
                    <a:pt x="108356" y="381"/>
                  </a:lnTo>
                  <a:lnTo>
                    <a:pt x="108724" y="762"/>
                  </a:lnTo>
                  <a:lnTo>
                    <a:pt x="109080" y="762"/>
                  </a:lnTo>
                  <a:lnTo>
                    <a:pt x="109435" y="1143"/>
                  </a:lnTo>
                  <a:lnTo>
                    <a:pt x="109804" y="1524"/>
                  </a:lnTo>
                  <a:lnTo>
                    <a:pt x="110159" y="1905"/>
                  </a:lnTo>
                  <a:lnTo>
                    <a:pt x="110515" y="2159"/>
                  </a:lnTo>
                  <a:lnTo>
                    <a:pt x="110883" y="2539"/>
                  </a:lnTo>
                  <a:lnTo>
                    <a:pt x="111239" y="2921"/>
                  </a:lnTo>
                  <a:lnTo>
                    <a:pt x="111594" y="2921"/>
                  </a:lnTo>
                  <a:lnTo>
                    <a:pt x="111594" y="3301"/>
                  </a:lnTo>
                  <a:lnTo>
                    <a:pt x="111963" y="3683"/>
                  </a:lnTo>
                  <a:lnTo>
                    <a:pt x="112318" y="4063"/>
                  </a:lnTo>
                  <a:lnTo>
                    <a:pt x="112318" y="4318"/>
                  </a:lnTo>
                  <a:lnTo>
                    <a:pt x="112687" y="4699"/>
                  </a:lnTo>
                  <a:lnTo>
                    <a:pt x="112687" y="5461"/>
                  </a:lnTo>
                  <a:lnTo>
                    <a:pt x="113042" y="5842"/>
                  </a:lnTo>
                  <a:lnTo>
                    <a:pt x="113042" y="6223"/>
                  </a:lnTo>
                  <a:lnTo>
                    <a:pt x="113042" y="6476"/>
                  </a:lnTo>
                  <a:lnTo>
                    <a:pt x="113398" y="6858"/>
                  </a:lnTo>
                  <a:lnTo>
                    <a:pt x="113398" y="7238"/>
                  </a:lnTo>
                  <a:lnTo>
                    <a:pt x="113398" y="7620"/>
                  </a:lnTo>
                  <a:lnTo>
                    <a:pt x="113398" y="8382"/>
                  </a:lnTo>
                  <a:lnTo>
                    <a:pt x="113398" y="9398"/>
                  </a:lnTo>
                  <a:lnTo>
                    <a:pt x="115201" y="24130"/>
                  </a:lnTo>
                  <a:lnTo>
                    <a:pt x="115557" y="26288"/>
                  </a:lnTo>
                  <a:lnTo>
                    <a:pt x="116636" y="40767"/>
                  </a:lnTo>
                  <a:lnTo>
                    <a:pt x="122402" y="95758"/>
                  </a:lnTo>
                  <a:lnTo>
                    <a:pt x="125641" y="122047"/>
                  </a:lnTo>
                  <a:lnTo>
                    <a:pt x="127444" y="148336"/>
                  </a:lnTo>
                  <a:lnTo>
                    <a:pt x="127076" y="219710"/>
                  </a:lnTo>
                  <a:lnTo>
                    <a:pt x="125996" y="267208"/>
                  </a:lnTo>
                  <a:lnTo>
                    <a:pt x="125996" y="514858"/>
                  </a:lnTo>
                  <a:lnTo>
                    <a:pt x="125641" y="525272"/>
                  </a:lnTo>
                  <a:lnTo>
                    <a:pt x="124561" y="535686"/>
                  </a:lnTo>
                  <a:lnTo>
                    <a:pt x="120954" y="556640"/>
                  </a:lnTo>
                  <a:lnTo>
                    <a:pt x="119164" y="567817"/>
                  </a:lnTo>
                  <a:lnTo>
                    <a:pt x="116281" y="596519"/>
                  </a:lnTo>
                  <a:lnTo>
                    <a:pt x="115925" y="799211"/>
                  </a:lnTo>
                  <a:lnTo>
                    <a:pt x="116281" y="905510"/>
                  </a:lnTo>
                  <a:lnTo>
                    <a:pt x="115925" y="910463"/>
                  </a:lnTo>
                  <a:lnTo>
                    <a:pt x="115557" y="915162"/>
                  </a:lnTo>
                  <a:lnTo>
                    <a:pt x="114477" y="919861"/>
                  </a:lnTo>
                  <a:lnTo>
                    <a:pt x="113766" y="924940"/>
                  </a:lnTo>
                  <a:lnTo>
                    <a:pt x="112318" y="929639"/>
                  </a:lnTo>
                  <a:lnTo>
                    <a:pt x="110883" y="934212"/>
                  </a:lnTo>
                  <a:lnTo>
                    <a:pt x="106921" y="945007"/>
                  </a:lnTo>
                  <a:lnTo>
                    <a:pt x="104762" y="950087"/>
                  </a:lnTo>
                  <a:lnTo>
                    <a:pt x="102958" y="955548"/>
                  </a:lnTo>
                  <a:lnTo>
                    <a:pt x="101155" y="960882"/>
                  </a:lnTo>
                  <a:lnTo>
                    <a:pt x="99720" y="966343"/>
                  </a:lnTo>
                  <a:lnTo>
                    <a:pt x="97205" y="981456"/>
                  </a:lnTo>
                  <a:lnTo>
                    <a:pt x="97205" y="1058799"/>
                  </a:lnTo>
                  <a:lnTo>
                    <a:pt x="97205" y="1143381"/>
                  </a:lnTo>
                  <a:lnTo>
                    <a:pt x="88201" y="1193038"/>
                  </a:lnTo>
                  <a:lnTo>
                    <a:pt x="86398" y="1208913"/>
                  </a:lnTo>
                  <a:lnTo>
                    <a:pt x="83883" y="1224788"/>
                  </a:lnTo>
                  <a:lnTo>
                    <a:pt x="73799" y="1267587"/>
                  </a:lnTo>
                  <a:lnTo>
                    <a:pt x="69481" y="1283081"/>
                  </a:lnTo>
                  <a:lnTo>
                    <a:pt x="65874" y="1298575"/>
                  </a:lnTo>
                  <a:lnTo>
                    <a:pt x="59397" y="1343279"/>
                  </a:lnTo>
                  <a:lnTo>
                    <a:pt x="58318" y="1353693"/>
                  </a:lnTo>
                  <a:lnTo>
                    <a:pt x="56883" y="1363726"/>
                  </a:lnTo>
                  <a:lnTo>
                    <a:pt x="55079" y="1373759"/>
                  </a:lnTo>
                  <a:lnTo>
                    <a:pt x="52565" y="1383538"/>
                  </a:lnTo>
                  <a:lnTo>
                    <a:pt x="50037" y="1393571"/>
                  </a:lnTo>
                  <a:lnTo>
                    <a:pt x="46799" y="1403350"/>
                  </a:lnTo>
                  <a:lnTo>
                    <a:pt x="37084" y="1426337"/>
                  </a:lnTo>
                  <a:lnTo>
                    <a:pt x="34925" y="1432814"/>
                  </a:lnTo>
                  <a:lnTo>
                    <a:pt x="32765" y="1439672"/>
                  </a:lnTo>
                  <a:lnTo>
                    <a:pt x="30606" y="1446530"/>
                  </a:lnTo>
                  <a:lnTo>
                    <a:pt x="29159" y="1453769"/>
                  </a:lnTo>
                  <a:lnTo>
                    <a:pt x="27000" y="1470279"/>
                  </a:lnTo>
                  <a:lnTo>
                    <a:pt x="24485" y="1485773"/>
                  </a:lnTo>
                  <a:lnTo>
                    <a:pt x="20878" y="1517142"/>
                  </a:lnTo>
                  <a:lnTo>
                    <a:pt x="19799" y="1529334"/>
                  </a:lnTo>
                  <a:lnTo>
                    <a:pt x="15125" y="1557020"/>
                  </a:lnTo>
                  <a:lnTo>
                    <a:pt x="5765" y="1613916"/>
                  </a:lnTo>
                  <a:lnTo>
                    <a:pt x="2882" y="1630807"/>
                  </a:lnTo>
                  <a:lnTo>
                    <a:pt x="1079" y="1648079"/>
                  </a:lnTo>
                  <a:lnTo>
                    <a:pt x="0" y="1665478"/>
                  </a:lnTo>
                  <a:lnTo>
                    <a:pt x="1079" y="1714373"/>
                  </a:lnTo>
                  <a:lnTo>
                    <a:pt x="2159" y="1753235"/>
                  </a:lnTo>
                  <a:lnTo>
                    <a:pt x="2159" y="1791081"/>
                  </a:lnTo>
                  <a:lnTo>
                    <a:pt x="2159" y="1798955"/>
                  </a:lnTo>
                </a:path>
              </a:pathLst>
            </a:custGeom>
            <a:ln w="17999">
              <a:solidFill>
                <a:srgbClr val="00A0D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50726" y="2608343"/>
              <a:ext cx="186122" cy="11007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20737" y="906526"/>
              <a:ext cx="168275" cy="158750"/>
            </a:xfrm>
            <a:prstGeom prst="rect">
              <a:avLst/>
            </a:prstGeom>
          </p:spPr>
        </p:pic>
      </p:grpSp>
      <p:pic>
        <p:nvPicPr>
          <p:cNvPr id="52" name="object 5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354451" y="2430526"/>
            <a:ext cx="168275" cy="15875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15937" y="763651"/>
            <a:ext cx="158750" cy="15875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058725" y="945007"/>
            <a:ext cx="1543113" cy="483742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700140" y="2965450"/>
            <a:ext cx="598546" cy="267335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515107" y="977391"/>
            <a:ext cx="151384" cy="94361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2767329" y="859663"/>
            <a:ext cx="489498" cy="356870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3452748" y="923416"/>
            <a:ext cx="428698" cy="228981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045330" y="910336"/>
            <a:ext cx="438912" cy="298450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632511" y="1087755"/>
            <a:ext cx="55947" cy="52959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4787575" y="1070991"/>
            <a:ext cx="68403" cy="55245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940974" y="1073530"/>
            <a:ext cx="79589" cy="61975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5129711" y="830580"/>
            <a:ext cx="542893" cy="38481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135632" y="838835"/>
            <a:ext cx="228600" cy="289813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974610" y="508254"/>
            <a:ext cx="215849" cy="85978"/>
          </a:xfrm>
          <a:prstGeom prst="rect">
            <a:avLst/>
          </a:prstGeom>
        </p:spPr>
      </p:pic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2700" marR="5080" indent="610235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0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 </a:t>
            </a:r>
            <a:r>
              <a:rPr dirty="0" sz="3950">
                <a:solidFill>
                  <a:srgbClr val="0070EA"/>
                </a:solidFill>
              </a:rPr>
              <a:t>with</a:t>
            </a:r>
            <a:r>
              <a:rPr dirty="0" sz="3950" spc="11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Multiple</a:t>
            </a:r>
            <a:r>
              <a:rPr dirty="0" sz="3950" spc="40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Variables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4213859" y="3140265"/>
            <a:ext cx="3346450" cy="1437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908685" marR="5080" indent="-896619">
              <a:lnSpc>
                <a:spcPct val="117300"/>
              </a:lnSpc>
              <a:spcBef>
                <a:spcPts val="90"/>
              </a:spcBef>
            </a:pPr>
            <a:r>
              <a:rPr dirty="0" sz="3950" spc="-10">
                <a:latin typeface="Verdana"/>
                <a:cs typeface="Verdana"/>
              </a:rPr>
              <a:t>Vectorization </a:t>
            </a:r>
            <a:r>
              <a:rPr dirty="0" sz="3950">
                <a:latin typeface="Verdana"/>
                <a:cs typeface="Verdana"/>
              </a:rPr>
              <a:t>Part</a:t>
            </a:r>
            <a:r>
              <a:rPr dirty="0" sz="3950" spc="70">
                <a:latin typeface="Verdana"/>
                <a:cs typeface="Verdana"/>
              </a:rPr>
              <a:t> </a:t>
            </a:r>
            <a:r>
              <a:rPr dirty="0" sz="3950" spc="-50">
                <a:latin typeface="Verdana"/>
                <a:cs typeface="Verdana"/>
              </a:rPr>
              <a:t>1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3844" y="4750117"/>
            <a:ext cx="100711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Andrew</a:t>
            </a:r>
            <a:r>
              <a:rPr dirty="0" sz="14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6986" y="997838"/>
            <a:ext cx="123825" cy="62230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744" y="0"/>
                </a:moveTo>
                <a:lnTo>
                  <a:pt x="85090" y="7493"/>
                </a:lnTo>
                <a:lnTo>
                  <a:pt x="105181" y="25019"/>
                </a:lnTo>
                <a:lnTo>
                  <a:pt x="0" y="25019"/>
                </a:lnTo>
                <a:lnTo>
                  <a:pt x="0" y="36830"/>
                </a:lnTo>
                <a:lnTo>
                  <a:pt x="105181" y="36830"/>
                </a:lnTo>
                <a:lnTo>
                  <a:pt x="85090" y="54228"/>
                </a:lnTo>
                <a:lnTo>
                  <a:pt x="91744" y="61849"/>
                </a:lnTo>
                <a:lnTo>
                  <a:pt x="123266" y="34544"/>
                </a:lnTo>
                <a:lnTo>
                  <a:pt x="123266" y="27305"/>
                </a:lnTo>
                <a:lnTo>
                  <a:pt x="9174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4477" y="931799"/>
            <a:ext cx="40894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 spc="8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2673" y="1008379"/>
            <a:ext cx="56515" cy="240029"/>
          </a:xfrm>
          <a:custGeom>
            <a:avLst/>
            <a:gdLst/>
            <a:ahLst/>
            <a:cxnLst/>
            <a:rect l="l" t="t" r="r" b="b"/>
            <a:pathLst>
              <a:path w="56514" h="240030">
                <a:moveTo>
                  <a:pt x="56007" y="0"/>
                </a:moveTo>
                <a:lnTo>
                  <a:pt x="0" y="0"/>
                </a:lnTo>
                <a:lnTo>
                  <a:pt x="0" y="10160"/>
                </a:lnTo>
                <a:lnTo>
                  <a:pt x="35052" y="10160"/>
                </a:lnTo>
                <a:lnTo>
                  <a:pt x="35052" y="229870"/>
                </a:lnTo>
                <a:lnTo>
                  <a:pt x="0" y="229870"/>
                </a:lnTo>
                <a:lnTo>
                  <a:pt x="0" y="240030"/>
                </a:lnTo>
                <a:lnTo>
                  <a:pt x="56007" y="240030"/>
                </a:lnTo>
                <a:lnTo>
                  <a:pt x="56007" y="229870"/>
                </a:lnTo>
                <a:lnTo>
                  <a:pt x="56007" y="10160"/>
                </a:lnTo>
                <a:lnTo>
                  <a:pt x="56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825" y="1008379"/>
            <a:ext cx="56515" cy="240029"/>
          </a:xfrm>
          <a:custGeom>
            <a:avLst/>
            <a:gdLst/>
            <a:ahLst/>
            <a:cxnLst/>
            <a:rect l="l" t="t" r="r" b="b"/>
            <a:pathLst>
              <a:path w="56515" h="240030">
                <a:moveTo>
                  <a:pt x="55994" y="0"/>
                </a:moveTo>
                <a:lnTo>
                  <a:pt x="0" y="0"/>
                </a:lnTo>
                <a:lnTo>
                  <a:pt x="0" y="10160"/>
                </a:lnTo>
                <a:lnTo>
                  <a:pt x="0" y="229870"/>
                </a:lnTo>
                <a:lnTo>
                  <a:pt x="0" y="240030"/>
                </a:lnTo>
                <a:lnTo>
                  <a:pt x="55994" y="240030"/>
                </a:lnTo>
                <a:lnTo>
                  <a:pt x="55994" y="229870"/>
                </a:lnTo>
                <a:lnTo>
                  <a:pt x="20840" y="229870"/>
                </a:lnTo>
                <a:lnTo>
                  <a:pt x="20840" y="10160"/>
                </a:lnTo>
                <a:lnTo>
                  <a:pt x="55994" y="10160"/>
                </a:lnTo>
                <a:lnTo>
                  <a:pt x="55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2637" y="893699"/>
            <a:ext cx="13214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34035" algn="l"/>
                <a:tab pos="1038860" algn="l"/>
              </a:tabLst>
            </a:pPr>
            <a:r>
              <a:rPr dirty="0" sz="20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0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solidFill>
                  <a:srgbClr val="FF9300"/>
                </a:solidFill>
                <a:latin typeface="Cambria Math"/>
                <a:cs typeface="Cambria Math"/>
              </a:rPr>
              <a:t>3</a:t>
            </a:r>
            <a:endParaRPr baseline="-16666" sz="2250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980" y="735456"/>
            <a:ext cx="446913" cy="26314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428741" y="713358"/>
            <a:ext cx="290195" cy="250190"/>
            <a:chOff x="5428741" y="713358"/>
            <a:chExt cx="290195" cy="250190"/>
          </a:xfrm>
        </p:grpSpPr>
        <p:sp>
          <p:nvSpPr>
            <p:cNvPr id="10" name="object 10"/>
            <p:cNvSpPr/>
            <p:nvPr/>
          </p:nvSpPr>
          <p:spPr>
            <a:xfrm>
              <a:off x="5428741" y="724788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5" h="238759">
                  <a:moveTo>
                    <a:pt x="214249" y="0"/>
                  </a:moveTo>
                  <a:lnTo>
                    <a:pt x="210820" y="9651"/>
                  </a:lnTo>
                  <a:lnTo>
                    <a:pt x="224609" y="15652"/>
                  </a:lnTo>
                  <a:lnTo>
                    <a:pt x="236458" y="23939"/>
                  </a:lnTo>
                  <a:lnTo>
                    <a:pt x="260548" y="62349"/>
                  </a:lnTo>
                  <a:lnTo>
                    <a:pt x="268478" y="117856"/>
                  </a:lnTo>
                  <a:lnTo>
                    <a:pt x="267594" y="138884"/>
                  </a:lnTo>
                  <a:lnTo>
                    <a:pt x="254254" y="190373"/>
                  </a:lnTo>
                  <a:lnTo>
                    <a:pt x="224750" y="222573"/>
                  </a:lnTo>
                  <a:lnTo>
                    <a:pt x="211200" y="228600"/>
                  </a:lnTo>
                  <a:lnTo>
                    <a:pt x="214249" y="238251"/>
                  </a:lnTo>
                  <a:lnTo>
                    <a:pt x="259701" y="211195"/>
                  </a:lnTo>
                  <a:lnTo>
                    <a:pt x="285257" y="161242"/>
                  </a:lnTo>
                  <a:lnTo>
                    <a:pt x="290195" y="119125"/>
                  </a:lnTo>
                  <a:lnTo>
                    <a:pt x="288975" y="97591"/>
                  </a:lnTo>
                  <a:lnTo>
                    <a:pt x="288958" y="97289"/>
                  </a:lnTo>
                  <a:lnTo>
                    <a:pt x="279104" y="58618"/>
                  </a:lnTo>
                  <a:lnTo>
                    <a:pt x="246618" y="15271"/>
                  </a:lnTo>
                  <a:lnTo>
                    <a:pt x="231487" y="6242"/>
                  </a:lnTo>
                  <a:lnTo>
                    <a:pt x="214249" y="0"/>
                  </a:lnTo>
                  <a:close/>
                </a:path>
                <a:path w="290195" h="238759">
                  <a:moveTo>
                    <a:pt x="75946" y="0"/>
                  </a:moveTo>
                  <a:lnTo>
                    <a:pt x="30565" y="27110"/>
                  </a:lnTo>
                  <a:lnTo>
                    <a:pt x="4937" y="77120"/>
                  </a:lnTo>
                  <a:lnTo>
                    <a:pt x="71" y="117856"/>
                  </a:lnTo>
                  <a:lnTo>
                    <a:pt x="0" y="119125"/>
                  </a:lnTo>
                  <a:lnTo>
                    <a:pt x="1113" y="138884"/>
                  </a:lnTo>
                  <a:lnTo>
                    <a:pt x="11037" y="179758"/>
                  </a:lnTo>
                  <a:lnTo>
                    <a:pt x="43465" y="222996"/>
                  </a:lnTo>
                  <a:lnTo>
                    <a:pt x="75946" y="238251"/>
                  </a:lnTo>
                  <a:lnTo>
                    <a:pt x="78994" y="228600"/>
                  </a:lnTo>
                  <a:lnTo>
                    <a:pt x="65444" y="222573"/>
                  </a:lnTo>
                  <a:lnTo>
                    <a:pt x="53752" y="214201"/>
                  </a:lnTo>
                  <a:lnTo>
                    <a:pt x="29700" y="175131"/>
                  </a:lnTo>
                  <a:lnTo>
                    <a:pt x="21770" y="119125"/>
                  </a:lnTo>
                  <a:lnTo>
                    <a:pt x="21717" y="117856"/>
                  </a:lnTo>
                  <a:lnTo>
                    <a:pt x="22600" y="97591"/>
                  </a:lnTo>
                  <a:lnTo>
                    <a:pt x="35941" y="47371"/>
                  </a:lnTo>
                  <a:lnTo>
                    <a:pt x="65659" y="15652"/>
                  </a:lnTo>
                  <a:lnTo>
                    <a:pt x="79375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510910" y="713358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29">
                  <a:moveTo>
                    <a:pt x="91821" y="0"/>
                  </a:moveTo>
                  <a:lnTo>
                    <a:pt x="85089" y="7492"/>
                  </a:lnTo>
                  <a:lnTo>
                    <a:pt x="105155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5" y="36829"/>
                  </a:lnTo>
                  <a:lnTo>
                    <a:pt x="85089" y="54228"/>
                  </a:lnTo>
                  <a:lnTo>
                    <a:pt x="91821" y="61721"/>
                  </a:lnTo>
                  <a:lnTo>
                    <a:pt x="123316" y="34543"/>
                  </a:lnTo>
                  <a:lnTo>
                    <a:pt x="123316" y="27177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3831" y="795654"/>
              <a:ext cx="118490" cy="120142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838700" y="596773"/>
            <a:ext cx="3438525" cy="2232660"/>
            <a:chOff x="4838700" y="596773"/>
            <a:chExt cx="3438525" cy="2232660"/>
          </a:xfrm>
        </p:grpSpPr>
        <p:sp>
          <p:nvSpPr>
            <p:cNvPr id="14" name="object 14"/>
            <p:cNvSpPr/>
            <p:nvPr/>
          </p:nvSpPr>
          <p:spPr>
            <a:xfrm>
              <a:off x="5815457" y="596772"/>
              <a:ext cx="566420" cy="491490"/>
            </a:xfrm>
            <a:custGeom>
              <a:avLst/>
              <a:gdLst/>
              <a:ahLst/>
              <a:cxnLst/>
              <a:rect l="l" t="t" r="r" b="b"/>
              <a:pathLst>
                <a:path w="566420" h="491490">
                  <a:moveTo>
                    <a:pt x="154686" y="263271"/>
                  </a:moveTo>
                  <a:lnTo>
                    <a:pt x="0" y="263271"/>
                  </a:lnTo>
                  <a:lnTo>
                    <a:pt x="0" y="279908"/>
                  </a:lnTo>
                  <a:lnTo>
                    <a:pt x="154686" y="279908"/>
                  </a:lnTo>
                  <a:lnTo>
                    <a:pt x="154686" y="263271"/>
                  </a:lnTo>
                  <a:close/>
                </a:path>
                <a:path w="566420" h="491490">
                  <a:moveTo>
                    <a:pt x="154686" y="211074"/>
                  </a:moveTo>
                  <a:lnTo>
                    <a:pt x="0" y="211074"/>
                  </a:lnTo>
                  <a:lnTo>
                    <a:pt x="0" y="227838"/>
                  </a:lnTo>
                  <a:lnTo>
                    <a:pt x="154686" y="227838"/>
                  </a:lnTo>
                  <a:lnTo>
                    <a:pt x="154686" y="211074"/>
                  </a:lnTo>
                  <a:close/>
                </a:path>
                <a:path w="566420" h="491490">
                  <a:moveTo>
                    <a:pt x="566420" y="399034"/>
                  </a:moveTo>
                  <a:lnTo>
                    <a:pt x="547751" y="399034"/>
                  </a:lnTo>
                  <a:lnTo>
                    <a:pt x="544855" y="415086"/>
                  </a:lnTo>
                  <a:lnTo>
                    <a:pt x="541731" y="428015"/>
                  </a:lnTo>
                  <a:lnTo>
                    <a:pt x="538327" y="437807"/>
                  </a:lnTo>
                  <a:lnTo>
                    <a:pt x="534670" y="444500"/>
                  </a:lnTo>
                  <a:lnTo>
                    <a:pt x="529463" y="451231"/>
                  </a:lnTo>
                  <a:lnTo>
                    <a:pt x="522097" y="454660"/>
                  </a:lnTo>
                  <a:lnTo>
                    <a:pt x="294640" y="454660"/>
                  </a:lnTo>
                  <a:lnTo>
                    <a:pt x="456438" y="235077"/>
                  </a:lnTo>
                  <a:lnTo>
                    <a:pt x="456438" y="219964"/>
                  </a:lnTo>
                  <a:lnTo>
                    <a:pt x="306578" y="16510"/>
                  </a:lnTo>
                  <a:lnTo>
                    <a:pt x="504698" y="16510"/>
                  </a:lnTo>
                  <a:lnTo>
                    <a:pt x="535381" y="40513"/>
                  </a:lnTo>
                  <a:lnTo>
                    <a:pt x="543052" y="74422"/>
                  </a:lnTo>
                  <a:lnTo>
                    <a:pt x="559562" y="74422"/>
                  </a:lnTo>
                  <a:lnTo>
                    <a:pt x="559562" y="0"/>
                  </a:lnTo>
                  <a:lnTo>
                    <a:pt x="256413" y="0"/>
                  </a:lnTo>
                  <a:lnTo>
                    <a:pt x="256413" y="11938"/>
                  </a:lnTo>
                  <a:lnTo>
                    <a:pt x="427101" y="240157"/>
                  </a:lnTo>
                  <a:lnTo>
                    <a:pt x="251206" y="478536"/>
                  </a:lnTo>
                  <a:lnTo>
                    <a:pt x="251206" y="490982"/>
                  </a:lnTo>
                  <a:lnTo>
                    <a:pt x="559943" y="490982"/>
                  </a:lnTo>
                  <a:lnTo>
                    <a:pt x="566420" y="399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5011" y="1108075"/>
              <a:ext cx="81026" cy="16865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74359" y="1157858"/>
              <a:ext cx="107314" cy="55244"/>
            </a:xfrm>
            <a:custGeom>
              <a:avLst/>
              <a:gdLst/>
              <a:ahLst/>
              <a:cxnLst/>
              <a:rect l="l" t="t" r="r" b="b"/>
              <a:pathLst>
                <a:path w="107314" h="55244">
                  <a:moveTo>
                    <a:pt x="107188" y="40513"/>
                  </a:moveTo>
                  <a:lnTo>
                    <a:pt x="0" y="40513"/>
                  </a:lnTo>
                  <a:lnTo>
                    <a:pt x="0" y="54737"/>
                  </a:lnTo>
                  <a:lnTo>
                    <a:pt x="107188" y="54737"/>
                  </a:lnTo>
                  <a:lnTo>
                    <a:pt x="107188" y="40513"/>
                  </a:lnTo>
                  <a:close/>
                </a:path>
                <a:path w="107314" h="55244">
                  <a:moveTo>
                    <a:pt x="107188" y="0"/>
                  </a:moveTo>
                  <a:lnTo>
                    <a:pt x="0" y="0"/>
                  </a:lnTo>
                  <a:lnTo>
                    <a:pt x="0" y="14224"/>
                  </a:lnTo>
                  <a:lnTo>
                    <a:pt x="107188" y="14224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8503" y="1119759"/>
              <a:ext cx="78867" cy="11988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51346" y="795655"/>
              <a:ext cx="237617" cy="2143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14870" y="793623"/>
              <a:ext cx="183642" cy="21640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987032" y="761999"/>
              <a:ext cx="154940" cy="161290"/>
            </a:xfrm>
            <a:custGeom>
              <a:avLst/>
              <a:gdLst/>
              <a:ahLst/>
              <a:cxnLst/>
              <a:rect l="l" t="t" r="r" b="b"/>
              <a:pathLst>
                <a:path w="154940" h="161290">
                  <a:moveTo>
                    <a:pt x="154686" y="72390"/>
                  </a:moveTo>
                  <a:lnTo>
                    <a:pt x="86233" y="72390"/>
                  </a:lnTo>
                  <a:lnTo>
                    <a:pt x="86233" y="0"/>
                  </a:lnTo>
                  <a:lnTo>
                    <a:pt x="68326" y="0"/>
                  </a:lnTo>
                  <a:lnTo>
                    <a:pt x="68326" y="72390"/>
                  </a:lnTo>
                  <a:lnTo>
                    <a:pt x="0" y="72390"/>
                  </a:lnTo>
                  <a:lnTo>
                    <a:pt x="0" y="88900"/>
                  </a:lnTo>
                  <a:lnTo>
                    <a:pt x="68326" y="88900"/>
                  </a:lnTo>
                  <a:lnTo>
                    <a:pt x="68326" y="161290"/>
                  </a:lnTo>
                  <a:lnTo>
                    <a:pt x="86233" y="161290"/>
                  </a:lnTo>
                  <a:lnTo>
                    <a:pt x="86233" y="88900"/>
                  </a:lnTo>
                  <a:lnTo>
                    <a:pt x="154686" y="88900"/>
                  </a:lnTo>
                  <a:lnTo>
                    <a:pt x="154686" y="72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38700" y="1628775"/>
              <a:ext cx="3438525" cy="1200150"/>
            </a:xfrm>
            <a:custGeom>
              <a:avLst/>
              <a:gdLst/>
              <a:ahLst/>
              <a:cxnLst/>
              <a:rect l="l" t="t" r="r" b="b"/>
              <a:pathLst>
                <a:path w="3438525" h="1200150">
                  <a:moveTo>
                    <a:pt x="3438525" y="0"/>
                  </a:moveTo>
                  <a:lnTo>
                    <a:pt x="0" y="0"/>
                  </a:lnTo>
                  <a:lnTo>
                    <a:pt x="0" y="1200150"/>
                  </a:lnTo>
                  <a:lnTo>
                    <a:pt x="3438525" y="1200150"/>
                  </a:lnTo>
                  <a:lnTo>
                    <a:pt x="3438525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71946" y="430276"/>
            <a:ext cx="116458" cy="9664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27443" y="736219"/>
            <a:ext cx="113918" cy="181609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5082159" y="3485641"/>
            <a:ext cx="165735" cy="46355"/>
          </a:xfrm>
          <a:custGeom>
            <a:avLst/>
            <a:gdLst/>
            <a:ahLst/>
            <a:cxnLst/>
            <a:rect l="l" t="t" r="r" b="b"/>
            <a:pathLst>
              <a:path w="165735" h="46354">
                <a:moveTo>
                  <a:pt x="142112" y="0"/>
                </a:moveTo>
                <a:lnTo>
                  <a:pt x="137160" y="5587"/>
                </a:lnTo>
                <a:lnTo>
                  <a:pt x="152018" y="18541"/>
                </a:lnTo>
                <a:lnTo>
                  <a:pt x="0" y="18541"/>
                </a:lnTo>
                <a:lnTo>
                  <a:pt x="0" y="27304"/>
                </a:lnTo>
                <a:lnTo>
                  <a:pt x="152018" y="27304"/>
                </a:lnTo>
                <a:lnTo>
                  <a:pt x="137160" y="40258"/>
                </a:lnTo>
                <a:lnTo>
                  <a:pt x="142112" y="45846"/>
                </a:lnTo>
                <a:lnTo>
                  <a:pt x="165353" y="25653"/>
                </a:lnTo>
                <a:lnTo>
                  <a:pt x="165353" y="20192"/>
                </a:lnTo>
                <a:lnTo>
                  <a:pt x="142112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906390" y="3381692"/>
            <a:ext cx="53403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 spc="-3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w,𝑏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38140" y="3385565"/>
            <a:ext cx="290195" cy="250190"/>
            <a:chOff x="5438140" y="3385565"/>
            <a:chExt cx="290195" cy="250190"/>
          </a:xfrm>
        </p:grpSpPr>
        <p:sp>
          <p:nvSpPr>
            <p:cNvPr id="27" name="object 27"/>
            <p:cNvSpPr/>
            <p:nvPr/>
          </p:nvSpPr>
          <p:spPr>
            <a:xfrm>
              <a:off x="5438140" y="3396995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5" h="238760">
                  <a:moveTo>
                    <a:pt x="214122" y="0"/>
                  </a:moveTo>
                  <a:lnTo>
                    <a:pt x="210820" y="9651"/>
                  </a:lnTo>
                  <a:lnTo>
                    <a:pt x="224609" y="15652"/>
                  </a:lnTo>
                  <a:lnTo>
                    <a:pt x="236458" y="23939"/>
                  </a:lnTo>
                  <a:lnTo>
                    <a:pt x="260548" y="62351"/>
                  </a:lnTo>
                  <a:lnTo>
                    <a:pt x="268477" y="117982"/>
                  </a:lnTo>
                  <a:lnTo>
                    <a:pt x="267577" y="138955"/>
                  </a:lnTo>
                  <a:lnTo>
                    <a:pt x="254254" y="190372"/>
                  </a:lnTo>
                  <a:lnTo>
                    <a:pt x="224750" y="222573"/>
                  </a:lnTo>
                  <a:lnTo>
                    <a:pt x="211200" y="228599"/>
                  </a:lnTo>
                  <a:lnTo>
                    <a:pt x="214122" y="238251"/>
                  </a:lnTo>
                  <a:lnTo>
                    <a:pt x="259645" y="211195"/>
                  </a:lnTo>
                  <a:lnTo>
                    <a:pt x="285257" y="161258"/>
                  </a:lnTo>
                  <a:lnTo>
                    <a:pt x="290195" y="119252"/>
                  </a:lnTo>
                  <a:lnTo>
                    <a:pt x="288972" y="97645"/>
                  </a:lnTo>
                  <a:lnTo>
                    <a:pt x="279104" y="58638"/>
                  </a:lnTo>
                  <a:lnTo>
                    <a:pt x="246602" y="15319"/>
                  </a:lnTo>
                  <a:lnTo>
                    <a:pt x="231433" y="6260"/>
                  </a:lnTo>
                  <a:lnTo>
                    <a:pt x="214122" y="0"/>
                  </a:lnTo>
                  <a:close/>
                </a:path>
                <a:path w="290195" h="238760">
                  <a:moveTo>
                    <a:pt x="75946" y="0"/>
                  </a:moveTo>
                  <a:lnTo>
                    <a:pt x="30565" y="27164"/>
                  </a:lnTo>
                  <a:lnTo>
                    <a:pt x="4937" y="77184"/>
                  </a:lnTo>
                  <a:lnTo>
                    <a:pt x="71" y="117982"/>
                  </a:lnTo>
                  <a:lnTo>
                    <a:pt x="0" y="119252"/>
                  </a:lnTo>
                  <a:lnTo>
                    <a:pt x="1097" y="138955"/>
                  </a:lnTo>
                  <a:lnTo>
                    <a:pt x="1216" y="141089"/>
                  </a:lnTo>
                  <a:lnTo>
                    <a:pt x="4873" y="161258"/>
                  </a:lnTo>
                  <a:lnTo>
                    <a:pt x="19558" y="196595"/>
                  </a:lnTo>
                  <a:lnTo>
                    <a:pt x="58634" y="232011"/>
                  </a:lnTo>
                  <a:lnTo>
                    <a:pt x="75946" y="238251"/>
                  </a:lnTo>
                  <a:lnTo>
                    <a:pt x="78994" y="228599"/>
                  </a:lnTo>
                  <a:lnTo>
                    <a:pt x="65442" y="222573"/>
                  </a:lnTo>
                  <a:lnTo>
                    <a:pt x="53736" y="214201"/>
                  </a:lnTo>
                  <a:lnTo>
                    <a:pt x="29646" y="175186"/>
                  </a:lnTo>
                  <a:lnTo>
                    <a:pt x="21770" y="119252"/>
                  </a:lnTo>
                  <a:lnTo>
                    <a:pt x="21717" y="117982"/>
                  </a:lnTo>
                  <a:lnTo>
                    <a:pt x="22598" y="97645"/>
                  </a:lnTo>
                  <a:lnTo>
                    <a:pt x="35813" y="47370"/>
                  </a:lnTo>
                  <a:lnTo>
                    <a:pt x="65657" y="15652"/>
                  </a:lnTo>
                  <a:lnTo>
                    <a:pt x="79375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520309" y="3385565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29">
                  <a:moveTo>
                    <a:pt x="91693" y="0"/>
                  </a:moveTo>
                  <a:lnTo>
                    <a:pt x="85089" y="7492"/>
                  </a:lnTo>
                  <a:lnTo>
                    <a:pt x="105155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5" y="36829"/>
                  </a:lnTo>
                  <a:lnTo>
                    <a:pt x="85089" y="54228"/>
                  </a:lnTo>
                  <a:lnTo>
                    <a:pt x="91693" y="61848"/>
                  </a:lnTo>
                  <a:lnTo>
                    <a:pt x="123316" y="34543"/>
                  </a:lnTo>
                  <a:lnTo>
                    <a:pt x="123316" y="27304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6072759" y="3385565"/>
            <a:ext cx="200025" cy="62230"/>
          </a:xfrm>
          <a:custGeom>
            <a:avLst/>
            <a:gdLst/>
            <a:ahLst/>
            <a:cxnLst/>
            <a:rect l="l" t="t" r="r" b="b"/>
            <a:pathLst>
              <a:path w="200025" h="62229">
                <a:moveTo>
                  <a:pt x="167893" y="0"/>
                </a:moveTo>
                <a:lnTo>
                  <a:pt x="161289" y="7492"/>
                </a:lnTo>
                <a:lnTo>
                  <a:pt x="1813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81355" y="36829"/>
                </a:lnTo>
                <a:lnTo>
                  <a:pt x="161289" y="54228"/>
                </a:lnTo>
                <a:lnTo>
                  <a:pt x="167893" y="61848"/>
                </a:lnTo>
                <a:lnTo>
                  <a:pt x="199516" y="34543"/>
                </a:lnTo>
                <a:lnTo>
                  <a:pt x="199516" y="27304"/>
                </a:lnTo>
                <a:lnTo>
                  <a:pt x="16789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453759" y="3385565"/>
            <a:ext cx="123825" cy="62230"/>
          </a:xfrm>
          <a:custGeom>
            <a:avLst/>
            <a:gdLst/>
            <a:ahLst/>
            <a:cxnLst/>
            <a:rect l="l" t="t" r="r" b="b"/>
            <a:pathLst>
              <a:path w="123825" h="62229">
                <a:moveTo>
                  <a:pt x="91693" y="0"/>
                </a:moveTo>
                <a:lnTo>
                  <a:pt x="85089" y="7492"/>
                </a:lnTo>
                <a:lnTo>
                  <a:pt x="105156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56" y="36829"/>
                </a:lnTo>
                <a:lnTo>
                  <a:pt x="85089" y="54228"/>
                </a:lnTo>
                <a:lnTo>
                  <a:pt x="91693" y="61848"/>
                </a:lnTo>
                <a:lnTo>
                  <a:pt x="123316" y="34543"/>
                </a:lnTo>
                <a:lnTo>
                  <a:pt x="123316" y="27304"/>
                </a:lnTo>
                <a:lnTo>
                  <a:pt x="91693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513451" y="3324542"/>
            <a:ext cx="151828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8450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000" spc="-5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 spc="70">
                <a:latin typeface="Cambria Math"/>
                <a:cs typeface="Cambria Math"/>
              </a:rPr>
              <a:t>∙</a:t>
            </a:r>
            <a:r>
              <a:rPr dirty="0" sz="2000" spc="4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 spc="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-7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38700" y="1628775"/>
            <a:ext cx="3438525" cy="120015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45"/>
              </a:spcBef>
            </a:pP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-6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15" b="1">
                <a:latin typeface="Courier New"/>
                <a:cs typeface="Courier New"/>
              </a:rPr>
              <a:t> </a:t>
            </a:r>
            <a:r>
              <a:rPr dirty="0" sz="1800" spc="-60" b="1"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95885"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latin typeface="Courier New"/>
                <a:cs typeface="Courier New"/>
              </a:rPr>
              <a:t>for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j</a:t>
            </a:r>
            <a:r>
              <a:rPr dirty="0" sz="1800" spc="-7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in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range(</a:t>
            </a:r>
            <a:r>
              <a:rPr dirty="0" sz="1800" spc="-10" b="1">
                <a:solidFill>
                  <a:srgbClr val="FF40FF"/>
                </a:solidFill>
                <a:latin typeface="Courier New"/>
                <a:cs typeface="Courier New"/>
              </a:rPr>
              <a:t>0</a:t>
            </a:r>
            <a:r>
              <a:rPr dirty="0" sz="1800" spc="-10" b="1">
                <a:latin typeface="Courier New"/>
                <a:cs typeface="Courier New"/>
              </a:rPr>
              <a:t>,n):</a:t>
            </a:r>
            <a:endParaRPr sz="1800">
              <a:latin typeface="Courier New"/>
              <a:cs typeface="Courier New"/>
            </a:endParaRPr>
          </a:p>
          <a:p>
            <a:pPr marL="639445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+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w[j]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*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spc="-20" b="1">
                <a:latin typeface="Courier New"/>
                <a:cs typeface="Courier New"/>
              </a:rPr>
              <a:t>x[j]</a:t>
            </a:r>
            <a:endParaRPr sz="1800">
              <a:latin typeface="Courier New"/>
              <a:cs typeface="Courier New"/>
            </a:endParaRPr>
          </a:p>
          <a:p>
            <a:pPr marL="95885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1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-6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+</a:t>
            </a:r>
            <a:r>
              <a:rPr dirty="0" sz="1800" spc="15" b="1">
                <a:latin typeface="Courier New"/>
                <a:cs typeface="Courier New"/>
              </a:rPr>
              <a:t> </a:t>
            </a:r>
            <a:r>
              <a:rPr dirty="0" sz="1800" spc="-50" b="1">
                <a:latin typeface="Courier New"/>
                <a:cs typeface="Courier New"/>
              </a:rPr>
              <a:t>b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91404" y="2919412"/>
            <a:ext cx="169545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>
                <a:latin typeface="Verdana"/>
                <a:cs typeface="Verdana"/>
              </a:rPr>
              <a:t>Vectorization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48225" y="3857625"/>
            <a:ext cx="2781300" cy="371475"/>
          </a:xfrm>
          <a:prstGeom prst="rect">
            <a:avLst/>
          </a:prstGeom>
          <a:solidFill>
            <a:srgbClr val="DEDEDE"/>
          </a:solidFill>
        </p:spPr>
        <p:txBody>
          <a:bodyPr wrap="square" lIns="0" tIns="2413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190"/>
              </a:spcBef>
            </a:pP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-9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1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np.dot(w,x)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+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spc="-50" b="1">
                <a:latin typeface="Courier New"/>
                <a:cs typeface="Courier New"/>
              </a:rPr>
              <a:t>b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76986" y="428751"/>
            <a:ext cx="200025" cy="62230"/>
          </a:xfrm>
          <a:custGeom>
            <a:avLst/>
            <a:gdLst/>
            <a:ahLst/>
            <a:cxnLst/>
            <a:rect l="l" t="t" r="r" b="b"/>
            <a:pathLst>
              <a:path w="200025" h="62229">
                <a:moveTo>
                  <a:pt x="167944" y="0"/>
                </a:moveTo>
                <a:lnTo>
                  <a:pt x="161290" y="7493"/>
                </a:lnTo>
                <a:lnTo>
                  <a:pt x="181381" y="25019"/>
                </a:lnTo>
                <a:lnTo>
                  <a:pt x="0" y="25019"/>
                </a:lnTo>
                <a:lnTo>
                  <a:pt x="0" y="36830"/>
                </a:lnTo>
                <a:lnTo>
                  <a:pt x="181381" y="36830"/>
                </a:lnTo>
                <a:lnTo>
                  <a:pt x="161290" y="54228"/>
                </a:lnTo>
                <a:lnTo>
                  <a:pt x="167944" y="61722"/>
                </a:lnTo>
                <a:lnTo>
                  <a:pt x="199466" y="34544"/>
                </a:lnTo>
                <a:lnTo>
                  <a:pt x="199466" y="27305"/>
                </a:lnTo>
                <a:lnTo>
                  <a:pt x="167944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64477" y="362267"/>
            <a:ext cx="4851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000" spc="10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 spc="-6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292223" y="439419"/>
            <a:ext cx="56515" cy="240029"/>
          </a:xfrm>
          <a:custGeom>
            <a:avLst/>
            <a:gdLst/>
            <a:ahLst/>
            <a:cxnLst/>
            <a:rect l="l" t="t" r="r" b="b"/>
            <a:pathLst>
              <a:path w="56514" h="240029">
                <a:moveTo>
                  <a:pt x="56007" y="0"/>
                </a:moveTo>
                <a:lnTo>
                  <a:pt x="0" y="0"/>
                </a:lnTo>
                <a:lnTo>
                  <a:pt x="0" y="10160"/>
                </a:lnTo>
                <a:lnTo>
                  <a:pt x="35052" y="10160"/>
                </a:lnTo>
                <a:lnTo>
                  <a:pt x="35052" y="229870"/>
                </a:lnTo>
                <a:lnTo>
                  <a:pt x="0" y="229870"/>
                </a:lnTo>
                <a:lnTo>
                  <a:pt x="0" y="240030"/>
                </a:lnTo>
                <a:lnTo>
                  <a:pt x="56007" y="240030"/>
                </a:lnTo>
                <a:lnTo>
                  <a:pt x="56007" y="229870"/>
                </a:lnTo>
                <a:lnTo>
                  <a:pt x="56007" y="10160"/>
                </a:lnTo>
                <a:lnTo>
                  <a:pt x="56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29500" y="439419"/>
            <a:ext cx="56515" cy="240029"/>
          </a:xfrm>
          <a:custGeom>
            <a:avLst/>
            <a:gdLst/>
            <a:ahLst/>
            <a:cxnLst/>
            <a:rect l="l" t="t" r="r" b="b"/>
            <a:pathLst>
              <a:path w="56515" h="240029">
                <a:moveTo>
                  <a:pt x="56007" y="0"/>
                </a:moveTo>
                <a:lnTo>
                  <a:pt x="0" y="0"/>
                </a:lnTo>
                <a:lnTo>
                  <a:pt x="0" y="10160"/>
                </a:lnTo>
                <a:lnTo>
                  <a:pt x="0" y="229870"/>
                </a:lnTo>
                <a:lnTo>
                  <a:pt x="0" y="240030"/>
                </a:lnTo>
                <a:lnTo>
                  <a:pt x="56007" y="240030"/>
                </a:lnTo>
                <a:lnTo>
                  <a:pt x="56007" y="229870"/>
                </a:lnTo>
                <a:lnTo>
                  <a:pt x="20840" y="229870"/>
                </a:lnTo>
                <a:lnTo>
                  <a:pt x="20840" y="10160"/>
                </a:lnTo>
                <a:lnTo>
                  <a:pt x="56007" y="10160"/>
                </a:lnTo>
                <a:lnTo>
                  <a:pt x="56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833437" y="323468"/>
            <a:ext cx="149288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30"/>
              </a:spcBef>
              <a:tabLst>
                <a:tab pos="606425" algn="l"/>
                <a:tab pos="1160145" algn="l"/>
              </a:tabLst>
            </a:pP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solidFill>
                  <a:srgbClr val="0096FF"/>
                </a:solidFill>
                <a:latin typeface="Cambria Math"/>
                <a:cs typeface="Cambria Math"/>
              </a:rPr>
              <a:t>3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4477" y="653732"/>
            <a:ext cx="178625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 spc="26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Verdana"/>
                <a:cs typeface="Verdana"/>
              </a:rPr>
              <a:t>is</a:t>
            </a:r>
            <a:r>
              <a:rPr dirty="0" sz="2000" spc="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number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4502" y="3382517"/>
            <a:ext cx="165735" cy="45720"/>
          </a:xfrm>
          <a:custGeom>
            <a:avLst/>
            <a:gdLst/>
            <a:ahLst/>
            <a:cxnLst/>
            <a:rect l="l" t="t" r="r" b="b"/>
            <a:pathLst>
              <a:path w="165734" h="45720">
                <a:moveTo>
                  <a:pt x="142036" y="0"/>
                </a:moveTo>
                <a:lnTo>
                  <a:pt x="137109" y="5587"/>
                </a:lnTo>
                <a:lnTo>
                  <a:pt x="151980" y="18541"/>
                </a:lnTo>
                <a:lnTo>
                  <a:pt x="0" y="18541"/>
                </a:lnTo>
                <a:lnTo>
                  <a:pt x="0" y="27304"/>
                </a:lnTo>
                <a:lnTo>
                  <a:pt x="151980" y="27304"/>
                </a:lnTo>
                <a:lnTo>
                  <a:pt x="137109" y="40258"/>
                </a:lnTo>
                <a:lnTo>
                  <a:pt x="142036" y="45719"/>
                </a:lnTo>
                <a:lnTo>
                  <a:pt x="165379" y="25653"/>
                </a:lnTo>
                <a:lnTo>
                  <a:pt x="165379" y="20192"/>
                </a:lnTo>
                <a:lnTo>
                  <a:pt x="142036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83832" y="3278123"/>
            <a:ext cx="5340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 spc="-3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w,𝑏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20470" y="3282441"/>
            <a:ext cx="290195" cy="250190"/>
            <a:chOff x="720470" y="3282441"/>
            <a:chExt cx="290195" cy="250190"/>
          </a:xfrm>
        </p:grpSpPr>
        <p:sp>
          <p:nvSpPr>
            <p:cNvPr id="44" name="object 44"/>
            <p:cNvSpPr/>
            <p:nvPr/>
          </p:nvSpPr>
          <p:spPr>
            <a:xfrm>
              <a:off x="720470" y="3293871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4" h="238760">
                  <a:moveTo>
                    <a:pt x="214160" y="0"/>
                  </a:moveTo>
                  <a:lnTo>
                    <a:pt x="210769" y="9651"/>
                  </a:lnTo>
                  <a:lnTo>
                    <a:pt x="224558" y="15652"/>
                  </a:lnTo>
                  <a:lnTo>
                    <a:pt x="236418" y="23939"/>
                  </a:lnTo>
                  <a:lnTo>
                    <a:pt x="260501" y="62349"/>
                  </a:lnTo>
                  <a:lnTo>
                    <a:pt x="268414" y="117855"/>
                  </a:lnTo>
                  <a:lnTo>
                    <a:pt x="267531" y="138884"/>
                  </a:lnTo>
                  <a:lnTo>
                    <a:pt x="254279" y="190372"/>
                  </a:lnTo>
                  <a:lnTo>
                    <a:pt x="224725" y="222573"/>
                  </a:lnTo>
                  <a:lnTo>
                    <a:pt x="211150" y="228599"/>
                  </a:lnTo>
                  <a:lnTo>
                    <a:pt x="214160" y="238251"/>
                  </a:lnTo>
                  <a:lnTo>
                    <a:pt x="259680" y="211195"/>
                  </a:lnTo>
                  <a:lnTo>
                    <a:pt x="285235" y="161242"/>
                  </a:lnTo>
                  <a:lnTo>
                    <a:pt x="290131" y="119125"/>
                  </a:lnTo>
                  <a:lnTo>
                    <a:pt x="288921" y="97591"/>
                  </a:lnTo>
                  <a:lnTo>
                    <a:pt x="279083" y="58618"/>
                  </a:lnTo>
                  <a:lnTo>
                    <a:pt x="246575" y="15271"/>
                  </a:lnTo>
                  <a:lnTo>
                    <a:pt x="231431" y="6242"/>
                  </a:lnTo>
                  <a:lnTo>
                    <a:pt x="214160" y="0"/>
                  </a:lnTo>
                  <a:close/>
                </a:path>
                <a:path w="290194" h="238760">
                  <a:moveTo>
                    <a:pt x="75971" y="0"/>
                  </a:moveTo>
                  <a:lnTo>
                    <a:pt x="30546" y="27110"/>
                  </a:lnTo>
                  <a:lnTo>
                    <a:pt x="4914" y="77120"/>
                  </a:lnTo>
                  <a:lnTo>
                    <a:pt x="71" y="117855"/>
                  </a:lnTo>
                  <a:lnTo>
                    <a:pt x="0" y="119125"/>
                  </a:lnTo>
                  <a:lnTo>
                    <a:pt x="1105" y="138884"/>
                  </a:lnTo>
                  <a:lnTo>
                    <a:pt x="1225" y="141035"/>
                  </a:lnTo>
                  <a:lnTo>
                    <a:pt x="11026" y="179758"/>
                  </a:lnTo>
                  <a:lnTo>
                    <a:pt x="43483" y="222996"/>
                  </a:lnTo>
                  <a:lnTo>
                    <a:pt x="75971" y="238251"/>
                  </a:lnTo>
                  <a:lnTo>
                    <a:pt x="78994" y="228599"/>
                  </a:lnTo>
                  <a:lnTo>
                    <a:pt x="65418" y="222573"/>
                  </a:lnTo>
                  <a:lnTo>
                    <a:pt x="53703" y="214201"/>
                  </a:lnTo>
                  <a:lnTo>
                    <a:pt x="29675" y="175131"/>
                  </a:lnTo>
                  <a:lnTo>
                    <a:pt x="21783" y="119125"/>
                  </a:lnTo>
                  <a:lnTo>
                    <a:pt x="21729" y="117855"/>
                  </a:lnTo>
                  <a:lnTo>
                    <a:pt x="22612" y="97591"/>
                  </a:lnTo>
                  <a:lnTo>
                    <a:pt x="35852" y="47370"/>
                  </a:lnTo>
                  <a:lnTo>
                    <a:pt x="65627" y="15652"/>
                  </a:lnTo>
                  <a:lnTo>
                    <a:pt x="79362" y="9651"/>
                  </a:lnTo>
                  <a:lnTo>
                    <a:pt x="75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02652" y="3282441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29">
                  <a:moveTo>
                    <a:pt x="91732" y="0"/>
                  </a:moveTo>
                  <a:lnTo>
                    <a:pt x="85077" y="7492"/>
                  </a:lnTo>
                  <a:lnTo>
                    <a:pt x="105168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68" y="36829"/>
                  </a:lnTo>
                  <a:lnTo>
                    <a:pt x="85077" y="54228"/>
                  </a:lnTo>
                  <a:lnTo>
                    <a:pt x="91732" y="61721"/>
                  </a:lnTo>
                  <a:lnTo>
                    <a:pt x="123253" y="34543"/>
                  </a:lnTo>
                  <a:lnTo>
                    <a:pt x="123253" y="27177"/>
                  </a:lnTo>
                  <a:lnTo>
                    <a:pt x="91732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765492" y="3220719"/>
            <a:ext cx="332676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23850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4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3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22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 </a:t>
            </a:r>
            <a:r>
              <a:rPr dirty="0" sz="2000" spc="-5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82">
                <a:solidFill>
                  <a:srgbClr val="0096FF"/>
                </a:solidFill>
                <a:latin typeface="Cambria Math"/>
                <a:cs typeface="Cambria Math"/>
              </a:rPr>
              <a:t>3</a:t>
            </a:r>
            <a:r>
              <a:rPr dirty="0" baseline="-16666" sz="2250" spc="-22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3</a:t>
            </a:r>
            <a:r>
              <a:rPr dirty="0" baseline="-16666" sz="2250" spc="22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71450" y="1676400"/>
            <a:ext cx="4010025" cy="923925"/>
          </a:xfrm>
          <a:custGeom>
            <a:avLst/>
            <a:gdLst/>
            <a:ahLst/>
            <a:cxnLst/>
            <a:rect l="l" t="t" r="r" b="b"/>
            <a:pathLst>
              <a:path w="4010025" h="923925">
                <a:moveTo>
                  <a:pt x="4010025" y="0"/>
                </a:moveTo>
                <a:lnTo>
                  <a:pt x="0" y="0"/>
                </a:lnTo>
                <a:lnTo>
                  <a:pt x="0" y="923925"/>
                </a:lnTo>
                <a:lnTo>
                  <a:pt x="4010025" y="923925"/>
                </a:lnTo>
                <a:lnTo>
                  <a:pt x="4010025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171450" y="1676400"/>
            <a:ext cx="4010025" cy="9239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95250" marR="92075">
              <a:lnSpc>
                <a:spcPct val="101000"/>
              </a:lnSpc>
              <a:spcBef>
                <a:spcPts val="120"/>
              </a:spcBef>
            </a:pPr>
            <a:r>
              <a:rPr dirty="0" sz="1800" b="1">
                <a:latin typeface="Courier New"/>
                <a:cs typeface="Courier New"/>
              </a:rPr>
              <a:t>w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2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np.array([1.0,2.5,-3.3]) </a:t>
            </a:r>
            <a:r>
              <a:rPr dirty="0" sz="1800" b="1">
                <a:latin typeface="Courier New"/>
                <a:cs typeface="Courier New"/>
              </a:rPr>
              <a:t>b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spc="-50" b="1">
                <a:latin typeface="Courier New"/>
                <a:cs typeface="Courier New"/>
              </a:rPr>
              <a:t>4</a:t>
            </a:r>
            <a:endParaRPr sz="1800">
              <a:latin typeface="Courier New"/>
              <a:cs typeface="Courier New"/>
            </a:endParaRPr>
          </a:p>
          <a:p>
            <a:pPr marL="95250">
              <a:lnSpc>
                <a:spcPct val="100000"/>
              </a:lnSpc>
              <a:spcBef>
                <a:spcPts val="15"/>
              </a:spcBef>
            </a:pPr>
            <a:r>
              <a:rPr dirty="0" sz="1800" b="1">
                <a:latin typeface="Courier New"/>
                <a:cs typeface="Courier New"/>
              </a:rPr>
              <a:t>x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np.array([10,20,30])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80355" y="64135"/>
            <a:ext cx="276415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Verdana"/>
                <a:cs typeface="Verdana"/>
              </a:rPr>
              <a:t>Without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vectorization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71450" y="3619500"/>
            <a:ext cx="3352800" cy="923925"/>
          </a:xfrm>
          <a:custGeom>
            <a:avLst/>
            <a:gdLst/>
            <a:ahLst/>
            <a:cxnLst/>
            <a:rect l="l" t="t" r="r" b="b"/>
            <a:pathLst>
              <a:path w="3352800" h="923925">
                <a:moveTo>
                  <a:pt x="3352800" y="0"/>
                </a:moveTo>
                <a:lnTo>
                  <a:pt x="0" y="0"/>
                </a:lnTo>
                <a:lnTo>
                  <a:pt x="0" y="923925"/>
                </a:lnTo>
                <a:lnTo>
                  <a:pt x="3352800" y="923925"/>
                </a:lnTo>
                <a:lnTo>
                  <a:pt x="3352800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71450" y="3619500"/>
          <a:ext cx="2785110" cy="92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6505"/>
                <a:gridCol w="957580"/>
                <a:gridCol w="504825"/>
              </a:tblGrid>
              <a:tr h="332740">
                <a:tc>
                  <a:txBody>
                    <a:bodyPr/>
                    <a:lstStyle/>
                    <a:p>
                      <a:pPr algn="r" marR="5651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f</a:t>
                      </a:r>
                      <a:r>
                        <a:rPr dirty="0" sz="18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b="1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800" spc="1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latin typeface="Courier New"/>
                          <a:cs typeface="Courier New"/>
                        </a:rPr>
                        <a:t>w[</a:t>
                      </a:r>
                      <a:r>
                        <a:rPr dirty="0" sz="1800" spc="-20" b="1">
                          <a:solidFill>
                            <a:srgbClr val="FF40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800" spc="-20" b="1">
                          <a:latin typeface="Courier New"/>
                          <a:cs typeface="Courier New"/>
                        </a:rPr>
                        <a:t>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6669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1800" spc="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latin typeface="Courier New"/>
                          <a:cs typeface="Courier New"/>
                        </a:rPr>
                        <a:t>x[</a:t>
                      </a:r>
                      <a:r>
                        <a:rPr dirty="0" sz="1800" spc="-20" b="1">
                          <a:solidFill>
                            <a:srgbClr val="FF40FF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1800" spc="-20" b="1">
                          <a:latin typeface="Courier New"/>
                          <a:cs typeface="Courier New"/>
                        </a:rPr>
                        <a:t>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6669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6669">
                    <a:solidFill>
                      <a:srgbClr val="DEDEDE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r" marR="57150">
                        <a:lnSpc>
                          <a:spcPts val="1930"/>
                        </a:lnSpc>
                      </a:pPr>
                      <a:r>
                        <a:rPr dirty="0" sz="1800" spc="-20" b="1">
                          <a:latin typeface="Courier New"/>
                          <a:cs typeface="Courier New"/>
                        </a:rPr>
                        <a:t>w[1]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ts val="1930"/>
                        </a:lnSpc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1800" spc="1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latin typeface="Courier New"/>
                          <a:cs typeface="Courier New"/>
                        </a:rPr>
                        <a:t>x[1]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930"/>
                        </a:lnSpc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+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DEDEDE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r" marR="57150">
                        <a:lnSpc>
                          <a:spcPts val="1930"/>
                        </a:lnSpc>
                      </a:pPr>
                      <a:r>
                        <a:rPr dirty="0" sz="1800" spc="-20" b="1">
                          <a:latin typeface="Courier New"/>
                          <a:cs typeface="Courier New"/>
                        </a:rPr>
                        <a:t>w[2]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ts val="1930"/>
                        </a:lnSpc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*</a:t>
                      </a:r>
                      <a:r>
                        <a:rPr dirty="0" sz="1800" spc="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 b="1">
                          <a:latin typeface="Courier New"/>
                          <a:cs typeface="Courier New"/>
                        </a:rPr>
                        <a:t>x[2]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DEDEDE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930"/>
                        </a:lnSpc>
                      </a:pPr>
                      <a:r>
                        <a:rPr dirty="0" sz="1800" b="1">
                          <a:latin typeface="Courier New"/>
                          <a:cs typeface="Courier New"/>
                        </a:rPr>
                        <a:t>+</a:t>
                      </a:r>
                      <a:r>
                        <a:rPr dirty="0" sz="1800" spc="-6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0" b="1">
                          <a:latin typeface="Courier New"/>
                          <a:cs typeface="Courier New"/>
                        </a:rPr>
                        <a:t>b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DEDEDE"/>
                    </a:solidFill>
                  </a:tcPr>
                </a:tc>
              </a:tr>
            </a:tbl>
          </a:graphicData>
        </a:graphic>
      </p:graphicFrame>
      <p:grpSp>
        <p:nvGrpSpPr>
          <p:cNvPr id="52" name="object 52"/>
          <p:cNvGrpSpPr/>
          <p:nvPr/>
        </p:nvGrpSpPr>
        <p:grpSpPr>
          <a:xfrm>
            <a:off x="1950820" y="1469516"/>
            <a:ext cx="1895475" cy="765810"/>
            <a:chOff x="1950820" y="1469516"/>
            <a:chExt cx="1895475" cy="765810"/>
          </a:xfrm>
        </p:grpSpPr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50820" y="1494916"/>
              <a:ext cx="435238" cy="17272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99257" y="1469516"/>
              <a:ext cx="407288" cy="18567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92169" y="1474469"/>
              <a:ext cx="453643" cy="17640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14826" y="2040127"/>
              <a:ext cx="376710" cy="19507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68701" y="2042286"/>
              <a:ext cx="385064" cy="18846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01212" y="2010155"/>
              <a:ext cx="390906" cy="217169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3702430" y="3550640"/>
            <a:ext cx="4880610" cy="850265"/>
            <a:chOff x="3702430" y="3550640"/>
            <a:chExt cx="4880610" cy="850265"/>
          </a:xfrm>
        </p:grpSpPr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85227" y="3550640"/>
              <a:ext cx="797610" cy="67817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02430" y="3696919"/>
              <a:ext cx="644525" cy="703580"/>
            </a:xfrm>
            <a:prstGeom prst="rect">
              <a:avLst/>
            </a:prstGeom>
          </p:spPr>
        </p:pic>
      </p:grpSp>
      <p:pic>
        <p:nvPicPr>
          <p:cNvPr id="62" name="object 6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354694" y="1744726"/>
            <a:ext cx="755776" cy="770890"/>
          </a:xfrm>
          <a:prstGeom prst="rect">
            <a:avLst/>
          </a:prstGeom>
        </p:spPr>
      </p:pic>
      <p:sp>
        <p:nvSpPr>
          <p:cNvPr id="63" name="object 63"/>
          <p:cNvSpPr txBox="1"/>
          <p:nvPr/>
        </p:nvSpPr>
        <p:spPr>
          <a:xfrm>
            <a:off x="222884" y="1236916"/>
            <a:ext cx="255333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C00000"/>
                </a:solidFill>
                <a:latin typeface="Verdana"/>
                <a:cs typeface="Verdana"/>
              </a:rPr>
              <a:t>linear</a:t>
            </a:r>
            <a:r>
              <a:rPr dirty="0" sz="1400" spc="-6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C00000"/>
                </a:solidFill>
                <a:latin typeface="Verdana"/>
                <a:cs typeface="Verdana"/>
              </a:rPr>
              <a:t>algebra</a:t>
            </a:r>
            <a:r>
              <a:rPr dirty="0" sz="1400">
                <a:latin typeface="Verdana"/>
                <a:cs typeface="Verdana"/>
              </a:rPr>
              <a:t>:</a:t>
            </a:r>
            <a:r>
              <a:rPr dirty="0" sz="1400" spc="-2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count</a:t>
            </a:r>
            <a:r>
              <a:rPr dirty="0" sz="1400" spc="-9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from</a:t>
            </a:r>
            <a:r>
              <a:rPr dirty="0" sz="1400" spc="5"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C00000"/>
                </a:solidFill>
                <a:latin typeface="Verdana"/>
                <a:cs typeface="Verdana"/>
              </a:rPr>
              <a:t>1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09232" y="2511169"/>
            <a:ext cx="2759710" cy="74422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dirty="0" sz="1400">
                <a:solidFill>
                  <a:srgbClr val="FF40FF"/>
                </a:solidFill>
                <a:latin typeface="Verdana"/>
                <a:cs typeface="Verdana"/>
              </a:rPr>
              <a:t>code</a:t>
            </a:r>
            <a:r>
              <a:rPr dirty="0" sz="1400">
                <a:latin typeface="Verdana"/>
                <a:cs typeface="Verdana"/>
              </a:rPr>
              <a:t>:</a:t>
            </a:r>
            <a:r>
              <a:rPr dirty="0" sz="1400" spc="-2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count</a:t>
            </a:r>
            <a:r>
              <a:rPr dirty="0" sz="1400" spc="-9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from </a:t>
            </a:r>
            <a:r>
              <a:rPr dirty="0" sz="1400" spc="-50">
                <a:solidFill>
                  <a:srgbClr val="FF40FF"/>
                </a:solidFill>
                <a:latin typeface="Verdana"/>
                <a:cs typeface="Verdana"/>
              </a:rPr>
              <a:t>0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2000">
                <a:latin typeface="Verdana"/>
                <a:cs typeface="Verdana"/>
              </a:rPr>
              <a:t>Without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vectorization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5" name="object 65" descr="$PPTXTitle"/>
          <p:cNvSpPr txBox="1">
            <a:spLocks noGrp="1"/>
          </p:cNvSpPr>
          <p:nvPr>
            <p:ph type="title"/>
          </p:nvPr>
        </p:nvSpPr>
        <p:spPr>
          <a:xfrm>
            <a:off x="264159" y="57086"/>
            <a:ext cx="3202305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/>
              <a:t>Parameters</a:t>
            </a:r>
            <a:r>
              <a:rPr dirty="0" sz="2000" spc="-140"/>
              <a:t> </a:t>
            </a:r>
            <a:r>
              <a:rPr dirty="0" sz="2000"/>
              <a:t>and</a:t>
            </a:r>
            <a:r>
              <a:rPr dirty="0" sz="2000" spc="40"/>
              <a:t> </a:t>
            </a:r>
            <a:r>
              <a:rPr dirty="0" sz="2000" spc="-10"/>
              <a:t>features</a:t>
            </a:r>
            <a:endParaRPr sz="2000"/>
          </a:p>
        </p:txBody>
      </p:sp>
      <p:grpSp>
        <p:nvGrpSpPr>
          <p:cNvPr id="66" name="object 66"/>
          <p:cNvGrpSpPr/>
          <p:nvPr/>
        </p:nvGrpSpPr>
        <p:grpSpPr>
          <a:xfrm>
            <a:off x="7549260" y="401065"/>
            <a:ext cx="1460500" cy="726440"/>
            <a:chOff x="7549260" y="401065"/>
            <a:chExt cx="1460500" cy="726440"/>
          </a:xfrm>
        </p:grpSpPr>
        <p:pic>
          <p:nvPicPr>
            <p:cNvPr id="67" name="object 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549260" y="401065"/>
              <a:ext cx="1216067" cy="72605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50960" y="545845"/>
              <a:ext cx="558546" cy="235712"/>
            </a:xfrm>
            <a:prstGeom prst="rect">
              <a:avLst/>
            </a:prstGeom>
          </p:spPr>
        </p:pic>
      </p:grpSp>
      <p:pic>
        <p:nvPicPr>
          <p:cNvPr id="69" name="object 6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849879" y="427355"/>
            <a:ext cx="542544" cy="226568"/>
          </a:xfrm>
          <a:prstGeom prst="rect">
            <a:avLst/>
          </a:prstGeom>
        </p:spPr>
      </p:pic>
      <p:grpSp>
        <p:nvGrpSpPr>
          <p:cNvPr id="70" name="object 70"/>
          <p:cNvGrpSpPr/>
          <p:nvPr/>
        </p:nvGrpSpPr>
        <p:grpSpPr>
          <a:xfrm>
            <a:off x="4764151" y="414781"/>
            <a:ext cx="3296920" cy="1689100"/>
            <a:chOff x="4764151" y="414781"/>
            <a:chExt cx="3296920" cy="1689100"/>
          </a:xfrm>
        </p:grpSpPr>
        <p:pic>
          <p:nvPicPr>
            <p:cNvPr id="71" name="object 7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58459" y="422020"/>
              <a:ext cx="106933" cy="87121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73799" y="414781"/>
              <a:ext cx="290956" cy="116408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17821" y="1355851"/>
              <a:ext cx="1157986" cy="244728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49870" y="1329817"/>
              <a:ext cx="218671" cy="2540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48552" y="1367028"/>
              <a:ext cx="216153" cy="16002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44385" y="1355598"/>
              <a:ext cx="153924" cy="15621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371607" y="1356232"/>
              <a:ext cx="689209" cy="16852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190742" y="1769871"/>
              <a:ext cx="773049" cy="22136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029958" y="1706919"/>
              <a:ext cx="401066" cy="25904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764151" y="1935226"/>
              <a:ext cx="158750" cy="168275"/>
            </a:xfrm>
            <a:prstGeom prst="rect">
              <a:avLst/>
            </a:prstGeom>
          </p:spPr>
        </p:pic>
      </p:grpSp>
      <p:pic>
        <p:nvPicPr>
          <p:cNvPr id="81" name="object 8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085399" y="999810"/>
            <a:ext cx="1344076" cy="400678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124784" y="3018535"/>
            <a:ext cx="269163" cy="16383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494532" y="3025648"/>
            <a:ext cx="458215" cy="214121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020894" y="3035554"/>
            <a:ext cx="381941" cy="1624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2700" marR="5080" indent="610235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0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 </a:t>
            </a:r>
            <a:r>
              <a:rPr dirty="0" sz="3950">
                <a:solidFill>
                  <a:srgbClr val="0070EA"/>
                </a:solidFill>
              </a:rPr>
              <a:t>with</a:t>
            </a:r>
            <a:r>
              <a:rPr dirty="0" sz="3950" spc="11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Multiple</a:t>
            </a:r>
            <a:r>
              <a:rPr dirty="0" sz="3950" spc="40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Variables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4213859" y="3140265"/>
            <a:ext cx="3346450" cy="14376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908685" marR="5080" indent="-896619">
              <a:lnSpc>
                <a:spcPct val="117300"/>
              </a:lnSpc>
              <a:spcBef>
                <a:spcPts val="90"/>
              </a:spcBef>
            </a:pPr>
            <a:r>
              <a:rPr dirty="0" sz="3950" spc="-10">
                <a:latin typeface="Verdana"/>
                <a:cs typeface="Verdana"/>
              </a:rPr>
              <a:t>Vectorization </a:t>
            </a:r>
            <a:r>
              <a:rPr dirty="0" sz="3950">
                <a:latin typeface="Verdana"/>
                <a:cs typeface="Verdana"/>
              </a:rPr>
              <a:t>Part</a:t>
            </a:r>
            <a:r>
              <a:rPr dirty="0" sz="3950" spc="70">
                <a:latin typeface="Verdana"/>
                <a:cs typeface="Verdana"/>
              </a:rPr>
              <a:t> </a:t>
            </a:r>
            <a:r>
              <a:rPr dirty="0" sz="3950" spc="-50">
                <a:latin typeface="Verdana"/>
                <a:cs typeface="Verdana"/>
              </a:rPr>
              <a:t>2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275" y="723900"/>
            <a:ext cx="3438525" cy="647700"/>
          </a:xfrm>
          <a:custGeom>
            <a:avLst/>
            <a:gdLst/>
            <a:ahLst/>
            <a:cxnLst/>
            <a:rect l="l" t="t" r="r" b="b"/>
            <a:pathLst>
              <a:path w="3438525" h="647700">
                <a:moveTo>
                  <a:pt x="3438525" y="0"/>
                </a:moveTo>
                <a:lnTo>
                  <a:pt x="0" y="0"/>
                </a:lnTo>
                <a:lnTo>
                  <a:pt x="0" y="647700"/>
                </a:lnTo>
                <a:lnTo>
                  <a:pt x="3438525" y="647700"/>
                </a:lnTo>
                <a:lnTo>
                  <a:pt x="3438525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5275" y="734377"/>
            <a:ext cx="3438525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8798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urier New"/>
                <a:cs typeface="Courier New"/>
              </a:rPr>
              <a:t>for j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in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range(0,16):</a:t>
            </a:r>
            <a:endParaRPr sz="1800">
              <a:latin typeface="Courier New"/>
              <a:cs typeface="Courier New"/>
            </a:endParaRPr>
          </a:p>
          <a:p>
            <a:pPr algn="ctr" marL="425450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+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w[j]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*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spc="-20" b="1">
                <a:latin typeface="Courier New"/>
                <a:cs typeface="Courier New"/>
              </a:rPr>
              <a:t>x[j]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24425" y="723900"/>
            <a:ext cx="1819275" cy="371475"/>
          </a:xfrm>
          <a:prstGeom prst="rect">
            <a:avLst/>
          </a:prstGeom>
          <a:solidFill>
            <a:srgbClr val="DEDEDE"/>
          </a:solidFill>
        </p:spPr>
        <p:txBody>
          <a:bodyPr wrap="square" lIns="0" tIns="23495" rIns="0" bIns="0" rtlCol="0" vert="horz">
            <a:spAutoFit/>
          </a:bodyPr>
          <a:lstStyle/>
          <a:p>
            <a:pPr marL="93345">
              <a:lnSpc>
                <a:spcPct val="100000"/>
              </a:lnSpc>
              <a:spcBef>
                <a:spcPts val="185"/>
              </a:spcBef>
            </a:pPr>
            <a:r>
              <a:rPr dirty="0" sz="1800" spc="-10" b="1">
                <a:latin typeface="Courier New"/>
                <a:cs typeface="Courier New"/>
              </a:rPr>
              <a:t>np.dot(w,x)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72745" y="200723"/>
            <a:ext cx="2762250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/>
              <a:t>Without</a:t>
            </a:r>
            <a:r>
              <a:rPr dirty="0" sz="2000" spc="-45"/>
              <a:t> </a:t>
            </a:r>
            <a:r>
              <a:rPr dirty="0" sz="2000" spc="-10"/>
              <a:t>vectorization</a:t>
            </a:r>
            <a:endParaRPr sz="2000"/>
          </a:p>
        </p:txBody>
      </p:sp>
      <p:sp>
        <p:nvSpPr>
          <p:cNvPr id="6" name="object 6"/>
          <p:cNvSpPr txBox="1"/>
          <p:nvPr/>
        </p:nvSpPr>
        <p:spPr>
          <a:xfrm>
            <a:off x="4998720" y="200723"/>
            <a:ext cx="169545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>
                <a:latin typeface="Verdana"/>
                <a:cs typeface="Verdana"/>
              </a:rPr>
              <a:t>Vectorization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972" y="1543685"/>
            <a:ext cx="26162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800" spc="-25">
                <a:latin typeface="Cambria Math"/>
                <a:cs typeface="Cambria Math"/>
              </a:rPr>
              <a:t>𝑡</a:t>
            </a:r>
            <a:r>
              <a:rPr dirty="0" baseline="-16460" sz="2025" spc="-37">
                <a:latin typeface="Cambria Math"/>
                <a:cs typeface="Cambria Math"/>
              </a:rPr>
              <a:t>0</a:t>
            </a:r>
            <a:endParaRPr baseline="-16460" sz="2025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0734" y="1787842"/>
            <a:ext cx="20688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+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w[0]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*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spc="-20" b="1">
                <a:latin typeface="Courier New"/>
                <a:cs typeface="Courier New"/>
              </a:rPr>
              <a:t>x[0]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9082" y="2153538"/>
            <a:ext cx="2601595" cy="544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ts val="2039"/>
              </a:lnSpc>
              <a:spcBef>
                <a:spcPts val="105"/>
              </a:spcBef>
            </a:pPr>
            <a:r>
              <a:rPr dirty="0" sz="1800" spc="-25">
                <a:latin typeface="Cambria Math"/>
                <a:cs typeface="Cambria Math"/>
              </a:rPr>
              <a:t>𝑡</a:t>
            </a:r>
            <a:r>
              <a:rPr dirty="0" baseline="-16460" sz="2025" spc="-37">
                <a:latin typeface="Cambria Math"/>
                <a:cs typeface="Cambria Math"/>
              </a:rPr>
              <a:t>1</a:t>
            </a:r>
            <a:endParaRPr baseline="-16460" sz="2025">
              <a:latin typeface="Cambria Math"/>
              <a:cs typeface="Cambria Math"/>
            </a:endParaRPr>
          </a:p>
          <a:p>
            <a:pPr marL="537845">
              <a:lnSpc>
                <a:spcPts val="2039"/>
              </a:lnSpc>
            </a:pP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+</a:t>
            </a:r>
            <a:r>
              <a:rPr dirty="0" sz="1800" spc="-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w[1]</a:t>
            </a:r>
            <a:r>
              <a:rPr dirty="0" sz="1800" spc="-7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* </a:t>
            </a:r>
            <a:r>
              <a:rPr dirty="0" sz="1800" spc="-20" b="1">
                <a:latin typeface="Courier New"/>
                <a:cs typeface="Courier New"/>
              </a:rPr>
              <a:t>x[1]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972" y="3306127"/>
            <a:ext cx="3441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-37">
                <a:latin typeface="Cambria Math"/>
                <a:cs typeface="Cambria Math"/>
              </a:rPr>
              <a:t>𝑡</a:t>
            </a:r>
            <a:r>
              <a:rPr dirty="0" sz="1350" spc="-25">
                <a:latin typeface="Cambria Math"/>
                <a:cs typeface="Cambria Math"/>
              </a:rPr>
              <a:t>15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0734" y="3502342"/>
            <a:ext cx="23488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urier New"/>
                <a:cs typeface="Courier New"/>
              </a:rPr>
              <a:t>f</a:t>
            </a:r>
            <a:r>
              <a:rPr dirty="0" sz="1800" spc="-7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+</a:t>
            </a:r>
            <a:r>
              <a:rPr dirty="0" sz="1800" spc="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w[15] *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x[15]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2120" y="1200848"/>
            <a:ext cx="29146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Cambria Math"/>
                <a:cs typeface="Cambria Math"/>
              </a:rPr>
              <a:t>𝑡</a:t>
            </a:r>
            <a:r>
              <a:rPr dirty="0" baseline="-16666" sz="2250" spc="-37">
                <a:latin typeface="Cambria Math"/>
                <a:cs typeface="Cambria Math"/>
              </a:rPr>
              <a:t>0</a:t>
            </a:r>
            <a:endParaRPr baseline="-16666" sz="2250">
              <a:latin typeface="Cambria Math"/>
              <a:cs typeface="Cambria Math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915153" y="1442592"/>
          <a:ext cx="374142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130"/>
                <a:gridCol w="913130"/>
                <a:gridCol w="913130"/>
                <a:gridCol w="913130"/>
              </a:tblGrid>
              <a:tr h="370840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0" b="1">
                          <a:latin typeface="Courier New"/>
                          <a:cs typeface="Courier New"/>
                        </a:rPr>
                        <a:t>w[0]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20" b="1">
                          <a:latin typeface="Courier New"/>
                          <a:cs typeface="Courier New"/>
                        </a:rPr>
                        <a:t>w[1]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…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w[15]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4907026" y="2320544"/>
          <a:ext cx="3741420" cy="37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3130"/>
                <a:gridCol w="913130"/>
                <a:gridCol w="913130"/>
                <a:gridCol w="913130"/>
              </a:tblGrid>
              <a:tr h="370205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20" b="1">
                          <a:latin typeface="Courier New"/>
                          <a:cs typeface="Courier New"/>
                        </a:rPr>
                        <a:t>x[0]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20" b="1">
                          <a:latin typeface="Courier New"/>
                          <a:cs typeface="Courier New"/>
                        </a:rPr>
                        <a:t>x[1]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50" b="1">
                          <a:latin typeface="Courier New"/>
                          <a:cs typeface="Courier New"/>
                        </a:rPr>
                        <a:t>…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1800" spc="-10" b="1">
                          <a:latin typeface="Courier New"/>
                          <a:cs typeface="Courier New"/>
                        </a:rPr>
                        <a:t>x[15]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15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5300345" y="1866836"/>
            <a:ext cx="163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ourier New"/>
                <a:cs typeface="Courier New"/>
              </a:rPr>
              <a:t>*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14490" y="1866836"/>
            <a:ext cx="163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ourier New"/>
                <a:cs typeface="Courier New"/>
              </a:rPr>
              <a:t>*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8129" y="1866836"/>
            <a:ext cx="163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42275" y="1866836"/>
            <a:ext cx="163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ourier New"/>
                <a:cs typeface="Courier New"/>
              </a:rPr>
              <a:t>*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79546" y="3101848"/>
            <a:ext cx="150431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185"/>
              </a:spcBef>
            </a:pPr>
            <a:r>
              <a:rPr dirty="0" sz="1800" spc="-10" b="1">
                <a:latin typeface="Courier New"/>
                <a:cs typeface="Courier New"/>
              </a:rPr>
              <a:t>w[0]*x[0]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46878" y="3097276"/>
            <a:ext cx="1504315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marL="144780">
              <a:lnSpc>
                <a:spcPct val="100000"/>
              </a:lnSpc>
              <a:spcBef>
                <a:spcPts val="185"/>
              </a:spcBef>
            </a:pPr>
            <a:r>
              <a:rPr dirty="0" sz="1800" spc="-10" b="1">
                <a:latin typeface="Courier New"/>
                <a:cs typeface="Courier New"/>
              </a:rPr>
              <a:t>w[1]*x[1]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82433" y="3100323"/>
            <a:ext cx="1734820" cy="37084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22860" rIns="0" bIns="0" rtlCol="0" vert="horz">
            <a:spAutoFit/>
          </a:bodyPr>
          <a:lstStyle/>
          <a:p>
            <a:pPr marL="118110">
              <a:lnSpc>
                <a:spcPct val="100000"/>
              </a:lnSpc>
              <a:spcBef>
                <a:spcPts val="180"/>
              </a:spcBef>
            </a:pPr>
            <a:r>
              <a:rPr dirty="0" sz="1800" spc="-10" b="1">
                <a:latin typeface="Courier New"/>
                <a:cs typeface="Courier New"/>
              </a:rPr>
              <a:t>w[15]*x[15]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4440" y="3112198"/>
            <a:ext cx="163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ourier New"/>
                <a:cs typeface="Courier New"/>
              </a:rPr>
              <a:t>+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89419" y="3113341"/>
            <a:ext cx="48323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543" sz="2700" spc="135" b="1">
                <a:latin typeface="Courier New"/>
                <a:cs typeface="Courier New"/>
              </a:rPr>
              <a:t>+…</a:t>
            </a:r>
            <a:r>
              <a:rPr dirty="0" sz="1800" spc="90" b="1">
                <a:latin typeface="Courier New"/>
                <a:cs typeface="Courier New"/>
              </a:rPr>
              <a:t>+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229100" y="2744089"/>
            <a:ext cx="1127125" cy="383540"/>
          </a:xfrm>
          <a:custGeom>
            <a:avLst/>
            <a:gdLst/>
            <a:ahLst/>
            <a:cxnLst/>
            <a:rect l="l" t="t" r="r" b="b"/>
            <a:pathLst>
              <a:path w="1127125" h="383539">
                <a:moveTo>
                  <a:pt x="92583" y="273685"/>
                </a:moveTo>
                <a:lnTo>
                  <a:pt x="0" y="361823"/>
                </a:lnTo>
                <a:lnTo>
                  <a:pt x="125984" y="383031"/>
                </a:lnTo>
                <a:lnTo>
                  <a:pt x="116557" y="352171"/>
                </a:lnTo>
                <a:lnTo>
                  <a:pt x="96647" y="352171"/>
                </a:lnTo>
                <a:lnTo>
                  <a:pt x="85471" y="315722"/>
                </a:lnTo>
                <a:lnTo>
                  <a:pt x="103715" y="310130"/>
                </a:lnTo>
                <a:lnTo>
                  <a:pt x="92583" y="273685"/>
                </a:lnTo>
                <a:close/>
              </a:path>
              <a:path w="1127125" h="383539">
                <a:moveTo>
                  <a:pt x="103715" y="310130"/>
                </a:moveTo>
                <a:lnTo>
                  <a:pt x="85471" y="315722"/>
                </a:lnTo>
                <a:lnTo>
                  <a:pt x="96647" y="352171"/>
                </a:lnTo>
                <a:lnTo>
                  <a:pt x="114852" y="346589"/>
                </a:lnTo>
                <a:lnTo>
                  <a:pt x="103715" y="310130"/>
                </a:lnTo>
                <a:close/>
              </a:path>
              <a:path w="1127125" h="383539">
                <a:moveTo>
                  <a:pt x="114852" y="346589"/>
                </a:moveTo>
                <a:lnTo>
                  <a:pt x="96647" y="352171"/>
                </a:lnTo>
                <a:lnTo>
                  <a:pt x="116557" y="352171"/>
                </a:lnTo>
                <a:lnTo>
                  <a:pt x="114852" y="346589"/>
                </a:lnTo>
                <a:close/>
              </a:path>
              <a:path w="1127125" h="383539">
                <a:moveTo>
                  <a:pt x="1115695" y="0"/>
                </a:moveTo>
                <a:lnTo>
                  <a:pt x="103715" y="310130"/>
                </a:lnTo>
                <a:lnTo>
                  <a:pt x="114852" y="346589"/>
                </a:lnTo>
                <a:lnTo>
                  <a:pt x="1126871" y="36322"/>
                </a:lnTo>
                <a:lnTo>
                  <a:pt x="11156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00750" y="2685795"/>
            <a:ext cx="255270" cy="409575"/>
          </a:xfrm>
          <a:custGeom>
            <a:avLst/>
            <a:gdLst/>
            <a:ahLst/>
            <a:cxnLst/>
            <a:rect l="l" t="t" r="r" b="b"/>
            <a:pathLst>
              <a:path w="255270" h="409575">
                <a:moveTo>
                  <a:pt x="9525" y="281813"/>
                </a:moveTo>
                <a:lnTo>
                  <a:pt x="0" y="409321"/>
                </a:lnTo>
                <a:lnTo>
                  <a:pt x="107696" y="340487"/>
                </a:lnTo>
                <a:lnTo>
                  <a:pt x="102383" y="337312"/>
                </a:lnTo>
                <a:lnTo>
                  <a:pt x="65277" y="337312"/>
                </a:lnTo>
                <a:lnTo>
                  <a:pt x="32512" y="317754"/>
                </a:lnTo>
                <a:lnTo>
                  <a:pt x="42287" y="301394"/>
                </a:lnTo>
                <a:lnTo>
                  <a:pt x="9525" y="281813"/>
                </a:lnTo>
                <a:close/>
              </a:path>
              <a:path w="255270" h="409575">
                <a:moveTo>
                  <a:pt x="42287" y="301394"/>
                </a:moveTo>
                <a:lnTo>
                  <a:pt x="32512" y="317754"/>
                </a:lnTo>
                <a:lnTo>
                  <a:pt x="65277" y="337312"/>
                </a:lnTo>
                <a:lnTo>
                  <a:pt x="75042" y="320970"/>
                </a:lnTo>
                <a:lnTo>
                  <a:pt x="42287" y="301394"/>
                </a:lnTo>
                <a:close/>
              </a:path>
              <a:path w="255270" h="409575">
                <a:moveTo>
                  <a:pt x="75042" y="320970"/>
                </a:moveTo>
                <a:lnTo>
                  <a:pt x="65277" y="337312"/>
                </a:lnTo>
                <a:lnTo>
                  <a:pt x="102383" y="337312"/>
                </a:lnTo>
                <a:lnTo>
                  <a:pt x="75042" y="320970"/>
                </a:lnTo>
                <a:close/>
              </a:path>
              <a:path w="255270" h="409575">
                <a:moveTo>
                  <a:pt x="222376" y="0"/>
                </a:moveTo>
                <a:lnTo>
                  <a:pt x="42287" y="301394"/>
                </a:lnTo>
                <a:lnTo>
                  <a:pt x="75042" y="320970"/>
                </a:lnTo>
                <a:lnTo>
                  <a:pt x="255142" y="19558"/>
                </a:lnTo>
                <a:lnTo>
                  <a:pt x="2223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084946" y="2695067"/>
            <a:ext cx="114300" cy="403225"/>
          </a:xfrm>
          <a:custGeom>
            <a:avLst/>
            <a:gdLst/>
            <a:ahLst/>
            <a:cxnLst/>
            <a:rect l="l" t="t" r="r" b="b"/>
            <a:pathLst>
              <a:path w="114300" h="403225">
                <a:moveTo>
                  <a:pt x="38096" y="289306"/>
                </a:moveTo>
                <a:lnTo>
                  <a:pt x="0" y="290321"/>
                </a:lnTo>
                <a:lnTo>
                  <a:pt x="60198" y="403097"/>
                </a:lnTo>
                <a:lnTo>
                  <a:pt x="104452" y="308356"/>
                </a:lnTo>
                <a:lnTo>
                  <a:pt x="38607" y="308356"/>
                </a:lnTo>
                <a:lnTo>
                  <a:pt x="38123" y="290321"/>
                </a:lnTo>
                <a:lnTo>
                  <a:pt x="38096" y="289306"/>
                </a:lnTo>
                <a:close/>
              </a:path>
              <a:path w="114300" h="403225">
                <a:moveTo>
                  <a:pt x="76196" y="288290"/>
                </a:moveTo>
                <a:lnTo>
                  <a:pt x="38096" y="289306"/>
                </a:lnTo>
                <a:lnTo>
                  <a:pt x="38580" y="307339"/>
                </a:lnTo>
                <a:lnTo>
                  <a:pt x="38607" y="308356"/>
                </a:lnTo>
                <a:lnTo>
                  <a:pt x="76707" y="307339"/>
                </a:lnTo>
                <a:lnTo>
                  <a:pt x="76250" y="290321"/>
                </a:lnTo>
                <a:lnTo>
                  <a:pt x="76196" y="288290"/>
                </a:lnTo>
                <a:close/>
              </a:path>
              <a:path w="114300" h="403225">
                <a:moveTo>
                  <a:pt x="114300" y="287274"/>
                </a:moveTo>
                <a:lnTo>
                  <a:pt x="76196" y="288290"/>
                </a:lnTo>
                <a:lnTo>
                  <a:pt x="76707" y="307339"/>
                </a:lnTo>
                <a:lnTo>
                  <a:pt x="38607" y="308356"/>
                </a:lnTo>
                <a:lnTo>
                  <a:pt x="104452" y="308356"/>
                </a:lnTo>
                <a:lnTo>
                  <a:pt x="114300" y="287274"/>
                </a:lnTo>
                <a:close/>
              </a:path>
              <a:path w="114300" h="403225">
                <a:moveTo>
                  <a:pt x="68452" y="0"/>
                </a:moveTo>
                <a:lnTo>
                  <a:pt x="30352" y="1015"/>
                </a:lnTo>
                <a:lnTo>
                  <a:pt x="38041" y="287274"/>
                </a:lnTo>
                <a:lnTo>
                  <a:pt x="38096" y="289306"/>
                </a:lnTo>
                <a:lnTo>
                  <a:pt x="76196" y="288290"/>
                </a:lnTo>
                <a:lnTo>
                  <a:pt x="68480" y="1015"/>
                </a:lnTo>
                <a:lnTo>
                  <a:pt x="68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288535" y="2598102"/>
            <a:ext cx="2819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Cambria Math"/>
                <a:cs typeface="Cambria Math"/>
              </a:rPr>
              <a:t>𝑡</a:t>
            </a:r>
            <a:r>
              <a:rPr dirty="0" baseline="-16666" sz="2250" spc="-37">
                <a:latin typeface="Cambria Math"/>
                <a:cs typeface="Cambria Math"/>
              </a:rPr>
              <a:t>1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2745" y="2794952"/>
            <a:ext cx="163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1901" y="1917192"/>
            <a:ext cx="223510" cy="26555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5389" y="1888617"/>
            <a:ext cx="882903" cy="32334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8777" y="3853688"/>
            <a:ext cx="1829047" cy="24093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34328" y="3824351"/>
            <a:ext cx="692530" cy="20552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56272" y="3816096"/>
            <a:ext cx="254761" cy="21852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70546" y="3801617"/>
            <a:ext cx="658241" cy="31300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82109" y="3793235"/>
            <a:ext cx="1149368" cy="239001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125" y="3743325"/>
            <a:ext cx="4048125" cy="647700"/>
          </a:xfrm>
          <a:prstGeom prst="rect">
            <a:avLst/>
          </a:prstGeom>
          <a:solidFill>
            <a:srgbClr val="DEDEDE"/>
          </a:solidFill>
        </p:spPr>
        <p:txBody>
          <a:bodyPr wrap="square" lIns="0" tIns="21590" rIns="0" bIns="0" rtlCol="0" vert="horz">
            <a:spAutoFit/>
          </a:bodyPr>
          <a:lstStyle/>
          <a:p>
            <a:pPr algn="ctr" marR="1002030">
              <a:lnSpc>
                <a:spcPct val="100000"/>
              </a:lnSpc>
              <a:spcBef>
                <a:spcPts val="170"/>
              </a:spcBef>
            </a:pPr>
            <a:r>
              <a:rPr dirty="0" sz="1800" b="1">
                <a:latin typeface="Courier New"/>
                <a:cs typeface="Courier New"/>
              </a:rPr>
              <a:t>for j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in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range(0,16):</a:t>
            </a:r>
            <a:endParaRPr sz="1800">
              <a:latin typeface="Courier New"/>
              <a:cs typeface="Courier New"/>
            </a:endParaRPr>
          </a:p>
          <a:p>
            <a:pPr algn="ctr" marL="487680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Courier New"/>
                <a:cs typeface="Courier New"/>
              </a:rPr>
              <a:t>w[j]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w[j]</a:t>
            </a:r>
            <a:r>
              <a:rPr dirty="0" sz="1800" spc="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-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0.1 *</a:t>
            </a:r>
            <a:r>
              <a:rPr dirty="0" sz="1800" spc="-70" b="1">
                <a:latin typeface="Courier New"/>
                <a:cs typeface="Courier New"/>
              </a:rPr>
              <a:t> </a:t>
            </a:r>
            <a:r>
              <a:rPr dirty="0" sz="1800" spc="-20" b="1">
                <a:latin typeface="Courier New"/>
                <a:cs typeface="Courier New"/>
              </a:rPr>
              <a:t>d[j]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47186" y="278638"/>
            <a:ext cx="200025" cy="62230"/>
          </a:xfrm>
          <a:custGeom>
            <a:avLst/>
            <a:gdLst/>
            <a:ahLst/>
            <a:cxnLst/>
            <a:rect l="l" t="t" r="r" b="b"/>
            <a:pathLst>
              <a:path w="200025" h="62229">
                <a:moveTo>
                  <a:pt x="168021" y="0"/>
                </a:moveTo>
                <a:lnTo>
                  <a:pt x="161289" y="7492"/>
                </a:lnTo>
                <a:lnTo>
                  <a:pt x="181355" y="25019"/>
                </a:lnTo>
                <a:lnTo>
                  <a:pt x="0" y="25019"/>
                </a:lnTo>
                <a:lnTo>
                  <a:pt x="0" y="36829"/>
                </a:lnTo>
                <a:lnTo>
                  <a:pt x="181355" y="36829"/>
                </a:lnTo>
                <a:lnTo>
                  <a:pt x="161289" y="54228"/>
                </a:lnTo>
                <a:lnTo>
                  <a:pt x="168021" y="61722"/>
                </a:lnTo>
                <a:lnTo>
                  <a:pt x="199516" y="34544"/>
                </a:lnTo>
                <a:lnTo>
                  <a:pt x="199516" y="27304"/>
                </a:lnTo>
                <a:lnTo>
                  <a:pt x="1680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703192" y="290068"/>
            <a:ext cx="2128520" cy="238760"/>
          </a:xfrm>
          <a:custGeom>
            <a:avLst/>
            <a:gdLst/>
            <a:ahLst/>
            <a:cxnLst/>
            <a:rect l="l" t="t" r="r" b="b"/>
            <a:pathLst>
              <a:path w="2128520" h="238759">
                <a:moveTo>
                  <a:pt x="2052574" y="0"/>
                </a:moveTo>
                <a:lnTo>
                  <a:pt x="2049145" y="9652"/>
                </a:lnTo>
                <a:lnTo>
                  <a:pt x="2062934" y="15652"/>
                </a:lnTo>
                <a:lnTo>
                  <a:pt x="2074783" y="23939"/>
                </a:lnTo>
                <a:lnTo>
                  <a:pt x="2098873" y="62351"/>
                </a:lnTo>
                <a:lnTo>
                  <a:pt x="2106803" y="117983"/>
                </a:lnTo>
                <a:lnTo>
                  <a:pt x="2105919" y="138938"/>
                </a:lnTo>
                <a:lnTo>
                  <a:pt x="2092579" y="190373"/>
                </a:lnTo>
                <a:lnTo>
                  <a:pt x="2063075" y="222573"/>
                </a:lnTo>
                <a:lnTo>
                  <a:pt x="2049526" y="228600"/>
                </a:lnTo>
                <a:lnTo>
                  <a:pt x="2052574" y="238252"/>
                </a:lnTo>
                <a:lnTo>
                  <a:pt x="2098079" y="211195"/>
                </a:lnTo>
                <a:lnTo>
                  <a:pt x="2123598" y="161242"/>
                </a:lnTo>
                <a:lnTo>
                  <a:pt x="2128520" y="119126"/>
                </a:lnTo>
                <a:lnTo>
                  <a:pt x="2127300" y="97645"/>
                </a:lnTo>
                <a:lnTo>
                  <a:pt x="2117429" y="58636"/>
                </a:lnTo>
                <a:lnTo>
                  <a:pt x="2084943" y="15271"/>
                </a:lnTo>
                <a:lnTo>
                  <a:pt x="2069812" y="6242"/>
                </a:lnTo>
                <a:lnTo>
                  <a:pt x="2052574" y="0"/>
                </a:lnTo>
                <a:close/>
              </a:path>
              <a:path w="2128520" h="238759">
                <a:moveTo>
                  <a:pt x="76073" y="0"/>
                </a:moveTo>
                <a:lnTo>
                  <a:pt x="30567" y="27110"/>
                </a:lnTo>
                <a:lnTo>
                  <a:pt x="4937" y="77168"/>
                </a:lnTo>
                <a:lnTo>
                  <a:pt x="64" y="117983"/>
                </a:lnTo>
                <a:lnTo>
                  <a:pt x="0" y="119126"/>
                </a:lnTo>
                <a:lnTo>
                  <a:pt x="1117" y="138937"/>
                </a:lnTo>
                <a:lnTo>
                  <a:pt x="1236" y="141035"/>
                </a:lnTo>
                <a:lnTo>
                  <a:pt x="11090" y="179758"/>
                </a:lnTo>
                <a:lnTo>
                  <a:pt x="43497" y="222996"/>
                </a:lnTo>
                <a:lnTo>
                  <a:pt x="76073" y="238252"/>
                </a:lnTo>
                <a:lnTo>
                  <a:pt x="78994" y="228600"/>
                </a:lnTo>
                <a:lnTo>
                  <a:pt x="65444" y="222573"/>
                </a:lnTo>
                <a:lnTo>
                  <a:pt x="53752" y="214201"/>
                </a:lnTo>
                <a:lnTo>
                  <a:pt x="29700" y="175132"/>
                </a:lnTo>
                <a:lnTo>
                  <a:pt x="21765" y="119126"/>
                </a:lnTo>
                <a:lnTo>
                  <a:pt x="21717" y="117983"/>
                </a:lnTo>
                <a:lnTo>
                  <a:pt x="25257" y="79105"/>
                </a:lnTo>
                <a:lnTo>
                  <a:pt x="43942" y="34512"/>
                </a:lnTo>
                <a:lnTo>
                  <a:pt x="79375" y="9652"/>
                </a:lnTo>
                <a:lnTo>
                  <a:pt x="760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79317" y="551561"/>
            <a:ext cx="142875" cy="62230"/>
          </a:xfrm>
          <a:custGeom>
            <a:avLst/>
            <a:gdLst/>
            <a:ahLst/>
            <a:cxnLst/>
            <a:rect l="l" t="t" r="r" b="b"/>
            <a:pathLst>
              <a:path w="142875" h="62229">
                <a:moveTo>
                  <a:pt x="110870" y="0"/>
                </a:moveTo>
                <a:lnTo>
                  <a:pt x="104140" y="7492"/>
                </a:lnTo>
                <a:lnTo>
                  <a:pt x="124206" y="24891"/>
                </a:lnTo>
                <a:lnTo>
                  <a:pt x="0" y="24891"/>
                </a:lnTo>
                <a:lnTo>
                  <a:pt x="0" y="36702"/>
                </a:lnTo>
                <a:lnTo>
                  <a:pt x="124206" y="36702"/>
                </a:lnTo>
                <a:lnTo>
                  <a:pt x="104140" y="54228"/>
                </a:lnTo>
                <a:lnTo>
                  <a:pt x="110870" y="61722"/>
                </a:lnTo>
                <a:lnTo>
                  <a:pt x="142367" y="34543"/>
                </a:lnTo>
                <a:lnTo>
                  <a:pt x="142367" y="27177"/>
                </a:lnTo>
                <a:lnTo>
                  <a:pt x="1108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78173" y="620141"/>
            <a:ext cx="2157095" cy="238760"/>
          </a:xfrm>
          <a:custGeom>
            <a:avLst/>
            <a:gdLst/>
            <a:ahLst/>
            <a:cxnLst/>
            <a:rect l="l" t="t" r="r" b="b"/>
            <a:pathLst>
              <a:path w="2157095" h="238759">
                <a:moveTo>
                  <a:pt x="2081149" y="0"/>
                </a:moveTo>
                <a:lnTo>
                  <a:pt x="2077720" y="9651"/>
                </a:lnTo>
                <a:lnTo>
                  <a:pt x="2091509" y="15652"/>
                </a:lnTo>
                <a:lnTo>
                  <a:pt x="2103358" y="23939"/>
                </a:lnTo>
                <a:lnTo>
                  <a:pt x="2127448" y="62277"/>
                </a:lnTo>
                <a:lnTo>
                  <a:pt x="2134464" y="97289"/>
                </a:lnTo>
                <a:lnTo>
                  <a:pt x="2134496" y="97520"/>
                </a:lnTo>
                <a:lnTo>
                  <a:pt x="2135378" y="117856"/>
                </a:lnTo>
                <a:lnTo>
                  <a:pt x="2134496" y="138884"/>
                </a:lnTo>
                <a:lnTo>
                  <a:pt x="2131853" y="157972"/>
                </a:lnTo>
                <a:lnTo>
                  <a:pt x="2113230" y="203416"/>
                </a:lnTo>
                <a:lnTo>
                  <a:pt x="2078101" y="228473"/>
                </a:lnTo>
                <a:lnTo>
                  <a:pt x="2081149" y="238251"/>
                </a:lnTo>
                <a:lnTo>
                  <a:pt x="2126654" y="211141"/>
                </a:lnTo>
                <a:lnTo>
                  <a:pt x="2152173" y="161242"/>
                </a:lnTo>
                <a:lnTo>
                  <a:pt x="2157095" y="119125"/>
                </a:lnTo>
                <a:lnTo>
                  <a:pt x="2155871" y="97520"/>
                </a:lnTo>
                <a:lnTo>
                  <a:pt x="2155858" y="97289"/>
                </a:lnTo>
                <a:lnTo>
                  <a:pt x="2146004" y="58618"/>
                </a:lnTo>
                <a:lnTo>
                  <a:pt x="2113518" y="15271"/>
                </a:lnTo>
                <a:lnTo>
                  <a:pt x="2098387" y="6242"/>
                </a:lnTo>
                <a:lnTo>
                  <a:pt x="2081149" y="0"/>
                </a:lnTo>
                <a:close/>
              </a:path>
              <a:path w="2157095" h="238759">
                <a:moveTo>
                  <a:pt x="76073" y="0"/>
                </a:moveTo>
                <a:lnTo>
                  <a:pt x="30567" y="27110"/>
                </a:lnTo>
                <a:lnTo>
                  <a:pt x="4937" y="77120"/>
                </a:lnTo>
                <a:lnTo>
                  <a:pt x="71" y="117856"/>
                </a:lnTo>
                <a:lnTo>
                  <a:pt x="0" y="119125"/>
                </a:lnTo>
                <a:lnTo>
                  <a:pt x="1114" y="138884"/>
                </a:lnTo>
                <a:lnTo>
                  <a:pt x="11090" y="179758"/>
                </a:lnTo>
                <a:lnTo>
                  <a:pt x="43497" y="222948"/>
                </a:lnTo>
                <a:lnTo>
                  <a:pt x="76073" y="238251"/>
                </a:lnTo>
                <a:lnTo>
                  <a:pt x="78993" y="228473"/>
                </a:lnTo>
                <a:lnTo>
                  <a:pt x="65444" y="222502"/>
                </a:lnTo>
                <a:lnTo>
                  <a:pt x="53752" y="214137"/>
                </a:lnTo>
                <a:lnTo>
                  <a:pt x="29700" y="175131"/>
                </a:lnTo>
                <a:lnTo>
                  <a:pt x="21770" y="119125"/>
                </a:lnTo>
                <a:lnTo>
                  <a:pt x="21716" y="117856"/>
                </a:lnTo>
                <a:lnTo>
                  <a:pt x="22600" y="97520"/>
                </a:lnTo>
                <a:lnTo>
                  <a:pt x="35940" y="47371"/>
                </a:lnTo>
                <a:lnTo>
                  <a:pt x="65659" y="15652"/>
                </a:lnTo>
                <a:lnTo>
                  <a:pt x="79375" y="9651"/>
                </a:lnTo>
                <a:lnTo>
                  <a:pt x="760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112516" y="114046"/>
            <a:ext cx="2080895" cy="76327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95"/>
              </a:spcBef>
              <a:tabLst>
                <a:tab pos="676275" algn="l"/>
                <a:tab pos="1219835" algn="l"/>
                <a:tab pos="1772920" algn="l"/>
              </a:tabLst>
            </a:pPr>
            <a:r>
              <a:rPr dirty="0" baseline="-8333" sz="3000">
                <a:latin typeface="Cambria Math"/>
                <a:cs typeface="Cambria Math"/>
              </a:rPr>
              <a:t>w</a:t>
            </a:r>
            <a:r>
              <a:rPr dirty="0" baseline="-8333" sz="3000" spc="150">
                <a:latin typeface="Cambria Math"/>
                <a:cs typeface="Cambria Math"/>
              </a:rPr>
              <a:t> </a:t>
            </a:r>
            <a:r>
              <a:rPr dirty="0" baseline="-8333" sz="3000" spc="-75">
                <a:latin typeface="Cambria Math"/>
                <a:cs typeface="Cambria Math"/>
              </a:rPr>
              <a:t>=</a:t>
            </a:r>
            <a:r>
              <a:rPr dirty="0" baseline="-8333" sz="300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latin typeface="Cambria Math"/>
                <a:cs typeface="Cambria Math"/>
              </a:rPr>
              <a:t>1</a:t>
            </a:r>
            <a:r>
              <a:rPr dirty="0" baseline="-16666" sz="225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latin typeface="Cambria Math"/>
                <a:cs typeface="Cambria Math"/>
              </a:rPr>
              <a:t>2</a:t>
            </a:r>
            <a:r>
              <a:rPr dirty="0" baseline="-16666" sz="2250">
                <a:latin typeface="Cambria Math"/>
                <a:cs typeface="Cambria Math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⋯</a:t>
            </a:r>
            <a:endParaRPr sz="2000">
              <a:latin typeface="Cambria Math"/>
              <a:cs typeface="Cambria Math"/>
            </a:endParaRPr>
          </a:p>
          <a:p>
            <a:pPr marL="69850">
              <a:lnSpc>
                <a:spcPct val="100000"/>
              </a:lnSpc>
              <a:spcBef>
                <a:spcPts val="505"/>
              </a:spcBef>
              <a:tabLst>
                <a:tab pos="708660" algn="l"/>
                <a:tab pos="1280795" algn="l"/>
                <a:tab pos="1795780" algn="l"/>
              </a:tabLst>
            </a:pPr>
            <a:r>
              <a:rPr dirty="0" sz="2000">
                <a:latin typeface="Cambria Math"/>
                <a:cs typeface="Cambria Math"/>
              </a:rPr>
              <a:t>d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=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baseline="1388" sz="3000" spc="-37">
                <a:latin typeface="Cambria Math"/>
                <a:cs typeface="Cambria Math"/>
              </a:rPr>
              <a:t>𝑑</a:t>
            </a:r>
            <a:r>
              <a:rPr dirty="0" baseline="-14814" sz="2250" spc="-37">
                <a:latin typeface="Cambria Math"/>
                <a:cs typeface="Cambria Math"/>
              </a:rPr>
              <a:t>1</a:t>
            </a:r>
            <a:r>
              <a:rPr dirty="0" baseline="-14814" sz="2250">
                <a:latin typeface="Cambria Math"/>
                <a:cs typeface="Cambria Math"/>
              </a:rPr>
              <a:t>	</a:t>
            </a:r>
            <a:r>
              <a:rPr dirty="0" baseline="1388" sz="3000" spc="-37">
                <a:latin typeface="Cambria Math"/>
                <a:cs typeface="Cambria Math"/>
              </a:rPr>
              <a:t>𝑑</a:t>
            </a:r>
            <a:r>
              <a:rPr dirty="0" baseline="-14814" sz="2250" spc="-37">
                <a:latin typeface="Cambria Math"/>
                <a:cs typeface="Cambria Math"/>
              </a:rPr>
              <a:t>2</a:t>
            </a:r>
            <a:r>
              <a:rPr dirty="0" baseline="-14814" sz="2250">
                <a:latin typeface="Cambria Math"/>
                <a:cs typeface="Cambria Math"/>
              </a:rPr>
              <a:t>	</a:t>
            </a:r>
            <a:r>
              <a:rPr dirty="0" baseline="1388" sz="3000" spc="-75">
                <a:latin typeface="Cambria Math"/>
                <a:cs typeface="Cambria Math"/>
              </a:rPr>
              <a:t>⋯</a:t>
            </a:r>
            <a:endParaRPr baseline="1388" sz="3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14950" y="180783"/>
            <a:ext cx="470534" cy="74422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dirty="0" baseline="12500" sz="3000" spc="-37">
                <a:latin typeface="Cambria Math"/>
                <a:cs typeface="Cambria Math"/>
              </a:rPr>
              <a:t>𝑤</a:t>
            </a:r>
            <a:r>
              <a:rPr dirty="0" sz="1500" spc="-25">
                <a:latin typeface="Cambria Math"/>
                <a:cs typeface="Cambria Math"/>
              </a:rPr>
              <a:t>16</a:t>
            </a:r>
            <a:endParaRPr sz="1500">
              <a:latin typeface="Cambria Math"/>
              <a:cs typeface="Cambria Math"/>
            </a:endParaRPr>
          </a:p>
          <a:p>
            <a:pPr marL="60325">
              <a:lnSpc>
                <a:spcPct val="100000"/>
              </a:lnSpc>
              <a:spcBef>
                <a:spcPts val="430"/>
              </a:spcBef>
            </a:pPr>
            <a:r>
              <a:rPr dirty="0" baseline="12500" sz="3000" spc="-37">
                <a:latin typeface="Cambria Math"/>
                <a:cs typeface="Cambria Math"/>
              </a:rPr>
              <a:t>𝑑</a:t>
            </a:r>
            <a:r>
              <a:rPr dirty="0" sz="1500" spc="-25">
                <a:latin typeface="Cambria Math"/>
                <a:cs typeface="Cambria Math"/>
              </a:rPr>
              <a:t>16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72075" y="3743325"/>
            <a:ext cx="2295525" cy="361950"/>
          </a:xfrm>
          <a:custGeom>
            <a:avLst/>
            <a:gdLst/>
            <a:ahLst/>
            <a:cxnLst/>
            <a:rect l="l" t="t" r="r" b="b"/>
            <a:pathLst>
              <a:path w="2295525" h="361950">
                <a:moveTo>
                  <a:pt x="2295525" y="0"/>
                </a:moveTo>
                <a:lnTo>
                  <a:pt x="0" y="0"/>
                </a:lnTo>
                <a:lnTo>
                  <a:pt x="0" y="361950"/>
                </a:lnTo>
                <a:lnTo>
                  <a:pt x="2295525" y="361950"/>
                </a:lnTo>
                <a:lnTo>
                  <a:pt x="2295525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258053" y="3751897"/>
            <a:ext cx="206946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ourier New"/>
                <a:cs typeface="Courier New"/>
              </a:rPr>
              <a:t>w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1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w</a:t>
            </a:r>
            <a:r>
              <a:rPr dirty="0" sz="1800" spc="-5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–</a:t>
            </a:r>
            <a:r>
              <a:rPr dirty="0" sz="1800" spc="1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0.1</a:t>
            </a:r>
            <a:r>
              <a:rPr dirty="0" sz="1800" spc="-6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*</a:t>
            </a:r>
            <a:r>
              <a:rPr dirty="0" sz="1800" spc="15" b="1">
                <a:latin typeface="Courier New"/>
                <a:cs typeface="Courier New"/>
              </a:rPr>
              <a:t> </a:t>
            </a:r>
            <a:r>
              <a:rPr dirty="0" sz="1800" spc="-50" b="1"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19325" y="895350"/>
            <a:ext cx="4819650" cy="647700"/>
          </a:xfrm>
          <a:custGeom>
            <a:avLst/>
            <a:gdLst/>
            <a:ahLst/>
            <a:cxnLst/>
            <a:rect l="l" t="t" r="r" b="b"/>
            <a:pathLst>
              <a:path w="4819650" h="647700">
                <a:moveTo>
                  <a:pt x="4819650" y="0"/>
                </a:moveTo>
                <a:lnTo>
                  <a:pt x="0" y="0"/>
                </a:lnTo>
                <a:lnTo>
                  <a:pt x="0" y="647700"/>
                </a:lnTo>
                <a:lnTo>
                  <a:pt x="4819650" y="647700"/>
                </a:lnTo>
                <a:lnTo>
                  <a:pt x="4819650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219325" y="895350"/>
            <a:ext cx="4819650" cy="6477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135"/>
              </a:spcBef>
            </a:pPr>
            <a:r>
              <a:rPr dirty="0" sz="1800" b="1">
                <a:latin typeface="Courier New"/>
                <a:cs typeface="Courier New"/>
              </a:rPr>
              <a:t>w</a:t>
            </a:r>
            <a:r>
              <a:rPr dirty="0" sz="1800" spc="-114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np.array([0.5,</a:t>
            </a:r>
            <a:r>
              <a:rPr dirty="0" sz="1800" spc="-2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1.3,</a:t>
            </a:r>
            <a:r>
              <a:rPr dirty="0" sz="1800" spc="-9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…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3.4])</a:t>
            </a:r>
            <a:endParaRPr sz="1800">
              <a:latin typeface="Courier New"/>
              <a:cs typeface="Courier New"/>
            </a:endParaRPr>
          </a:p>
          <a:p>
            <a:pPr marL="95250">
              <a:lnSpc>
                <a:spcPct val="100000"/>
              </a:lnSpc>
              <a:spcBef>
                <a:spcPts val="20"/>
              </a:spcBef>
            </a:pPr>
            <a:r>
              <a:rPr dirty="0" sz="1800" b="1">
                <a:latin typeface="Courier New"/>
                <a:cs typeface="Courier New"/>
              </a:rPr>
              <a:t>d</a:t>
            </a:r>
            <a:r>
              <a:rPr dirty="0" sz="1800" spc="-10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=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np.array([0.3,</a:t>
            </a:r>
            <a:r>
              <a:rPr dirty="0" sz="1800" spc="-20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0.2,</a:t>
            </a:r>
            <a:r>
              <a:rPr dirty="0" sz="1800" spc="-85" b="1">
                <a:latin typeface="Courier New"/>
                <a:cs typeface="Courier New"/>
              </a:rPr>
              <a:t> </a:t>
            </a:r>
            <a:r>
              <a:rPr dirty="0" sz="1800" b="1">
                <a:latin typeface="Courier New"/>
                <a:cs typeface="Courier New"/>
              </a:rPr>
              <a:t>…</a:t>
            </a:r>
            <a:r>
              <a:rPr dirty="0" sz="1800" spc="-15" b="1">
                <a:latin typeface="Courier New"/>
                <a:cs typeface="Courier New"/>
              </a:rPr>
              <a:t> </a:t>
            </a:r>
            <a:r>
              <a:rPr dirty="0" sz="1800" spc="-10" b="1">
                <a:latin typeface="Courier New"/>
                <a:cs typeface="Courier New"/>
              </a:rPr>
              <a:t>0.4])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17209" y="2520823"/>
            <a:ext cx="199390" cy="62230"/>
          </a:xfrm>
          <a:custGeom>
            <a:avLst/>
            <a:gdLst/>
            <a:ahLst/>
            <a:cxnLst/>
            <a:rect l="l" t="t" r="r" b="b"/>
            <a:pathLst>
              <a:path w="199389" h="62230">
                <a:moveTo>
                  <a:pt x="167893" y="0"/>
                </a:moveTo>
                <a:lnTo>
                  <a:pt x="161289" y="7493"/>
                </a:lnTo>
                <a:lnTo>
                  <a:pt x="1813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81355" y="36829"/>
                </a:lnTo>
                <a:lnTo>
                  <a:pt x="161289" y="54228"/>
                </a:lnTo>
                <a:lnTo>
                  <a:pt x="167893" y="61849"/>
                </a:lnTo>
                <a:lnTo>
                  <a:pt x="199389" y="34543"/>
                </a:lnTo>
                <a:lnTo>
                  <a:pt x="199389" y="27304"/>
                </a:lnTo>
                <a:lnTo>
                  <a:pt x="167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41084" y="2520823"/>
            <a:ext cx="199390" cy="62230"/>
          </a:xfrm>
          <a:custGeom>
            <a:avLst/>
            <a:gdLst/>
            <a:ahLst/>
            <a:cxnLst/>
            <a:rect l="l" t="t" r="r" b="b"/>
            <a:pathLst>
              <a:path w="199389" h="62230">
                <a:moveTo>
                  <a:pt x="167893" y="0"/>
                </a:moveTo>
                <a:lnTo>
                  <a:pt x="161289" y="7493"/>
                </a:lnTo>
                <a:lnTo>
                  <a:pt x="1813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81355" y="36829"/>
                </a:lnTo>
                <a:lnTo>
                  <a:pt x="161289" y="54228"/>
                </a:lnTo>
                <a:lnTo>
                  <a:pt x="167893" y="61849"/>
                </a:lnTo>
                <a:lnTo>
                  <a:pt x="199389" y="34543"/>
                </a:lnTo>
                <a:lnTo>
                  <a:pt x="199389" y="27304"/>
                </a:lnTo>
                <a:lnTo>
                  <a:pt x="1678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036434" y="2463673"/>
            <a:ext cx="142240" cy="62230"/>
          </a:xfrm>
          <a:custGeom>
            <a:avLst/>
            <a:gdLst/>
            <a:ahLst/>
            <a:cxnLst/>
            <a:rect l="l" t="t" r="r" b="b"/>
            <a:pathLst>
              <a:path w="142240" h="62230">
                <a:moveTo>
                  <a:pt x="110744" y="0"/>
                </a:moveTo>
                <a:lnTo>
                  <a:pt x="104140" y="7493"/>
                </a:lnTo>
                <a:lnTo>
                  <a:pt x="124206" y="25018"/>
                </a:lnTo>
                <a:lnTo>
                  <a:pt x="0" y="25018"/>
                </a:lnTo>
                <a:lnTo>
                  <a:pt x="0" y="36829"/>
                </a:lnTo>
                <a:lnTo>
                  <a:pt x="124206" y="36829"/>
                </a:lnTo>
                <a:lnTo>
                  <a:pt x="104140" y="54228"/>
                </a:lnTo>
                <a:lnTo>
                  <a:pt x="110744" y="61849"/>
                </a:lnTo>
                <a:lnTo>
                  <a:pt x="142240" y="34543"/>
                </a:lnTo>
                <a:lnTo>
                  <a:pt x="142240" y="27304"/>
                </a:lnTo>
                <a:lnTo>
                  <a:pt x="1107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77252" y="2031011"/>
            <a:ext cx="2809240" cy="164465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59"/>
              </a:spcBef>
            </a:pPr>
            <a:r>
              <a:rPr dirty="0" sz="2000">
                <a:latin typeface="Verdana"/>
                <a:cs typeface="Verdana"/>
              </a:rPr>
              <a:t>Without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vectorization</a:t>
            </a:r>
            <a:endParaRPr sz="2000">
              <a:latin typeface="Verdana"/>
              <a:cs typeface="Verdana"/>
            </a:endParaRPr>
          </a:p>
          <a:p>
            <a:pPr algn="ctr" marR="293370">
              <a:lnSpc>
                <a:spcPct val="100000"/>
              </a:lnSpc>
              <a:spcBef>
                <a:spcPts val="260"/>
              </a:spcBef>
            </a:pP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1</a:t>
            </a:r>
            <a:r>
              <a:rPr dirty="0" baseline="-16666" sz="2250" spc="34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-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1</a:t>
            </a:r>
            <a:r>
              <a:rPr dirty="0" baseline="-16666" sz="2250" spc="3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11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0.1𝑑</a:t>
            </a:r>
            <a:r>
              <a:rPr dirty="0" baseline="-16666" sz="2250" spc="-30">
                <a:latin typeface="Cambria Math"/>
                <a:cs typeface="Cambria Math"/>
              </a:rPr>
              <a:t>1</a:t>
            </a:r>
            <a:endParaRPr baseline="-16666" sz="2250">
              <a:latin typeface="Cambria Math"/>
              <a:cs typeface="Cambria Math"/>
            </a:endParaRPr>
          </a:p>
          <a:p>
            <a:pPr algn="ctr" marR="254635">
              <a:lnSpc>
                <a:spcPct val="100000"/>
              </a:lnSpc>
              <a:spcBef>
                <a:spcPts val="115"/>
              </a:spcBef>
            </a:pP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2</a:t>
            </a:r>
            <a:r>
              <a:rPr dirty="0" baseline="-16666" sz="2250" spc="367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0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2</a:t>
            </a:r>
            <a:r>
              <a:rPr dirty="0" baseline="-16666" sz="2250" spc="262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35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0.1𝑑</a:t>
            </a:r>
            <a:r>
              <a:rPr dirty="0" baseline="-16666" sz="2250" spc="-15">
                <a:latin typeface="Cambria Math"/>
                <a:cs typeface="Cambria Math"/>
              </a:rPr>
              <a:t>2</a:t>
            </a:r>
            <a:endParaRPr baseline="-16666" sz="2250">
              <a:latin typeface="Cambria Math"/>
              <a:cs typeface="Cambria Math"/>
            </a:endParaRPr>
          </a:p>
          <a:p>
            <a:pPr algn="ctr" marR="457200">
              <a:lnSpc>
                <a:spcPts val="2300"/>
              </a:lnSpc>
              <a:spcBef>
                <a:spcPts val="309"/>
              </a:spcBef>
            </a:pPr>
            <a:r>
              <a:rPr dirty="0" sz="2000" spc="-50">
                <a:latin typeface="Cambria Math"/>
                <a:cs typeface="Cambria Math"/>
              </a:rPr>
              <a:t>⋮</a:t>
            </a:r>
            <a:endParaRPr sz="2000">
              <a:latin typeface="Cambria Math"/>
              <a:cs typeface="Cambria Math"/>
            </a:endParaRPr>
          </a:p>
          <a:p>
            <a:pPr algn="ctr" marL="36830">
              <a:lnSpc>
                <a:spcPts val="2300"/>
              </a:lnSpc>
            </a:pP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16</a:t>
            </a:r>
            <a:r>
              <a:rPr dirty="0" baseline="-16666" sz="2250" spc="397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16</a:t>
            </a:r>
            <a:r>
              <a:rPr dirty="0" baseline="-16666" sz="2250" spc="187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25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0.1𝑑</a:t>
            </a:r>
            <a:r>
              <a:rPr dirty="0" baseline="-16666" sz="2250" spc="-15">
                <a:latin typeface="Cambria Math"/>
                <a:cs typeface="Cambria Math"/>
              </a:rPr>
              <a:t>16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34864" y="1972055"/>
            <a:ext cx="2340610" cy="820419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2000">
                <a:latin typeface="Verdana"/>
                <a:cs typeface="Verdana"/>
              </a:rPr>
              <a:t>With</a:t>
            </a:r>
            <a:r>
              <a:rPr dirty="0" sz="2000" spc="-7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vectorization</a:t>
            </a:r>
            <a:endParaRPr sz="2000">
              <a:latin typeface="Verdana"/>
              <a:cs typeface="Verdana"/>
            </a:endParaRPr>
          </a:p>
          <a:p>
            <a:pPr marL="487680">
              <a:lnSpc>
                <a:spcPct val="100000"/>
              </a:lnSpc>
              <a:spcBef>
                <a:spcPts val="730"/>
              </a:spcBef>
            </a:pPr>
            <a:r>
              <a:rPr dirty="0" sz="2000">
                <a:latin typeface="Cambria Math"/>
                <a:cs typeface="Cambria Math"/>
              </a:rPr>
              <a:t>w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8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w</a:t>
            </a:r>
            <a:r>
              <a:rPr dirty="0" sz="2000" spc="40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0.1d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83228" y="1576324"/>
            <a:ext cx="335661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𝑗</a:t>
            </a:r>
            <a:r>
              <a:rPr dirty="0" baseline="-16666" sz="2250" spc="457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6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𝑗</a:t>
            </a:r>
            <a:r>
              <a:rPr dirty="0" baseline="-16666" sz="2250" spc="352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0.1𝑑</a:t>
            </a:r>
            <a:r>
              <a:rPr dirty="0" baseline="-16666" sz="2250">
                <a:latin typeface="Cambria Math"/>
                <a:cs typeface="Cambria Math"/>
              </a:rPr>
              <a:t>𝑗</a:t>
            </a:r>
            <a:r>
              <a:rPr dirty="0" baseline="-16666" sz="2250" spc="34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for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𝑗</a:t>
            </a:r>
            <a:r>
              <a:rPr dirty="0" sz="2000" spc="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4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-14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…</a:t>
            </a:r>
            <a:r>
              <a:rPr dirty="0" sz="2000" spc="-16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16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29230" y="1598549"/>
            <a:ext cx="114109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0">
                <a:latin typeface="Verdana"/>
                <a:cs typeface="Verdana"/>
              </a:rPr>
              <a:t>compute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42887" y="2033651"/>
            <a:ext cx="8743950" cy="0"/>
          </a:xfrm>
          <a:custGeom>
            <a:avLst/>
            <a:gdLst/>
            <a:ahLst/>
            <a:cxnLst/>
            <a:rect l="l" t="t" r="r" b="b"/>
            <a:pathLst>
              <a:path w="8743950" h="0">
                <a:moveTo>
                  <a:pt x="0" y="0"/>
                </a:moveTo>
                <a:lnTo>
                  <a:pt x="8743505" y="0"/>
                </a:lnTo>
              </a:path>
            </a:pathLst>
          </a:custGeom>
          <a:ln w="25400">
            <a:solidFill>
              <a:srgbClr val="748D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14926" y="2109851"/>
            <a:ext cx="26034" cy="2351405"/>
          </a:xfrm>
          <a:custGeom>
            <a:avLst/>
            <a:gdLst/>
            <a:ahLst/>
            <a:cxnLst/>
            <a:rect l="l" t="t" r="r" b="b"/>
            <a:pathLst>
              <a:path w="26035" h="2351404">
                <a:moveTo>
                  <a:pt x="0" y="0"/>
                </a:moveTo>
                <a:lnTo>
                  <a:pt x="25526" y="2351252"/>
                </a:lnTo>
              </a:path>
            </a:pathLst>
          </a:custGeom>
          <a:ln w="25400">
            <a:solidFill>
              <a:srgbClr val="748D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313372" y="146367"/>
            <a:ext cx="2203450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/>
              <a:t>Gradient</a:t>
            </a:r>
            <a:r>
              <a:rPr dirty="0" sz="2000" spc="-105"/>
              <a:t> </a:t>
            </a:r>
            <a:r>
              <a:rPr dirty="0" sz="2000" spc="-10"/>
              <a:t>descent</a:t>
            </a:r>
            <a:endParaRPr sz="2000"/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4023" y="227456"/>
            <a:ext cx="568832" cy="26022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9734" y="273177"/>
            <a:ext cx="1337183" cy="26009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21500" y="2215769"/>
            <a:ext cx="2107310" cy="17636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48996" y="1413763"/>
            <a:ext cx="469608" cy="157352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589532" y="605408"/>
            <a:ext cx="5313680" cy="1036955"/>
            <a:chOff x="1589532" y="605408"/>
            <a:chExt cx="5313680" cy="103695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9532" y="605408"/>
              <a:ext cx="959302" cy="22123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23820" y="656335"/>
              <a:ext cx="372110" cy="14858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44261" y="1437258"/>
              <a:ext cx="833754" cy="18922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21728" y="1416684"/>
              <a:ext cx="181128" cy="15112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84395" y="1559686"/>
              <a:ext cx="374522" cy="82296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12700" marR="5080" indent="610235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0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 </a:t>
            </a:r>
            <a:r>
              <a:rPr dirty="0" sz="3950">
                <a:solidFill>
                  <a:srgbClr val="0070EA"/>
                </a:solidFill>
              </a:rPr>
              <a:t>with</a:t>
            </a:r>
            <a:r>
              <a:rPr dirty="0" sz="3950" spc="11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Multiple</a:t>
            </a:r>
            <a:r>
              <a:rPr dirty="0" sz="3950" spc="40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Variables</a:t>
            </a:r>
            <a:endParaRPr sz="39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206747" rIns="0" bIns="0" rtlCol="0" vert="horz">
            <a:spAutoFit/>
          </a:bodyPr>
          <a:lstStyle/>
          <a:p>
            <a:pPr marL="298450" marR="5080" indent="-171450">
              <a:lnSpc>
                <a:spcPct val="117300"/>
              </a:lnSpc>
              <a:spcBef>
                <a:spcPts val="90"/>
              </a:spcBef>
            </a:pP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Gradient</a:t>
            </a:r>
            <a:r>
              <a:rPr dirty="0" sz="3950" spc="65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Descent</a:t>
            </a:r>
            <a:r>
              <a:rPr dirty="0" sz="3950" spc="14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25">
                <a:solidFill>
                  <a:srgbClr val="000000"/>
                </a:solidFill>
                <a:latin typeface="Verdana"/>
                <a:cs typeface="Verdana"/>
              </a:rPr>
              <a:t>for </a:t>
            </a: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Multiple</a:t>
            </a:r>
            <a:r>
              <a:rPr dirty="0" sz="3950" spc="105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10">
                <a:solidFill>
                  <a:srgbClr val="000000"/>
                </a:solidFill>
                <a:latin typeface="Verdana"/>
                <a:cs typeface="Verdana"/>
              </a:rPr>
              <a:t>Regression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320" y="-19168"/>
            <a:ext cx="2298700" cy="122301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90"/>
              </a:spcBef>
            </a:pPr>
            <a:r>
              <a:rPr dirty="0" sz="2000">
                <a:latin typeface="Verdana"/>
                <a:cs typeface="Verdana"/>
              </a:rPr>
              <a:t>Previous</a:t>
            </a:r>
            <a:r>
              <a:rPr dirty="0" sz="2000" spc="-10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notation</a:t>
            </a:r>
            <a:endParaRPr sz="2000">
              <a:latin typeface="Verdana"/>
              <a:cs typeface="Verdana"/>
            </a:endParaRPr>
          </a:p>
          <a:p>
            <a:pPr marL="320675">
              <a:lnSpc>
                <a:spcPct val="100000"/>
              </a:lnSpc>
              <a:spcBef>
                <a:spcPts val="900"/>
              </a:spcBef>
            </a:pPr>
            <a:r>
              <a:rPr dirty="0" sz="2000" spc="-9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13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-22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⋯</a:t>
            </a:r>
            <a:r>
              <a:rPr dirty="0" sz="2000" spc="-1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00">
                <a:latin typeface="Cambria Math"/>
                <a:cs typeface="Cambria Math"/>
              </a:rPr>
              <a:t> </a:t>
            </a:r>
            <a:r>
              <a:rPr dirty="0" sz="2000" spc="-3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52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endParaRPr baseline="-16666" sz="2250">
              <a:latin typeface="Cambria Math"/>
              <a:cs typeface="Cambria Math"/>
            </a:endParaRPr>
          </a:p>
          <a:p>
            <a:pPr marL="324485">
              <a:lnSpc>
                <a:spcPct val="100000"/>
              </a:lnSpc>
              <a:spcBef>
                <a:spcPts val="430"/>
              </a:spcBef>
            </a:pP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498" y="1963673"/>
            <a:ext cx="1452117" cy="3794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726938" y="2001011"/>
            <a:ext cx="614045" cy="250190"/>
          </a:xfrm>
          <a:custGeom>
            <a:avLst/>
            <a:gdLst/>
            <a:ahLst/>
            <a:cxnLst/>
            <a:rect l="l" t="t" r="r" b="b"/>
            <a:pathLst>
              <a:path w="614045" h="250189">
                <a:moveTo>
                  <a:pt x="79375" y="21209"/>
                </a:moveTo>
                <a:lnTo>
                  <a:pt x="76073" y="11430"/>
                </a:lnTo>
                <a:lnTo>
                  <a:pt x="58750" y="17691"/>
                </a:lnTo>
                <a:lnTo>
                  <a:pt x="43586" y="26758"/>
                </a:lnTo>
                <a:lnTo>
                  <a:pt x="11087" y="70129"/>
                </a:lnTo>
                <a:lnTo>
                  <a:pt x="1231" y="108851"/>
                </a:lnTo>
                <a:lnTo>
                  <a:pt x="0" y="130683"/>
                </a:lnTo>
                <a:lnTo>
                  <a:pt x="1117" y="150444"/>
                </a:lnTo>
                <a:lnTo>
                  <a:pt x="1231" y="152539"/>
                </a:lnTo>
                <a:lnTo>
                  <a:pt x="11087" y="191249"/>
                </a:lnTo>
                <a:lnTo>
                  <a:pt x="43497" y="234429"/>
                </a:lnTo>
                <a:lnTo>
                  <a:pt x="76073" y="249682"/>
                </a:lnTo>
                <a:lnTo>
                  <a:pt x="78994" y="240030"/>
                </a:lnTo>
                <a:lnTo>
                  <a:pt x="65443" y="234010"/>
                </a:lnTo>
                <a:lnTo>
                  <a:pt x="53746" y="225640"/>
                </a:lnTo>
                <a:lnTo>
                  <a:pt x="29743" y="186639"/>
                </a:lnTo>
                <a:lnTo>
                  <a:pt x="21767" y="130683"/>
                </a:lnTo>
                <a:lnTo>
                  <a:pt x="21717" y="129413"/>
                </a:lnTo>
                <a:lnTo>
                  <a:pt x="22606" y="109080"/>
                </a:lnTo>
                <a:lnTo>
                  <a:pt x="35941" y="58928"/>
                </a:lnTo>
                <a:lnTo>
                  <a:pt x="65659" y="27139"/>
                </a:lnTo>
                <a:lnTo>
                  <a:pt x="79375" y="21209"/>
                </a:lnTo>
                <a:close/>
              </a:path>
              <a:path w="614045" h="250189">
                <a:moveTo>
                  <a:pt x="281686" y="27305"/>
                </a:moveTo>
                <a:lnTo>
                  <a:pt x="250190" y="0"/>
                </a:lnTo>
                <a:lnTo>
                  <a:pt x="243459" y="7620"/>
                </a:lnTo>
                <a:lnTo>
                  <a:pt x="263652" y="25019"/>
                </a:lnTo>
                <a:lnTo>
                  <a:pt x="82169" y="25019"/>
                </a:lnTo>
                <a:lnTo>
                  <a:pt x="82169" y="36830"/>
                </a:lnTo>
                <a:lnTo>
                  <a:pt x="263652" y="36830"/>
                </a:lnTo>
                <a:lnTo>
                  <a:pt x="243459" y="54229"/>
                </a:lnTo>
                <a:lnTo>
                  <a:pt x="250190" y="61849"/>
                </a:lnTo>
                <a:lnTo>
                  <a:pt x="281686" y="34544"/>
                </a:lnTo>
                <a:lnTo>
                  <a:pt x="281686" y="27305"/>
                </a:lnTo>
                <a:close/>
              </a:path>
              <a:path w="614045" h="250189">
                <a:moveTo>
                  <a:pt x="614045" y="130683"/>
                </a:moveTo>
                <a:lnTo>
                  <a:pt x="612813" y="109080"/>
                </a:lnTo>
                <a:lnTo>
                  <a:pt x="612800" y="108851"/>
                </a:lnTo>
                <a:lnTo>
                  <a:pt x="609104" y="88671"/>
                </a:lnTo>
                <a:lnTo>
                  <a:pt x="594360" y="53213"/>
                </a:lnTo>
                <a:lnTo>
                  <a:pt x="555332" y="17691"/>
                </a:lnTo>
                <a:lnTo>
                  <a:pt x="538099" y="11430"/>
                </a:lnTo>
                <a:lnTo>
                  <a:pt x="534670" y="21209"/>
                </a:lnTo>
                <a:lnTo>
                  <a:pt x="548449" y="27139"/>
                </a:lnTo>
                <a:lnTo>
                  <a:pt x="560298" y="35407"/>
                </a:lnTo>
                <a:lnTo>
                  <a:pt x="584390" y="73837"/>
                </a:lnTo>
                <a:lnTo>
                  <a:pt x="592328" y="129413"/>
                </a:lnTo>
                <a:lnTo>
                  <a:pt x="591439" y="150444"/>
                </a:lnTo>
                <a:lnTo>
                  <a:pt x="578231" y="201803"/>
                </a:lnTo>
                <a:lnTo>
                  <a:pt x="548601" y="234010"/>
                </a:lnTo>
                <a:lnTo>
                  <a:pt x="535051" y="240030"/>
                </a:lnTo>
                <a:lnTo>
                  <a:pt x="538099" y="249682"/>
                </a:lnTo>
                <a:lnTo>
                  <a:pt x="583603" y="222631"/>
                </a:lnTo>
                <a:lnTo>
                  <a:pt x="609117" y="172745"/>
                </a:lnTo>
                <a:lnTo>
                  <a:pt x="612800" y="152539"/>
                </a:lnTo>
                <a:lnTo>
                  <a:pt x="614045" y="130683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02351" y="1937321"/>
            <a:ext cx="65976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37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0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83635" y="3497516"/>
            <a:ext cx="4279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500" spc="90">
                <a:latin typeface="Cambria Math"/>
                <a:cs typeface="Cambria Math"/>
              </a:rPr>
              <a:t>𝜕</a:t>
            </a:r>
            <a:r>
              <a:rPr dirty="0" sz="1500" spc="9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3888" sz="1800" spc="135">
                <a:solidFill>
                  <a:srgbClr val="0096FF"/>
                </a:solidFill>
                <a:latin typeface="Cambria Math"/>
                <a:cs typeface="Cambria Math"/>
              </a:rPr>
              <a:t>𝑗</a:t>
            </a:r>
            <a:endParaRPr baseline="-13888" sz="1800">
              <a:latin typeface="Cambria Math"/>
              <a:cs typeface="Cambria Math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36340" y="3408045"/>
            <a:ext cx="1461770" cy="35826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867916" y="3335020"/>
            <a:ext cx="327596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𝑗</a:t>
            </a:r>
            <a:r>
              <a:rPr dirty="0" baseline="-16666" sz="2250" spc="46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𝑗</a:t>
            </a:r>
            <a:r>
              <a:rPr dirty="0" baseline="-16666" sz="2250" spc="247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 𝛼</a:t>
            </a:r>
            <a:r>
              <a:rPr dirty="0" u="sng" baseline="31481" sz="2250" spc="19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dirty="0" u="sng" baseline="31481" sz="2250" spc="12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</a:t>
            </a:r>
            <a:r>
              <a:rPr dirty="0" u="sng" baseline="31481" sz="2250" spc="19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dirty="0" u="none" baseline="31481" sz="2250" spc="120">
                <a:latin typeface="Cambria Math"/>
                <a:cs typeface="Cambria Math"/>
              </a:rPr>
              <a:t> </a:t>
            </a:r>
            <a:r>
              <a:rPr dirty="0" u="none" sz="2000">
                <a:latin typeface="Cambria Math"/>
                <a:cs typeface="Cambria Math"/>
              </a:rPr>
              <a:t>𝐽</a:t>
            </a:r>
            <a:r>
              <a:rPr dirty="0" u="none" sz="2000" spc="360">
                <a:latin typeface="Cambria Math"/>
                <a:cs typeface="Cambria Math"/>
              </a:rPr>
              <a:t> </a:t>
            </a:r>
            <a:r>
              <a:rPr dirty="0" u="none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u="none" baseline="-16666" sz="22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u="none" sz="2000">
                <a:latin typeface="Cambria Math"/>
                <a:cs typeface="Cambria Math"/>
              </a:rPr>
              <a:t>,</a:t>
            </a:r>
            <a:r>
              <a:rPr dirty="0" u="none" sz="2000" spc="-105">
                <a:latin typeface="Cambria Math"/>
                <a:cs typeface="Cambria Math"/>
              </a:rPr>
              <a:t> </a:t>
            </a:r>
            <a:r>
              <a:rPr dirty="0" u="none" sz="2000">
                <a:latin typeface="Cambria Math"/>
                <a:cs typeface="Cambria Math"/>
              </a:rPr>
              <a:t>⋯</a:t>
            </a:r>
            <a:r>
              <a:rPr dirty="0" u="none" sz="2000" spc="-150">
                <a:latin typeface="Cambria Math"/>
                <a:cs typeface="Cambria Math"/>
              </a:rPr>
              <a:t> </a:t>
            </a:r>
            <a:r>
              <a:rPr dirty="0" u="none" sz="2000">
                <a:latin typeface="Cambria Math"/>
                <a:cs typeface="Cambria Math"/>
              </a:rPr>
              <a:t>,</a:t>
            </a:r>
            <a:r>
              <a:rPr dirty="0" u="none" sz="2000" spc="-100">
                <a:latin typeface="Cambria Math"/>
                <a:cs typeface="Cambria Math"/>
              </a:rPr>
              <a:t> </a:t>
            </a:r>
            <a:r>
              <a:rPr dirty="0" u="none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u="none" baseline="-16666" sz="225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r>
              <a:rPr dirty="0" u="none" sz="2000">
                <a:latin typeface="Cambria Math"/>
                <a:cs typeface="Cambria Math"/>
              </a:rPr>
              <a:t>,</a:t>
            </a:r>
            <a:r>
              <a:rPr dirty="0" u="none" sz="2000" spc="-105">
                <a:latin typeface="Cambria Math"/>
                <a:cs typeface="Cambria Math"/>
              </a:rPr>
              <a:t> </a:t>
            </a:r>
            <a:r>
              <a:rPr dirty="0" u="none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952" y="2453639"/>
            <a:ext cx="2329815" cy="88265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000">
                <a:latin typeface="Verdana"/>
                <a:cs typeface="Verdana"/>
              </a:rPr>
              <a:t>Gradient</a:t>
            </a:r>
            <a:r>
              <a:rPr dirty="0" sz="2000" spc="-114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descent</a:t>
            </a:r>
            <a:endParaRPr sz="2000">
              <a:latin typeface="Verdana"/>
              <a:cs typeface="Verdana"/>
            </a:endParaRPr>
          </a:p>
          <a:p>
            <a:pPr marL="1320165">
              <a:lnSpc>
                <a:spcPct val="100000"/>
              </a:lnSpc>
              <a:spcBef>
                <a:spcPts val="975"/>
              </a:spcBef>
            </a:pPr>
            <a:r>
              <a:rPr dirty="0" sz="2000">
                <a:latin typeface="Verdana"/>
                <a:cs typeface="Verdana"/>
              </a:rPr>
              <a:t>repeat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{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70910" y="3946207"/>
            <a:ext cx="25400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40">
                <a:latin typeface="Cambria Math"/>
                <a:cs typeface="Cambria Math"/>
              </a:rPr>
              <a:t>𝜕</a:t>
            </a:r>
            <a:r>
              <a:rPr dirty="0" sz="1500" spc="4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383915" y="3855720"/>
            <a:ext cx="1452245" cy="238760"/>
          </a:xfrm>
          <a:custGeom>
            <a:avLst/>
            <a:gdLst/>
            <a:ahLst/>
            <a:cxnLst/>
            <a:rect l="l" t="t" r="r" b="b"/>
            <a:pathLst>
              <a:path w="1452245" h="238760">
                <a:moveTo>
                  <a:pt x="1376172" y="0"/>
                </a:moveTo>
                <a:lnTo>
                  <a:pt x="1372870" y="9651"/>
                </a:lnTo>
                <a:lnTo>
                  <a:pt x="1386659" y="15589"/>
                </a:lnTo>
                <a:lnTo>
                  <a:pt x="1398508" y="23864"/>
                </a:lnTo>
                <a:lnTo>
                  <a:pt x="1422598" y="62275"/>
                </a:lnTo>
                <a:lnTo>
                  <a:pt x="1429609" y="97272"/>
                </a:lnTo>
                <a:lnTo>
                  <a:pt x="1429646" y="97532"/>
                </a:lnTo>
                <a:lnTo>
                  <a:pt x="1429644" y="138865"/>
                </a:lnTo>
                <a:lnTo>
                  <a:pt x="1416304" y="190309"/>
                </a:lnTo>
                <a:lnTo>
                  <a:pt x="1386800" y="222477"/>
                </a:lnTo>
                <a:lnTo>
                  <a:pt x="1373251" y="228485"/>
                </a:lnTo>
                <a:lnTo>
                  <a:pt x="1376172" y="238163"/>
                </a:lnTo>
                <a:lnTo>
                  <a:pt x="1421749" y="211115"/>
                </a:lnTo>
                <a:lnTo>
                  <a:pt x="1447307" y="161194"/>
                </a:lnTo>
                <a:lnTo>
                  <a:pt x="1452245" y="119113"/>
                </a:lnTo>
                <a:lnTo>
                  <a:pt x="1451023" y="97532"/>
                </a:lnTo>
                <a:lnTo>
                  <a:pt x="1441154" y="58562"/>
                </a:lnTo>
                <a:lnTo>
                  <a:pt x="1408652" y="15208"/>
                </a:lnTo>
                <a:lnTo>
                  <a:pt x="1393483" y="6186"/>
                </a:lnTo>
                <a:lnTo>
                  <a:pt x="1376172" y="0"/>
                </a:lnTo>
                <a:close/>
              </a:path>
              <a:path w="1452245" h="238760">
                <a:moveTo>
                  <a:pt x="75946" y="0"/>
                </a:moveTo>
                <a:lnTo>
                  <a:pt x="30565" y="27049"/>
                </a:lnTo>
                <a:lnTo>
                  <a:pt x="4937" y="77088"/>
                </a:lnTo>
                <a:lnTo>
                  <a:pt x="71" y="117855"/>
                </a:lnTo>
                <a:lnTo>
                  <a:pt x="0" y="119113"/>
                </a:lnTo>
                <a:lnTo>
                  <a:pt x="1114" y="138865"/>
                </a:lnTo>
                <a:lnTo>
                  <a:pt x="1234" y="140996"/>
                </a:lnTo>
                <a:lnTo>
                  <a:pt x="11037" y="179706"/>
                </a:lnTo>
                <a:lnTo>
                  <a:pt x="43465" y="222915"/>
                </a:lnTo>
                <a:lnTo>
                  <a:pt x="75946" y="238163"/>
                </a:lnTo>
                <a:lnTo>
                  <a:pt x="78994" y="228485"/>
                </a:lnTo>
                <a:lnTo>
                  <a:pt x="65442" y="222477"/>
                </a:lnTo>
                <a:lnTo>
                  <a:pt x="53736" y="214112"/>
                </a:lnTo>
                <a:lnTo>
                  <a:pt x="29646" y="175093"/>
                </a:lnTo>
                <a:lnTo>
                  <a:pt x="21769" y="119113"/>
                </a:lnTo>
                <a:lnTo>
                  <a:pt x="21717" y="117855"/>
                </a:lnTo>
                <a:lnTo>
                  <a:pt x="25241" y="79005"/>
                </a:lnTo>
                <a:lnTo>
                  <a:pt x="43888" y="34456"/>
                </a:lnTo>
                <a:lnTo>
                  <a:pt x="79375" y="9651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67916" y="3783647"/>
            <a:ext cx="291401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 spc="12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6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 spc="5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𝛼</a:t>
            </a:r>
            <a:r>
              <a:rPr dirty="0" u="sng" baseline="31481" sz="2250" spc="209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baseline="31481" sz="2250" spc="13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</a:t>
            </a:r>
            <a:r>
              <a:rPr dirty="0" u="sng" baseline="31481" sz="2250" spc="104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none" baseline="31481" sz="2250" spc="120">
                <a:latin typeface="Cambria Math"/>
                <a:cs typeface="Cambria Math"/>
              </a:rPr>
              <a:t> </a:t>
            </a:r>
            <a:r>
              <a:rPr dirty="0" u="none" sz="2000">
                <a:latin typeface="Cambria Math"/>
                <a:cs typeface="Cambria Math"/>
              </a:rPr>
              <a:t>𝐽</a:t>
            </a:r>
            <a:r>
              <a:rPr dirty="0" u="none" sz="2000" spc="440">
                <a:latin typeface="Cambria Math"/>
                <a:cs typeface="Cambria Math"/>
              </a:rPr>
              <a:t> </a:t>
            </a:r>
            <a:r>
              <a:rPr dirty="0" u="none" sz="2000" spc="-3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u="none" baseline="-16666" sz="2250" spc="-44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u="none" sz="2000" spc="-30">
                <a:latin typeface="Cambria Math"/>
                <a:cs typeface="Cambria Math"/>
              </a:rPr>
              <a:t>,</a:t>
            </a:r>
            <a:r>
              <a:rPr dirty="0" u="none" sz="2000" spc="-100">
                <a:latin typeface="Cambria Math"/>
                <a:cs typeface="Cambria Math"/>
              </a:rPr>
              <a:t> </a:t>
            </a:r>
            <a:r>
              <a:rPr dirty="0" u="none" sz="2000">
                <a:latin typeface="Cambria Math"/>
                <a:cs typeface="Cambria Math"/>
              </a:rPr>
              <a:t>⋯</a:t>
            </a:r>
            <a:r>
              <a:rPr dirty="0" u="none" sz="2000" spc="-150">
                <a:latin typeface="Cambria Math"/>
                <a:cs typeface="Cambria Math"/>
              </a:rPr>
              <a:t> </a:t>
            </a:r>
            <a:r>
              <a:rPr dirty="0" u="none" sz="2000">
                <a:latin typeface="Cambria Math"/>
                <a:cs typeface="Cambria Math"/>
              </a:rPr>
              <a:t>,</a:t>
            </a:r>
            <a:r>
              <a:rPr dirty="0" u="none" sz="2000" spc="-95">
                <a:latin typeface="Cambria Math"/>
                <a:cs typeface="Cambria Math"/>
              </a:rPr>
              <a:t> </a:t>
            </a:r>
            <a:r>
              <a:rPr dirty="0" u="none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u="none" baseline="-16666" sz="225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r>
              <a:rPr dirty="0" u="none" sz="2000">
                <a:latin typeface="Cambria Math"/>
                <a:cs typeface="Cambria Math"/>
              </a:rPr>
              <a:t>,</a:t>
            </a:r>
            <a:r>
              <a:rPr dirty="0" u="none" sz="2000" spc="-105">
                <a:latin typeface="Cambria Math"/>
                <a:cs typeface="Cambria Math"/>
              </a:rPr>
              <a:t> </a:t>
            </a:r>
            <a:r>
              <a:rPr dirty="0" u="none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93316" y="4136707"/>
            <a:ext cx="12573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50">
                <a:latin typeface="Cambria Math"/>
                <a:cs typeface="Cambria Math"/>
              </a:rPr>
              <a:t>}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952" y="501078"/>
            <a:ext cx="15024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>
                <a:latin typeface="Verdana"/>
                <a:cs typeface="Verdana"/>
              </a:rPr>
              <a:t>Parameters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20892" y="741933"/>
            <a:ext cx="199390" cy="62230"/>
          </a:xfrm>
          <a:custGeom>
            <a:avLst/>
            <a:gdLst/>
            <a:ahLst/>
            <a:cxnLst/>
            <a:rect l="l" t="t" r="r" b="b"/>
            <a:pathLst>
              <a:path w="199389" h="62229">
                <a:moveTo>
                  <a:pt x="167894" y="0"/>
                </a:moveTo>
                <a:lnTo>
                  <a:pt x="161290" y="7619"/>
                </a:lnTo>
                <a:lnTo>
                  <a:pt x="181356" y="25018"/>
                </a:lnTo>
                <a:lnTo>
                  <a:pt x="0" y="25018"/>
                </a:lnTo>
                <a:lnTo>
                  <a:pt x="0" y="36829"/>
                </a:lnTo>
                <a:lnTo>
                  <a:pt x="181356" y="36829"/>
                </a:lnTo>
                <a:lnTo>
                  <a:pt x="161290" y="54355"/>
                </a:lnTo>
                <a:lnTo>
                  <a:pt x="167894" y="61849"/>
                </a:lnTo>
                <a:lnTo>
                  <a:pt x="199390" y="34543"/>
                </a:lnTo>
                <a:lnTo>
                  <a:pt x="199390" y="27304"/>
                </a:lnTo>
                <a:lnTo>
                  <a:pt x="167894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69327" y="753109"/>
            <a:ext cx="56515" cy="238760"/>
          </a:xfrm>
          <a:custGeom>
            <a:avLst/>
            <a:gdLst/>
            <a:ahLst/>
            <a:cxnLst/>
            <a:rect l="l" t="t" r="r" b="b"/>
            <a:pathLst>
              <a:path w="56515" h="238759">
                <a:moveTo>
                  <a:pt x="56007" y="0"/>
                </a:moveTo>
                <a:lnTo>
                  <a:pt x="0" y="0"/>
                </a:lnTo>
                <a:lnTo>
                  <a:pt x="0" y="10160"/>
                </a:lnTo>
                <a:lnTo>
                  <a:pt x="35179" y="10160"/>
                </a:lnTo>
                <a:lnTo>
                  <a:pt x="35179" y="229870"/>
                </a:lnTo>
                <a:lnTo>
                  <a:pt x="0" y="229870"/>
                </a:lnTo>
                <a:lnTo>
                  <a:pt x="0" y="238760"/>
                </a:lnTo>
                <a:lnTo>
                  <a:pt x="56007" y="238760"/>
                </a:lnTo>
                <a:lnTo>
                  <a:pt x="56007" y="229870"/>
                </a:lnTo>
                <a:lnTo>
                  <a:pt x="56007" y="10160"/>
                </a:lnTo>
                <a:lnTo>
                  <a:pt x="56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5885" y="488441"/>
            <a:ext cx="1364995" cy="503427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542414" y="1529714"/>
            <a:ext cx="165735" cy="46355"/>
          </a:xfrm>
          <a:custGeom>
            <a:avLst/>
            <a:gdLst/>
            <a:ahLst/>
            <a:cxnLst/>
            <a:rect l="l" t="t" r="r" b="b"/>
            <a:pathLst>
              <a:path w="165735" h="46355">
                <a:moveTo>
                  <a:pt x="141985" y="0"/>
                </a:moveTo>
                <a:lnTo>
                  <a:pt x="137033" y="5587"/>
                </a:lnTo>
                <a:lnTo>
                  <a:pt x="151891" y="18542"/>
                </a:lnTo>
                <a:lnTo>
                  <a:pt x="0" y="18542"/>
                </a:lnTo>
                <a:lnTo>
                  <a:pt x="0" y="27305"/>
                </a:lnTo>
                <a:lnTo>
                  <a:pt x="151891" y="27305"/>
                </a:lnTo>
                <a:lnTo>
                  <a:pt x="137033" y="40259"/>
                </a:lnTo>
                <a:lnTo>
                  <a:pt x="141985" y="45847"/>
                </a:lnTo>
                <a:lnTo>
                  <a:pt x="165353" y="25654"/>
                </a:lnTo>
                <a:lnTo>
                  <a:pt x="165353" y="20193"/>
                </a:lnTo>
                <a:lnTo>
                  <a:pt x="14198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06045" y="1246087"/>
            <a:ext cx="1816100" cy="996315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1510"/>
              </a:spcBef>
              <a:tabLst>
                <a:tab pos="1294130" algn="l"/>
              </a:tabLst>
            </a:pPr>
            <a:r>
              <a:rPr dirty="0" baseline="2777" sz="3000" spc="-15">
                <a:latin typeface="Verdana"/>
                <a:cs typeface="Verdana"/>
              </a:rPr>
              <a:t>Model</a:t>
            </a:r>
            <a:r>
              <a:rPr dirty="0" baseline="2777" sz="3000">
                <a:latin typeface="Verdana"/>
                <a:cs typeface="Verdana"/>
              </a:rPr>
              <a:t>	</a:t>
            </a:r>
            <a:r>
              <a:rPr dirty="0" baseline="12500" sz="3000" spc="-3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w,𝑏</a:t>
            </a:r>
            <a:endParaRPr sz="15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425"/>
              </a:spcBef>
            </a:pPr>
            <a:r>
              <a:rPr dirty="0" sz="2000">
                <a:latin typeface="Verdana"/>
                <a:cs typeface="Verdana"/>
              </a:rPr>
              <a:t>Cost</a:t>
            </a:r>
            <a:r>
              <a:rPr dirty="0" sz="2000" spc="-8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function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98395" y="1429638"/>
            <a:ext cx="290195" cy="250190"/>
            <a:chOff x="1898395" y="1429638"/>
            <a:chExt cx="290195" cy="250190"/>
          </a:xfrm>
        </p:grpSpPr>
        <p:sp>
          <p:nvSpPr>
            <p:cNvPr id="21" name="object 21"/>
            <p:cNvSpPr/>
            <p:nvPr/>
          </p:nvSpPr>
          <p:spPr>
            <a:xfrm>
              <a:off x="1898395" y="1441068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4" h="238760">
                  <a:moveTo>
                    <a:pt x="214122" y="0"/>
                  </a:moveTo>
                  <a:lnTo>
                    <a:pt x="210693" y="9651"/>
                  </a:lnTo>
                  <a:lnTo>
                    <a:pt x="224500" y="15652"/>
                  </a:lnTo>
                  <a:lnTo>
                    <a:pt x="236378" y="23939"/>
                  </a:lnTo>
                  <a:lnTo>
                    <a:pt x="260421" y="62351"/>
                  </a:lnTo>
                  <a:lnTo>
                    <a:pt x="268351" y="117982"/>
                  </a:lnTo>
                  <a:lnTo>
                    <a:pt x="267469" y="138955"/>
                  </a:lnTo>
                  <a:lnTo>
                    <a:pt x="254254" y="190372"/>
                  </a:lnTo>
                  <a:lnTo>
                    <a:pt x="224696" y="222573"/>
                  </a:lnTo>
                  <a:lnTo>
                    <a:pt x="211074" y="228600"/>
                  </a:lnTo>
                  <a:lnTo>
                    <a:pt x="214122" y="238251"/>
                  </a:lnTo>
                  <a:lnTo>
                    <a:pt x="259627" y="211195"/>
                  </a:lnTo>
                  <a:lnTo>
                    <a:pt x="285194" y="161258"/>
                  </a:lnTo>
                  <a:lnTo>
                    <a:pt x="290068" y="119252"/>
                  </a:lnTo>
                  <a:lnTo>
                    <a:pt x="288863" y="97645"/>
                  </a:lnTo>
                  <a:lnTo>
                    <a:pt x="279030" y="58638"/>
                  </a:lnTo>
                  <a:lnTo>
                    <a:pt x="246491" y="15319"/>
                  </a:lnTo>
                  <a:lnTo>
                    <a:pt x="231360" y="6260"/>
                  </a:lnTo>
                  <a:lnTo>
                    <a:pt x="214122" y="0"/>
                  </a:lnTo>
                  <a:close/>
                </a:path>
                <a:path w="290194" h="238760">
                  <a:moveTo>
                    <a:pt x="75946" y="0"/>
                  </a:moveTo>
                  <a:lnTo>
                    <a:pt x="30493" y="27164"/>
                  </a:lnTo>
                  <a:lnTo>
                    <a:pt x="4873" y="77184"/>
                  </a:lnTo>
                  <a:lnTo>
                    <a:pt x="70" y="117982"/>
                  </a:lnTo>
                  <a:lnTo>
                    <a:pt x="0" y="119252"/>
                  </a:lnTo>
                  <a:lnTo>
                    <a:pt x="1097" y="138955"/>
                  </a:lnTo>
                  <a:lnTo>
                    <a:pt x="1216" y="141089"/>
                  </a:lnTo>
                  <a:lnTo>
                    <a:pt x="10983" y="179760"/>
                  </a:lnTo>
                  <a:lnTo>
                    <a:pt x="43465" y="222996"/>
                  </a:lnTo>
                  <a:lnTo>
                    <a:pt x="75946" y="238251"/>
                  </a:lnTo>
                  <a:lnTo>
                    <a:pt x="78993" y="228600"/>
                  </a:lnTo>
                  <a:lnTo>
                    <a:pt x="65371" y="222573"/>
                  </a:lnTo>
                  <a:lnTo>
                    <a:pt x="53641" y="214201"/>
                  </a:lnTo>
                  <a:lnTo>
                    <a:pt x="29646" y="175186"/>
                  </a:lnTo>
                  <a:lnTo>
                    <a:pt x="21770" y="119252"/>
                  </a:lnTo>
                  <a:lnTo>
                    <a:pt x="21717" y="117982"/>
                  </a:lnTo>
                  <a:lnTo>
                    <a:pt x="22598" y="97645"/>
                  </a:lnTo>
                  <a:lnTo>
                    <a:pt x="35814" y="47370"/>
                  </a:lnTo>
                  <a:lnTo>
                    <a:pt x="65585" y="15652"/>
                  </a:lnTo>
                  <a:lnTo>
                    <a:pt x="79375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980564" y="1429638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89" h="62230">
                  <a:moveTo>
                    <a:pt x="91693" y="0"/>
                  </a:moveTo>
                  <a:lnTo>
                    <a:pt x="85090" y="7493"/>
                  </a:lnTo>
                  <a:lnTo>
                    <a:pt x="105156" y="25019"/>
                  </a:lnTo>
                  <a:lnTo>
                    <a:pt x="0" y="25019"/>
                  </a:lnTo>
                  <a:lnTo>
                    <a:pt x="0" y="36830"/>
                  </a:lnTo>
                  <a:lnTo>
                    <a:pt x="105156" y="36830"/>
                  </a:lnTo>
                  <a:lnTo>
                    <a:pt x="85090" y="54228"/>
                  </a:lnTo>
                  <a:lnTo>
                    <a:pt x="91693" y="61849"/>
                  </a:lnTo>
                  <a:lnTo>
                    <a:pt x="123190" y="34544"/>
                  </a:lnTo>
                  <a:lnTo>
                    <a:pt x="123190" y="27305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1944370" y="1364932"/>
            <a:ext cx="3060065" cy="8578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3337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85">
                <a:latin typeface="Cambria Math"/>
                <a:cs typeface="Cambria Math"/>
              </a:rPr>
              <a:t> </a:t>
            </a:r>
            <a:r>
              <a:rPr dirty="0" sz="2000" spc="-9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13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-22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24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47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⋯</a:t>
            </a:r>
            <a:r>
              <a:rPr dirty="0" sz="2000" spc="-14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dirty="0" baseline="-16666" sz="2250" spc="31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  <a:p>
            <a:pPr marL="398780">
              <a:lnSpc>
                <a:spcPct val="100000"/>
              </a:lnSpc>
              <a:spcBef>
                <a:spcPts val="1725"/>
              </a:spcBef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470">
                <a:latin typeface="Cambria Math"/>
                <a:cs typeface="Cambria Math"/>
              </a:rPr>
              <a:t> </a:t>
            </a:r>
            <a:r>
              <a:rPr dirty="0" sz="2000" spc="-3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44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2000" spc="-30">
                <a:latin typeface="Cambria Math"/>
                <a:cs typeface="Cambria Math"/>
              </a:rPr>
              <a:t>,</a:t>
            </a:r>
            <a:r>
              <a:rPr dirty="0" sz="2000" spc="-9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⋯</a:t>
            </a:r>
            <a:r>
              <a:rPr dirty="0" sz="2000" spc="-1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9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90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91200" y="1530222"/>
            <a:ext cx="165735" cy="45720"/>
          </a:xfrm>
          <a:custGeom>
            <a:avLst/>
            <a:gdLst/>
            <a:ahLst/>
            <a:cxnLst/>
            <a:rect l="l" t="t" r="r" b="b"/>
            <a:pathLst>
              <a:path w="165735" h="45719">
                <a:moveTo>
                  <a:pt x="141986" y="0"/>
                </a:moveTo>
                <a:lnTo>
                  <a:pt x="137033" y="5587"/>
                </a:lnTo>
                <a:lnTo>
                  <a:pt x="151891" y="18541"/>
                </a:lnTo>
                <a:lnTo>
                  <a:pt x="0" y="18541"/>
                </a:lnTo>
                <a:lnTo>
                  <a:pt x="0" y="27304"/>
                </a:lnTo>
                <a:lnTo>
                  <a:pt x="151891" y="27304"/>
                </a:lnTo>
                <a:lnTo>
                  <a:pt x="137033" y="40259"/>
                </a:lnTo>
                <a:lnTo>
                  <a:pt x="141986" y="45719"/>
                </a:lnTo>
                <a:lnTo>
                  <a:pt x="165353" y="25653"/>
                </a:lnTo>
                <a:lnTo>
                  <a:pt x="165353" y="20192"/>
                </a:lnTo>
                <a:lnTo>
                  <a:pt x="141986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588634" y="675640"/>
            <a:ext cx="561340" cy="1082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000" spc="10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 spc="-6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  <a:p>
            <a:pPr marL="67310">
              <a:lnSpc>
                <a:spcPct val="100000"/>
              </a:lnSpc>
              <a:spcBef>
                <a:spcPts val="85"/>
              </a:spcBef>
            </a:pPr>
            <a:r>
              <a:rPr dirty="0" sz="2000" spc="-5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  <a:p>
            <a:pPr marL="64769">
              <a:lnSpc>
                <a:spcPct val="100000"/>
              </a:lnSpc>
              <a:spcBef>
                <a:spcPts val="995"/>
              </a:spcBef>
            </a:pPr>
            <a:r>
              <a:rPr dirty="0" baseline="12500" sz="3000" spc="-3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w,𝑏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47180" y="1430147"/>
            <a:ext cx="290195" cy="250190"/>
            <a:chOff x="6147180" y="1430147"/>
            <a:chExt cx="290195" cy="250190"/>
          </a:xfrm>
        </p:grpSpPr>
        <p:sp>
          <p:nvSpPr>
            <p:cNvPr id="27" name="object 27"/>
            <p:cNvSpPr/>
            <p:nvPr/>
          </p:nvSpPr>
          <p:spPr>
            <a:xfrm>
              <a:off x="6147180" y="1441577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5" h="238760">
                  <a:moveTo>
                    <a:pt x="214122" y="0"/>
                  </a:moveTo>
                  <a:lnTo>
                    <a:pt x="210693" y="9651"/>
                  </a:lnTo>
                  <a:lnTo>
                    <a:pt x="224482" y="15652"/>
                  </a:lnTo>
                  <a:lnTo>
                    <a:pt x="236331" y="23939"/>
                  </a:lnTo>
                  <a:lnTo>
                    <a:pt x="260421" y="62349"/>
                  </a:lnTo>
                  <a:lnTo>
                    <a:pt x="268351" y="117856"/>
                  </a:lnTo>
                  <a:lnTo>
                    <a:pt x="267469" y="138884"/>
                  </a:lnTo>
                  <a:lnTo>
                    <a:pt x="254254" y="190373"/>
                  </a:lnTo>
                  <a:lnTo>
                    <a:pt x="224643" y="222573"/>
                  </a:lnTo>
                  <a:lnTo>
                    <a:pt x="211074" y="228600"/>
                  </a:lnTo>
                  <a:lnTo>
                    <a:pt x="214122" y="238251"/>
                  </a:lnTo>
                  <a:lnTo>
                    <a:pt x="259627" y="211195"/>
                  </a:lnTo>
                  <a:lnTo>
                    <a:pt x="285194" y="161242"/>
                  </a:lnTo>
                  <a:lnTo>
                    <a:pt x="290068" y="119125"/>
                  </a:lnTo>
                  <a:lnTo>
                    <a:pt x="288848" y="97591"/>
                  </a:lnTo>
                  <a:lnTo>
                    <a:pt x="278977" y="58618"/>
                  </a:lnTo>
                  <a:lnTo>
                    <a:pt x="246491" y="15271"/>
                  </a:lnTo>
                  <a:lnTo>
                    <a:pt x="231360" y="6242"/>
                  </a:lnTo>
                  <a:lnTo>
                    <a:pt x="214122" y="0"/>
                  </a:lnTo>
                  <a:close/>
                </a:path>
                <a:path w="290195" h="238760">
                  <a:moveTo>
                    <a:pt x="75946" y="0"/>
                  </a:moveTo>
                  <a:lnTo>
                    <a:pt x="30440" y="27110"/>
                  </a:lnTo>
                  <a:lnTo>
                    <a:pt x="4873" y="77120"/>
                  </a:lnTo>
                  <a:lnTo>
                    <a:pt x="70" y="117856"/>
                  </a:lnTo>
                  <a:lnTo>
                    <a:pt x="0" y="119125"/>
                  </a:lnTo>
                  <a:lnTo>
                    <a:pt x="1096" y="138884"/>
                  </a:lnTo>
                  <a:lnTo>
                    <a:pt x="1216" y="141035"/>
                  </a:lnTo>
                  <a:lnTo>
                    <a:pt x="10983" y="179758"/>
                  </a:lnTo>
                  <a:lnTo>
                    <a:pt x="43465" y="222996"/>
                  </a:lnTo>
                  <a:lnTo>
                    <a:pt x="75946" y="238251"/>
                  </a:lnTo>
                  <a:lnTo>
                    <a:pt x="78867" y="228600"/>
                  </a:lnTo>
                  <a:lnTo>
                    <a:pt x="65317" y="222573"/>
                  </a:lnTo>
                  <a:lnTo>
                    <a:pt x="53625" y="214201"/>
                  </a:lnTo>
                  <a:lnTo>
                    <a:pt x="29646" y="175131"/>
                  </a:lnTo>
                  <a:lnTo>
                    <a:pt x="21770" y="119125"/>
                  </a:lnTo>
                  <a:lnTo>
                    <a:pt x="21717" y="117856"/>
                  </a:lnTo>
                  <a:lnTo>
                    <a:pt x="25241" y="79089"/>
                  </a:lnTo>
                  <a:lnTo>
                    <a:pt x="43815" y="34512"/>
                  </a:lnTo>
                  <a:lnTo>
                    <a:pt x="79248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229349" y="1430147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89" h="62230">
                  <a:moveTo>
                    <a:pt x="91694" y="0"/>
                  </a:moveTo>
                  <a:lnTo>
                    <a:pt x="84962" y="7492"/>
                  </a:lnTo>
                  <a:lnTo>
                    <a:pt x="105155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5" y="36829"/>
                  </a:lnTo>
                  <a:lnTo>
                    <a:pt x="84962" y="54228"/>
                  </a:lnTo>
                  <a:lnTo>
                    <a:pt x="91694" y="61722"/>
                  </a:lnTo>
                  <a:lnTo>
                    <a:pt x="123189" y="34543"/>
                  </a:lnTo>
                  <a:lnTo>
                    <a:pt x="123189" y="27177"/>
                  </a:lnTo>
                  <a:lnTo>
                    <a:pt x="91694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/>
          <p:nvPr/>
        </p:nvSpPr>
        <p:spPr>
          <a:xfrm>
            <a:off x="6781800" y="1430147"/>
            <a:ext cx="199390" cy="62230"/>
          </a:xfrm>
          <a:custGeom>
            <a:avLst/>
            <a:gdLst/>
            <a:ahLst/>
            <a:cxnLst/>
            <a:rect l="l" t="t" r="r" b="b"/>
            <a:pathLst>
              <a:path w="199390" h="62230">
                <a:moveTo>
                  <a:pt x="167894" y="0"/>
                </a:moveTo>
                <a:lnTo>
                  <a:pt x="161163" y="7492"/>
                </a:lnTo>
                <a:lnTo>
                  <a:pt x="1813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81355" y="36829"/>
                </a:lnTo>
                <a:lnTo>
                  <a:pt x="161163" y="54228"/>
                </a:lnTo>
                <a:lnTo>
                  <a:pt x="167894" y="61722"/>
                </a:lnTo>
                <a:lnTo>
                  <a:pt x="199390" y="34543"/>
                </a:lnTo>
                <a:lnTo>
                  <a:pt x="199390" y="27177"/>
                </a:lnTo>
                <a:lnTo>
                  <a:pt x="167894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62800" y="1430147"/>
            <a:ext cx="123189" cy="62230"/>
          </a:xfrm>
          <a:custGeom>
            <a:avLst/>
            <a:gdLst/>
            <a:ahLst/>
            <a:cxnLst/>
            <a:rect l="l" t="t" r="r" b="b"/>
            <a:pathLst>
              <a:path w="123190" h="62230">
                <a:moveTo>
                  <a:pt x="91694" y="0"/>
                </a:moveTo>
                <a:lnTo>
                  <a:pt x="84963" y="7492"/>
                </a:lnTo>
                <a:lnTo>
                  <a:pt x="105155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55" y="36829"/>
                </a:lnTo>
                <a:lnTo>
                  <a:pt x="84963" y="54228"/>
                </a:lnTo>
                <a:lnTo>
                  <a:pt x="91694" y="61722"/>
                </a:lnTo>
                <a:lnTo>
                  <a:pt x="123190" y="34543"/>
                </a:lnTo>
                <a:lnTo>
                  <a:pt x="123190" y="27177"/>
                </a:lnTo>
                <a:lnTo>
                  <a:pt x="9169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6170295" y="637857"/>
            <a:ext cx="1597025" cy="10623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125"/>
              </a:spcBef>
              <a:tabLst>
                <a:tab pos="619125" algn="l"/>
                <a:tab pos="1096010" algn="l"/>
              </a:tabLst>
            </a:pP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⋯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endParaRPr baseline="-16666" sz="22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000">
              <a:latin typeface="Cambria Math"/>
              <a:cs typeface="Cambria Math"/>
            </a:endParaRPr>
          </a:p>
          <a:p>
            <a:pPr marL="64769">
              <a:lnSpc>
                <a:spcPct val="100000"/>
              </a:lnSpc>
              <a:spcBef>
                <a:spcPts val="5"/>
              </a:spcBef>
              <a:tabLst>
                <a:tab pos="35115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5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dirty="0" sz="2000" spc="-50">
                <a:solidFill>
                  <a:srgbClr val="4285F4"/>
                </a:solidFill>
                <a:latin typeface="Cambria Math"/>
                <a:cs typeface="Cambria Math"/>
              </a:rPr>
              <a:t> </a:t>
            </a:r>
            <a:r>
              <a:rPr dirty="0" sz="2000" spc="70">
                <a:latin typeface="Cambria Math"/>
                <a:cs typeface="Cambria Math"/>
              </a:rPr>
              <a:t>∙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 spc="-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33084" y="3032442"/>
            <a:ext cx="102171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Verdana"/>
                <a:cs typeface="Verdana"/>
              </a:rPr>
              <a:t>repeat</a:t>
            </a:r>
            <a:r>
              <a:rPr dirty="0" sz="2000" spc="-160">
                <a:latin typeface="Verdana"/>
                <a:cs typeface="Verdana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{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52845" y="3490277"/>
            <a:ext cx="70612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3250" algn="l"/>
              </a:tabLst>
            </a:pPr>
            <a:r>
              <a:rPr dirty="0" sz="1500" spc="114">
                <a:solidFill>
                  <a:srgbClr val="0096FF"/>
                </a:solidFill>
                <a:latin typeface="Cambria Math"/>
                <a:cs typeface="Cambria Math"/>
              </a:rPr>
              <a:t>𝑗</a:t>
            </a:r>
            <a:r>
              <a:rPr dirty="0" sz="15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500" spc="114">
                <a:solidFill>
                  <a:srgbClr val="0096FF"/>
                </a:solidFill>
                <a:latin typeface="Cambria Math"/>
                <a:cs typeface="Cambria Math"/>
              </a:rPr>
              <a:t>𝑗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80858" y="3528377"/>
            <a:ext cx="4279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500" spc="90">
                <a:latin typeface="Cambria Math"/>
                <a:cs typeface="Cambria Math"/>
              </a:rPr>
              <a:t>𝜕</a:t>
            </a:r>
            <a:r>
              <a:rPr dirty="0" sz="1500" spc="9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3888" sz="1800" spc="135">
                <a:solidFill>
                  <a:srgbClr val="0096FF"/>
                </a:solidFill>
                <a:latin typeface="Cambria Math"/>
                <a:cs typeface="Cambria Math"/>
              </a:rPr>
              <a:t>𝑗</a:t>
            </a:r>
            <a:endParaRPr baseline="-13888"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29372" y="3427348"/>
            <a:ext cx="614045" cy="250190"/>
          </a:xfrm>
          <a:custGeom>
            <a:avLst/>
            <a:gdLst/>
            <a:ahLst/>
            <a:cxnLst/>
            <a:rect l="l" t="t" r="r" b="b"/>
            <a:pathLst>
              <a:path w="614045" h="250189">
                <a:moveTo>
                  <a:pt x="79375" y="21082"/>
                </a:moveTo>
                <a:lnTo>
                  <a:pt x="75946" y="11430"/>
                </a:lnTo>
                <a:lnTo>
                  <a:pt x="58699" y="17678"/>
                </a:lnTo>
                <a:lnTo>
                  <a:pt x="43573" y="26708"/>
                </a:lnTo>
                <a:lnTo>
                  <a:pt x="11087" y="70053"/>
                </a:lnTo>
                <a:lnTo>
                  <a:pt x="1231" y="108724"/>
                </a:lnTo>
                <a:lnTo>
                  <a:pt x="0" y="130556"/>
                </a:lnTo>
                <a:lnTo>
                  <a:pt x="1104" y="150317"/>
                </a:lnTo>
                <a:lnTo>
                  <a:pt x="11036" y="191198"/>
                </a:lnTo>
                <a:lnTo>
                  <a:pt x="43459" y="234429"/>
                </a:lnTo>
                <a:lnTo>
                  <a:pt x="75946" y="249682"/>
                </a:lnTo>
                <a:lnTo>
                  <a:pt x="78994" y="240030"/>
                </a:lnTo>
                <a:lnTo>
                  <a:pt x="65430" y="234010"/>
                </a:lnTo>
                <a:lnTo>
                  <a:pt x="53733" y="225640"/>
                </a:lnTo>
                <a:lnTo>
                  <a:pt x="29641" y="186563"/>
                </a:lnTo>
                <a:lnTo>
                  <a:pt x="21767" y="130556"/>
                </a:lnTo>
                <a:lnTo>
                  <a:pt x="21717" y="129286"/>
                </a:lnTo>
                <a:lnTo>
                  <a:pt x="22593" y="109029"/>
                </a:lnTo>
                <a:lnTo>
                  <a:pt x="35814" y="58801"/>
                </a:lnTo>
                <a:lnTo>
                  <a:pt x="65646" y="27089"/>
                </a:lnTo>
                <a:lnTo>
                  <a:pt x="79375" y="21082"/>
                </a:lnTo>
                <a:close/>
              </a:path>
              <a:path w="614045" h="250189">
                <a:moveTo>
                  <a:pt x="281686" y="27178"/>
                </a:moveTo>
                <a:lnTo>
                  <a:pt x="250063" y="0"/>
                </a:lnTo>
                <a:lnTo>
                  <a:pt x="243459" y="7493"/>
                </a:lnTo>
                <a:lnTo>
                  <a:pt x="263525" y="25019"/>
                </a:lnTo>
                <a:lnTo>
                  <a:pt x="82169" y="25019"/>
                </a:lnTo>
                <a:lnTo>
                  <a:pt x="82169" y="36830"/>
                </a:lnTo>
                <a:lnTo>
                  <a:pt x="263525" y="36830"/>
                </a:lnTo>
                <a:lnTo>
                  <a:pt x="243459" y="54229"/>
                </a:lnTo>
                <a:lnTo>
                  <a:pt x="250063" y="61722"/>
                </a:lnTo>
                <a:lnTo>
                  <a:pt x="281686" y="34544"/>
                </a:lnTo>
                <a:lnTo>
                  <a:pt x="281686" y="27178"/>
                </a:lnTo>
                <a:close/>
              </a:path>
              <a:path w="614045" h="250189">
                <a:moveTo>
                  <a:pt x="614045" y="130556"/>
                </a:moveTo>
                <a:lnTo>
                  <a:pt x="609104" y="88557"/>
                </a:lnTo>
                <a:lnTo>
                  <a:pt x="594360" y="53213"/>
                </a:lnTo>
                <a:lnTo>
                  <a:pt x="555282" y="17678"/>
                </a:lnTo>
                <a:lnTo>
                  <a:pt x="537972" y="11430"/>
                </a:lnTo>
                <a:lnTo>
                  <a:pt x="534670" y="21082"/>
                </a:lnTo>
                <a:lnTo>
                  <a:pt x="548449" y="27089"/>
                </a:lnTo>
                <a:lnTo>
                  <a:pt x="560298" y="35369"/>
                </a:lnTo>
                <a:lnTo>
                  <a:pt x="584390" y="73787"/>
                </a:lnTo>
                <a:lnTo>
                  <a:pt x="592328" y="129286"/>
                </a:lnTo>
                <a:lnTo>
                  <a:pt x="591426" y="150317"/>
                </a:lnTo>
                <a:lnTo>
                  <a:pt x="578104" y="201803"/>
                </a:lnTo>
                <a:lnTo>
                  <a:pt x="548589" y="234010"/>
                </a:lnTo>
                <a:lnTo>
                  <a:pt x="535051" y="240030"/>
                </a:lnTo>
                <a:lnTo>
                  <a:pt x="537972" y="249682"/>
                </a:lnTo>
                <a:lnTo>
                  <a:pt x="583539" y="222631"/>
                </a:lnTo>
                <a:lnTo>
                  <a:pt x="609104" y="172681"/>
                </a:lnTo>
                <a:lnTo>
                  <a:pt x="612800" y="152476"/>
                </a:lnTo>
                <a:lnTo>
                  <a:pt x="614045" y="130556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065139" y="3366452"/>
            <a:ext cx="24276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371475" algn="l"/>
              </a:tabLst>
            </a:pP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2000" spc="50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sz="2000">
                <a:latin typeface="Cambria Math"/>
                <a:cs typeface="Cambria Math"/>
              </a:rPr>
              <a:t>− 𝛼</a:t>
            </a:r>
            <a:r>
              <a:rPr dirty="0" u="sng" baseline="31481" sz="2250" spc="217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dirty="0" u="sng" baseline="31481" sz="2250" spc="12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</a:t>
            </a:r>
            <a:r>
              <a:rPr dirty="0" u="sng" baseline="31481" sz="2250" spc="16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dirty="0" u="none" baseline="31481" sz="2250" spc="172">
                <a:latin typeface="Cambria Math"/>
                <a:cs typeface="Cambria Math"/>
              </a:rPr>
              <a:t> </a:t>
            </a:r>
            <a:r>
              <a:rPr dirty="0" u="none" sz="2000">
                <a:latin typeface="Cambria Math"/>
                <a:cs typeface="Cambria Math"/>
              </a:rPr>
              <a:t>𝐽</a:t>
            </a:r>
            <a:r>
              <a:rPr dirty="0" u="none" sz="2000" spc="365">
                <a:latin typeface="Cambria Math"/>
                <a:cs typeface="Cambria Math"/>
              </a:rPr>
              <a:t> </a:t>
            </a:r>
            <a:r>
              <a:rPr dirty="0" u="none" sz="200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dirty="0" u="none" sz="2000">
                <a:latin typeface="Cambria Math"/>
                <a:cs typeface="Cambria Math"/>
              </a:rPr>
              <a:t>,</a:t>
            </a:r>
            <a:r>
              <a:rPr dirty="0" u="none" sz="2000" spc="-105">
                <a:latin typeface="Cambria Math"/>
                <a:cs typeface="Cambria Math"/>
              </a:rPr>
              <a:t> </a:t>
            </a:r>
            <a:r>
              <a:rPr dirty="0" u="none" sz="2000" spc="-5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68133" y="3977004"/>
            <a:ext cx="25400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40">
                <a:latin typeface="Cambria Math"/>
                <a:cs typeface="Cambria Math"/>
              </a:rPr>
              <a:t>𝜕</a:t>
            </a:r>
            <a:r>
              <a:rPr dirty="0" sz="1500" spc="4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576947" y="3875011"/>
            <a:ext cx="604520" cy="250190"/>
          </a:xfrm>
          <a:custGeom>
            <a:avLst/>
            <a:gdLst/>
            <a:ahLst/>
            <a:cxnLst/>
            <a:rect l="l" t="t" r="r" b="b"/>
            <a:pathLst>
              <a:path w="604520" h="250189">
                <a:moveTo>
                  <a:pt x="79375" y="21107"/>
                </a:moveTo>
                <a:lnTo>
                  <a:pt x="75946" y="11442"/>
                </a:lnTo>
                <a:lnTo>
                  <a:pt x="58699" y="17691"/>
                </a:lnTo>
                <a:lnTo>
                  <a:pt x="43573" y="26720"/>
                </a:lnTo>
                <a:lnTo>
                  <a:pt x="11087" y="70078"/>
                </a:lnTo>
                <a:lnTo>
                  <a:pt x="1231" y="108775"/>
                </a:lnTo>
                <a:lnTo>
                  <a:pt x="0" y="130606"/>
                </a:lnTo>
                <a:lnTo>
                  <a:pt x="1104" y="150380"/>
                </a:lnTo>
                <a:lnTo>
                  <a:pt x="11036" y="191211"/>
                </a:lnTo>
                <a:lnTo>
                  <a:pt x="43459" y="234416"/>
                </a:lnTo>
                <a:lnTo>
                  <a:pt x="75946" y="249656"/>
                </a:lnTo>
                <a:lnTo>
                  <a:pt x="78994" y="239991"/>
                </a:lnTo>
                <a:lnTo>
                  <a:pt x="65430" y="233984"/>
                </a:lnTo>
                <a:lnTo>
                  <a:pt x="53733" y="225615"/>
                </a:lnTo>
                <a:lnTo>
                  <a:pt x="29641" y="186601"/>
                </a:lnTo>
                <a:lnTo>
                  <a:pt x="21767" y="130606"/>
                </a:lnTo>
                <a:lnTo>
                  <a:pt x="21717" y="129362"/>
                </a:lnTo>
                <a:lnTo>
                  <a:pt x="22593" y="109042"/>
                </a:lnTo>
                <a:lnTo>
                  <a:pt x="35814" y="58851"/>
                </a:lnTo>
                <a:lnTo>
                  <a:pt x="65646" y="27101"/>
                </a:lnTo>
                <a:lnTo>
                  <a:pt x="79375" y="21107"/>
                </a:lnTo>
                <a:close/>
              </a:path>
              <a:path w="604520" h="250189">
                <a:moveTo>
                  <a:pt x="281686" y="27241"/>
                </a:moveTo>
                <a:lnTo>
                  <a:pt x="250063" y="0"/>
                </a:lnTo>
                <a:lnTo>
                  <a:pt x="243459" y="7531"/>
                </a:lnTo>
                <a:lnTo>
                  <a:pt x="263525" y="24980"/>
                </a:lnTo>
                <a:lnTo>
                  <a:pt x="82169" y="24980"/>
                </a:lnTo>
                <a:lnTo>
                  <a:pt x="82169" y="36791"/>
                </a:lnTo>
                <a:lnTo>
                  <a:pt x="263525" y="36791"/>
                </a:lnTo>
                <a:lnTo>
                  <a:pt x="243459" y="54241"/>
                </a:lnTo>
                <a:lnTo>
                  <a:pt x="250063" y="61772"/>
                </a:lnTo>
                <a:lnTo>
                  <a:pt x="281686" y="34531"/>
                </a:lnTo>
                <a:lnTo>
                  <a:pt x="281686" y="27241"/>
                </a:lnTo>
                <a:close/>
              </a:path>
              <a:path w="604520" h="250189">
                <a:moveTo>
                  <a:pt x="604520" y="130606"/>
                </a:moveTo>
                <a:lnTo>
                  <a:pt x="603288" y="109042"/>
                </a:lnTo>
                <a:lnTo>
                  <a:pt x="603275" y="108775"/>
                </a:lnTo>
                <a:lnTo>
                  <a:pt x="599579" y="88595"/>
                </a:lnTo>
                <a:lnTo>
                  <a:pt x="584835" y="53200"/>
                </a:lnTo>
                <a:lnTo>
                  <a:pt x="545757" y="17691"/>
                </a:lnTo>
                <a:lnTo>
                  <a:pt x="528447" y="11442"/>
                </a:lnTo>
                <a:lnTo>
                  <a:pt x="525145" y="21107"/>
                </a:lnTo>
                <a:lnTo>
                  <a:pt x="538924" y="27101"/>
                </a:lnTo>
                <a:lnTo>
                  <a:pt x="550773" y="35382"/>
                </a:lnTo>
                <a:lnTo>
                  <a:pt x="574865" y="73787"/>
                </a:lnTo>
                <a:lnTo>
                  <a:pt x="581875" y="108775"/>
                </a:lnTo>
                <a:lnTo>
                  <a:pt x="581914" y="109042"/>
                </a:lnTo>
                <a:lnTo>
                  <a:pt x="581901" y="150380"/>
                </a:lnTo>
                <a:lnTo>
                  <a:pt x="568579" y="201815"/>
                </a:lnTo>
                <a:lnTo>
                  <a:pt x="539064" y="233984"/>
                </a:lnTo>
                <a:lnTo>
                  <a:pt x="525526" y="239991"/>
                </a:lnTo>
                <a:lnTo>
                  <a:pt x="528447" y="249656"/>
                </a:lnTo>
                <a:lnTo>
                  <a:pt x="574014" y="222618"/>
                </a:lnTo>
                <a:lnTo>
                  <a:pt x="599579" y="172707"/>
                </a:lnTo>
                <a:lnTo>
                  <a:pt x="603275" y="152501"/>
                </a:lnTo>
                <a:lnTo>
                  <a:pt x="604520" y="130606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6065139" y="3814445"/>
            <a:ext cx="206565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 spc="114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 spc="4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 𝛼</a:t>
            </a:r>
            <a:r>
              <a:rPr dirty="0" u="sng" baseline="29629" sz="2250" spc="24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baseline="29629" sz="2250" spc="12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</a:t>
            </a:r>
            <a:r>
              <a:rPr dirty="0" u="none" baseline="29629" sz="2250" spc="697">
                <a:latin typeface="Cambria Math"/>
                <a:cs typeface="Cambria Math"/>
              </a:rPr>
              <a:t> </a:t>
            </a:r>
            <a:r>
              <a:rPr dirty="0" u="none" sz="2000">
                <a:latin typeface="Cambria Math"/>
                <a:cs typeface="Cambria Math"/>
              </a:rPr>
              <a:t>𝐽</a:t>
            </a:r>
            <a:r>
              <a:rPr dirty="0" u="none" sz="2000" spc="430">
                <a:latin typeface="Cambria Math"/>
                <a:cs typeface="Cambria Math"/>
              </a:rPr>
              <a:t> </a:t>
            </a:r>
            <a:r>
              <a:rPr dirty="0" u="none" sz="2000">
                <a:solidFill>
                  <a:srgbClr val="4285F4"/>
                </a:solidFill>
                <a:latin typeface="Cambria Math"/>
                <a:cs typeface="Cambria Math"/>
              </a:rPr>
              <a:t>w</a:t>
            </a:r>
            <a:r>
              <a:rPr dirty="0" u="none" sz="2000">
                <a:latin typeface="Cambria Math"/>
                <a:cs typeface="Cambria Math"/>
              </a:rPr>
              <a:t>,</a:t>
            </a:r>
            <a:r>
              <a:rPr dirty="0" u="none" sz="2000" spc="-185">
                <a:latin typeface="Cambria Math"/>
                <a:cs typeface="Cambria Math"/>
              </a:rPr>
              <a:t> </a:t>
            </a:r>
            <a:r>
              <a:rPr dirty="0" u="none" sz="2000" spc="-5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90539" y="4167504"/>
            <a:ext cx="12573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50">
                <a:latin typeface="Cambria Math"/>
                <a:cs typeface="Cambria Math"/>
              </a:rPr>
              <a:t>}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xfrm>
            <a:off x="5915659" y="45148"/>
            <a:ext cx="1990725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/>
              <a:t>Vector</a:t>
            </a:r>
            <a:r>
              <a:rPr dirty="0" sz="2000" spc="-70"/>
              <a:t> </a:t>
            </a:r>
            <a:r>
              <a:rPr dirty="0" sz="2000" spc="-10"/>
              <a:t>notation</a:t>
            </a:r>
            <a:endParaRPr sz="2000"/>
          </a:p>
        </p:txBody>
      </p:sp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33525" y="460755"/>
            <a:ext cx="319443" cy="21704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52409" y="434975"/>
            <a:ext cx="794893" cy="38531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64905" y="579247"/>
            <a:ext cx="141350" cy="163829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04064" y="1100836"/>
            <a:ext cx="393195" cy="194944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6579134" y="1072260"/>
            <a:ext cx="115570" cy="259715"/>
          </a:xfrm>
          <a:custGeom>
            <a:avLst/>
            <a:gdLst/>
            <a:ahLst/>
            <a:cxnLst/>
            <a:rect l="l" t="t" r="r" b="b"/>
            <a:pathLst>
              <a:path w="115570" h="259715">
                <a:moveTo>
                  <a:pt x="26162" y="50279"/>
                </a:moveTo>
                <a:lnTo>
                  <a:pt x="20535" y="27686"/>
                </a:lnTo>
                <a:lnTo>
                  <a:pt x="19011" y="22479"/>
                </a:lnTo>
                <a:lnTo>
                  <a:pt x="13690" y="19431"/>
                </a:lnTo>
                <a:lnTo>
                  <a:pt x="3136" y="22225"/>
                </a:lnTo>
                <a:lnTo>
                  <a:pt x="0" y="27686"/>
                </a:lnTo>
                <a:lnTo>
                  <a:pt x="2222" y="36957"/>
                </a:lnTo>
                <a:lnTo>
                  <a:pt x="4851" y="47752"/>
                </a:lnTo>
                <a:lnTo>
                  <a:pt x="5435" y="49911"/>
                </a:lnTo>
                <a:lnTo>
                  <a:pt x="5499" y="50279"/>
                </a:lnTo>
                <a:lnTo>
                  <a:pt x="26162" y="50279"/>
                </a:lnTo>
                <a:close/>
              </a:path>
              <a:path w="115570" h="259715">
                <a:moveTo>
                  <a:pt x="30454" y="204343"/>
                </a:moveTo>
                <a:lnTo>
                  <a:pt x="29997" y="203327"/>
                </a:lnTo>
                <a:lnTo>
                  <a:pt x="28498" y="199923"/>
                </a:lnTo>
                <a:lnTo>
                  <a:pt x="28486" y="197993"/>
                </a:lnTo>
                <a:lnTo>
                  <a:pt x="27914" y="194221"/>
                </a:lnTo>
                <a:lnTo>
                  <a:pt x="27914" y="199847"/>
                </a:lnTo>
                <a:lnTo>
                  <a:pt x="27711" y="198374"/>
                </a:lnTo>
                <a:lnTo>
                  <a:pt x="27660" y="197993"/>
                </a:lnTo>
                <a:lnTo>
                  <a:pt x="27825" y="198374"/>
                </a:lnTo>
                <a:lnTo>
                  <a:pt x="27914" y="199847"/>
                </a:lnTo>
                <a:lnTo>
                  <a:pt x="27914" y="194221"/>
                </a:lnTo>
                <a:lnTo>
                  <a:pt x="27660" y="192532"/>
                </a:lnTo>
                <a:lnTo>
                  <a:pt x="27533" y="77470"/>
                </a:lnTo>
                <a:lnTo>
                  <a:pt x="27190" y="70866"/>
                </a:lnTo>
                <a:lnTo>
                  <a:pt x="27139" y="62357"/>
                </a:lnTo>
                <a:lnTo>
                  <a:pt x="26809" y="57607"/>
                </a:lnTo>
                <a:lnTo>
                  <a:pt x="26708" y="56146"/>
                </a:lnTo>
                <a:lnTo>
                  <a:pt x="26644" y="54610"/>
                </a:lnTo>
                <a:lnTo>
                  <a:pt x="26263" y="51181"/>
                </a:lnTo>
                <a:lnTo>
                  <a:pt x="5689" y="51181"/>
                </a:lnTo>
                <a:lnTo>
                  <a:pt x="5549" y="51181"/>
                </a:lnTo>
                <a:lnTo>
                  <a:pt x="5867" y="54610"/>
                </a:lnTo>
                <a:lnTo>
                  <a:pt x="5905" y="55118"/>
                </a:lnTo>
                <a:lnTo>
                  <a:pt x="6007" y="56146"/>
                </a:lnTo>
                <a:lnTo>
                  <a:pt x="6057" y="56769"/>
                </a:lnTo>
                <a:lnTo>
                  <a:pt x="6146" y="57607"/>
                </a:lnTo>
                <a:lnTo>
                  <a:pt x="6388" y="62357"/>
                </a:lnTo>
                <a:lnTo>
                  <a:pt x="6311" y="70866"/>
                </a:lnTo>
                <a:lnTo>
                  <a:pt x="6654" y="77470"/>
                </a:lnTo>
                <a:lnTo>
                  <a:pt x="6565" y="191135"/>
                </a:lnTo>
                <a:lnTo>
                  <a:pt x="7340" y="195961"/>
                </a:lnTo>
                <a:lnTo>
                  <a:pt x="7340" y="196342"/>
                </a:lnTo>
                <a:lnTo>
                  <a:pt x="8610" y="202184"/>
                </a:lnTo>
                <a:lnTo>
                  <a:pt x="21691" y="214122"/>
                </a:lnTo>
                <a:lnTo>
                  <a:pt x="25361" y="211582"/>
                </a:lnTo>
                <a:lnTo>
                  <a:pt x="29184" y="209169"/>
                </a:lnTo>
                <a:lnTo>
                  <a:pt x="30454" y="204343"/>
                </a:lnTo>
                <a:close/>
              </a:path>
              <a:path w="115570" h="259715">
                <a:moveTo>
                  <a:pt x="93446" y="18415"/>
                </a:moveTo>
                <a:lnTo>
                  <a:pt x="92608" y="13411"/>
                </a:lnTo>
                <a:lnTo>
                  <a:pt x="92506" y="12331"/>
                </a:lnTo>
                <a:lnTo>
                  <a:pt x="92405" y="11595"/>
                </a:lnTo>
                <a:lnTo>
                  <a:pt x="92405" y="20485"/>
                </a:lnTo>
                <a:lnTo>
                  <a:pt x="93446" y="18415"/>
                </a:lnTo>
                <a:close/>
              </a:path>
              <a:path w="115570" h="259715">
                <a:moveTo>
                  <a:pt x="115036" y="236220"/>
                </a:moveTo>
                <a:lnTo>
                  <a:pt x="112623" y="231521"/>
                </a:lnTo>
                <a:lnTo>
                  <a:pt x="110528" y="230860"/>
                </a:lnTo>
                <a:lnTo>
                  <a:pt x="110528" y="241808"/>
                </a:lnTo>
                <a:lnTo>
                  <a:pt x="110426" y="240919"/>
                </a:lnTo>
                <a:lnTo>
                  <a:pt x="110337" y="240157"/>
                </a:lnTo>
                <a:lnTo>
                  <a:pt x="110413" y="240284"/>
                </a:lnTo>
                <a:lnTo>
                  <a:pt x="110515" y="241681"/>
                </a:lnTo>
                <a:lnTo>
                  <a:pt x="110528" y="241808"/>
                </a:lnTo>
                <a:lnTo>
                  <a:pt x="110528" y="230860"/>
                </a:lnTo>
                <a:lnTo>
                  <a:pt x="110121" y="228600"/>
                </a:lnTo>
                <a:lnTo>
                  <a:pt x="108102" y="216954"/>
                </a:lnTo>
                <a:lnTo>
                  <a:pt x="105130" y="195707"/>
                </a:lnTo>
                <a:lnTo>
                  <a:pt x="104406" y="190754"/>
                </a:lnTo>
                <a:lnTo>
                  <a:pt x="100939" y="151765"/>
                </a:lnTo>
                <a:lnTo>
                  <a:pt x="98653" y="127508"/>
                </a:lnTo>
                <a:lnTo>
                  <a:pt x="98107" y="118745"/>
                </a:lnTo>
                <a:lnTo>
                  <a:pt x="98018" y="117221"/>
                </a:lnTo>
                <a:lnTo>
                  <a:pt x="97282" y="107429"/>
                </a:lnTo>
                <a:lnTo>
                  <a:pt x="97282" y="238721"/>
                </a:lnTo>
                <a:lnTo>
                  <a:pt x="96824" y="238975"/>
                </a:lnTo>
                <a:lnTo>
                  <a:pt x="96532" y="240080"/>
                </a:lnTo>
                <a:lnTo>
                  <a:pt x="96532" y="240919"/>
                </a:lnTo>
                <a:lnTo>
                  <a:pt x="95846" y="241681"/>
                </a:lnTo>
                <a:lnTo>
                  <a:pt x="95732" y="241808"/>
                </a:lnTo>
                <a:lnTo>
                  <a:pt x="95770" y="241681"/>
                </a:lnTo>
                <a:lnTo>
                  <a:pt x="96532" y="240919"/>
                </a:lnTo>
                <a:lnTo>
                  <a:pt x="96532" y="240080"/>
                </a:lnTo>
                <a:lnTo>
                  <a:pt x="96723" y="239204"/>
                </a:lnTo>
                <a:lnTo>
                  <a:pt x="96812" y="238975"/>
                </a:lnTo>
                <a:lnTo>
                  <a:pt x="93065" y="240919"/>
                </a:lnTo>
                <a:lnTo>
                  <a:pt x="96774" y="238975"/>
                </a:lnTo>
                <a:lnTo>
                  <a:pt x="97282" y="238721"/>
                </a:lnTo>
                <a:lnTo>
                  <a:pt x="97282" y="107429"/>
                </a:lnTo>
                <a:lnTo>
                  <a:pt x="96596" y="98298"/>
                </a:lnTo>
                <a:lnTo>
                  <a:pt x="95745" y="87122"/>
                </a:lnTo>
                <a:lnTo>
                  <a:pt x="95643" y="85775"/>
                </a:lnTo>
                <a:lnTo>
                  <a:pt x="95046" y="76200"/>
                </a:lnTo>
                <a:lnTo>
                  <a:pt x="94970" y="74930"/>
                </a:lnTo>
                <a:lnTo>
                  <a:pt x="94653" y="68592"/>
                </a:lnTo>
                <a:lnTo>
                  <a:pt x="94589" y="67056"/>
                </a:lnTo>
                <a:lnTo>
                  <a:pt x="94462" y="66548"/>
                </a:lnTo>
                <a:lnTo>
                  <a:pt x="93992" y="62039"/>
                </a:lnTo>
                <a:lnTo>
                  <a:pt x="93929" y="61087"/>
                </a:lnTo>
                <a:lnTo>
                  <a:pt x="93840" y="60452"/>
                </a:lnTo>
                <a:lnTo>
                  <a:pt x="93789" y="59055"/>
                </a:lnTo>
                <a:lnTo>
                  <a:pt x="93446" y="53936"/>
                </a:lnTo>
                <a:lnTo>
                  <a:pt x="93383" y="52971"/>
                </a:lnTo>
                <a:lnTo>
                  <a:pt x="93319" y="51181"/>
                </a:lnTo>
                <a:lnTo>
                  <a:pt x="92697" y="45974"/>
                </a:lnTo>
                <a:lnTo>
                  <a:pt x="92557" y="44704"/>
                </a:lnTo>
                <a:lnTo>
                  <a:pt x="92557" y="45974"/>
                </a:lnTo>
                <a:lnTo>
                  <a:pt x="92430" y="24892"/>
                </a:lnTo>
                <a:lnTo>
                  <a:pt x="92417" y="20485"/>
                </a:lnTo>
                <a:lnTo>
                  <a:pt x="92113" y="21082"/>
                </a:lnTo>
                <a:lnTo>
                  <a:pt x="92405" y="20485"/>
                </a:lnTo>
                <a:lnTo>
                  <a:pt x="92290" y="10007"/>
                </a:lnTo>
                <a:lnTo>
                  <a:pt x="92265" y="9817"/>
                </a:lnTo>
                <a:lnTo>
                  <a:pt x="92303" y="6096"/>
                </a:lnTo>
                <a:lnTo>
                  <a:pt x="91871" y="5588"/>
                </a:lnTo>
                <a:lnTo>
                  <a:pt x="91795" y="4699"/>
                </a:lnTo>
                <a:lnTo>
                  <a:pt x="89598" y="2806"/>
                </a:lnTo>
                <a:lnTo>
                  <a:pt x="88874" y="1905"/>
                </a:lnTo>
                <a:lnTo>
                  <a:pt x="88569" y="1905"/>
                </a:lnTo>
                <a:lnTo>
                  <a:pt x="86969" y="508"/>
                </a:lnTo>
                <a:lnTo>
                  <a:pt x="82588" y="711"/>
                </a:lnTo>
                <a:lnTo>
                  <a:pt x="79222" y="0"/>
                </a:lnTo>
                <a:lnTo>
                  <a:pt x="77317" y="952"/>
                </a:lnTo>
                <a:lnTo>
                  <a:pt x="77190" y="1016"/>
                </a:lnTo>
                <a:lnTo>
                  <a:pt x="75920" y="1016"/>
                </a:lnTo>
                <a:lnTo>
                  <a:pt x="74714" y="2260"/>
                </a:lnTo>
                <a:lnTo>
                  <a:pt x="74396" y="2413"/>
                </a:lnTo>
                <a:lnTo>
                  <a:pt x="74218" y="2806"/>
                </a:lnTo>
                <a:lnTo>
                  <a:pt x="72339" y="4699"/>
                </a:lnTo>
                <a:lnTo>
                  <a:pt x="71589" y="5588"/>
                </a:lnTo>
                <a:lnTo>
                  <a:pt x="71577" y="8826"/>
                </a:lnTo>
                <a:lnTo>
                  <a:pt x="70624" y="11049"/>
                </a:lnTo>
                <a:lnTo>
                  <a:pt x="70497" y="11595"/>
                </a:lnTo>
                <a:lnTo>
                  <a:pt x="71526" y="15430"/>
                </a:lnTo>
                <a:lnTo>
                  <a:pt x="71462" y="23495"/>
                </a:lnTo>
                <a:lnTo>
                  <a:pt x="71335" y="47117"/>
                </a:lnTo>
                <a:lnTo>
                  <a:pt x="71742" y="51181"/>
                </a:lnTo>
                <a:lnTo>
                  <a:pt x="71818" y="51943"/>
                </a:lnTo>
                <a:lnTo>
                  <a:pt x="71920" y="52971"/>
                </a:lnTo>
                <a:lnTo>
                  <a:pt x="72009" y="53936"/>
                </a:lnTo>
                <a:lnTo>
                  <a:pt x="72186" y="59055"/>
                </a:lnTo>
                <a:lnTo>
                  <a:pt x="72237" y="60452"/>
                </a:lnTo>
                <a:lnTo>
                  <a:pt x="72326" y="62039"/>
                </a:lnTo>
                <a:lnTo>
                  <a:pt x="72783" y="66548"/>
                </a:lnTo>
                <a:lnTo>
                  <a:pt x="72885" y="68592"/>
                </a:lnTo>
                <a:lnTo>
                  <a:pt x="73088" y="74930"/>
                </a:lnTo>
                <a:lnTo>
                  <a:pt x="73113" y="76200"/>
                </a:lnTo>
                <a:lnTo>
                  <a:pt x="74422" y="96774"/>
                </a:lnTo>
                <a:lnTo>
                  <a:pt x="75806" y="117221"/>
                </a:lnTo>
                <a:lnTo>
                  <a:pt x="76555" y="127508"/>
                </a:lnTo>
                <a:lnTo>
                  <a:pt x="76682" y="129413"/>
                </a:lnTo>
                <a:lnTo>
                  <a:pt x="78841" y="153543"/>
                </a:lnTo>
                <a:lnTo>
                  <a:pt x="79324" y="161124"/>
                </a:lnTo>
                <a:lnTo>
                  <a:pt x="79362" y="161683"/>
                </a:lnTo>
                <a:lnTo>
                  <a:pt x="79476" y="163449"/>
                </a:lnTo>
                <a:lnTo>
                  <a:pt x="79603" y="163703"/>
                </a:lnTo>
                <a:lnTo>
                  <a:pt x="81965" y="189890"/>
                </a:lnTo>
                <a:lnTo>
                  <a:pt x="82016" y="190373"/>
                </a:lnTo>
                <a:lnTo>
                  <a:pt x="82143" y="190754"/>
                </a:lnTo>
                <a:lnTo>
                  <a:pt x="83159" y="198755"/>
                </a:lnTo>
                <a:lnTo>
                  <a:pt x="85318" y="214249"/>
                </a:lnTo>
                <a:lnTo>
                  <a:pt x="86461" y="221615"/>
                </a:lnTo>
                <a:lnTo>
                  <a:pt x="86588" y="221869"/>
                </a:lnTo>
                <a:lnTo>
                  <a:pt x="89001" y="235331"/>
                </a:lnTo>
                <a:lnTo>
                  <a:pt x="90246" y="241681"/>
                </a:lnTo>
                <a:lnTo>
                  <a:pt x="90271" y="242062"/>
                </a:lnTo>
                <a:lnTo>
                  <a:pt x="91236" y="246291"/>
                </a:lnTo>
                <a:lnTo>
                  <a:pt x="91033" y="246888"/>
                </a:lnTo>
                <a:lnTo>
                  <a:pt x="91592" y="248183"/>
                </a:lnTo>
                <a:lnTo>
                  <a:pt x="92405" y="250063"/>
                </a:lnTo>
                <a:lnTo>
                  <a:pt x="92684" y="250825"/>
                </a:lnTo>
                <a:lnTo>
                  <a:pt x="93637" y="252603"/>
                </a:lnTo>
                <a:lnTo>
                  <a:pt x="94907" y="255651"/>
                </a:lnTo>
                <a:lnTo>
                  <a:pt x="95478" y="256921"/>
                </a:lnTo>
                <a:lnTo>
                  <a:pt x="101193" y="259334"/>
                </a:lnTo>
                <a:lnTo>
                  <a:pt x="104533" y="258191"/>
                </a:lnTo>
                <a:lnTo>
                  <a:pt x="106654" y="258191"/>
                </a:lnTo>
                <a:lnTo>
                  <a:pt x="109766" y="256311"/>
                </a:lnTo>
                <a:lnTo>
                  <a:pt x="110147" y="256159"/>
                </a:lnTo>
                <a:lnTo>
                  <a:pt x="110337" y="255905"/>
                </a:lnTo>
                <a:lnTo>
                  <a:pt x="110223" y="256159"/>
                </a:lnTo>
                <a:lnTo>
                  <a:pt x="110794" y="255905"/>
                </a:lnTo>
                <a:lnTo>
                  <a:pt x="111480" y="255651"/>
                </a:lnTo>
                <a:lnTo>
                  <a:pt x="114401" y="250063"/>
                </a:lnTo>
                <a:lnTo>
                  <a:pt x="113982" y="248602"/>
                </a:lnTo>
                <a:lnTo>
                  <a:pt x="113893" y="249174"/>
                </a:lnTo>
                <a:lnTo>
                  <a:pt x="113792" y="247650"/>
                </a:lnTo>
                <a:lnTo>
                  <a:pt x="113639" y="244983"/>
                </a:lnTo>
                <a:lnTo>
                  <a:pt x="112864" y="243865"/>
                </a:lnTo>
                <a:lnTo>
                  <a:pt x="112776" y="243738"/>
                </a:lnTo>
                <a:lnTo>
                  <a:pt x="112877" y="244729"/>
                </a:lnTo>
                <a:lnTo>
                  <a:pt x="112801" y="244475"/>
                </a:lnTo>
                <a:lnTo>
                  <a:pt x="112623" y="244475"/>
                </a:lnTo>
                <a:lnTo>
                  <a:pt x="112445" y="244475"/>
                </a:lnTo>
                <a:lnTo>
                  <a:pt x="112369" y="244729"/>
                </a:lnTo>
                <a:lnTo>
                  <a:pt x="112268" y="244983"/>
                </a:lnTo>
                <a:lnTo>
                  <a:pt x="112356" y="243141"/>
                </a:lnTo>
                <a:lnTo>
                  <a:pt x="112458" y="243293"/>
                </a:lnTo>
                <a:lnTo>
                  <a:pt x="112547" y="243865"/>
                </a:lnTo>
                <a:lnTo>
                  <a:pt x="112661" y="243738"/>
                </a:lnTo>
                <a:lnTo>
                  <a:pt x="112852" y="242697"/>
                </a:lnTo>
                <a:lnTo>
                  <a:pt x="113030" y="242062"/>
                </a:lnTo>
                <a:lnTo>
                  <a:pt x="113131" y="241681"/>
                </a:lnTo>
                <a:lnTo>
                  <a:pt x="113398" y="240919"/>
                </a:lnTo>
                <a:lnTo>
                  <a:pt x="113512" y="240538"/>
                </a:lnTo>
                <a:lnTo>
                  <a:pt x="115036" y="23622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43014" y="1160780"/>
            <a:ext cx="179324" cy="15367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46925" y="1128522"/>
            <a:ext cx="162178" cy="15875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74688" y="1019302"/>
            <a:ext cx="974291" cy="266445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24027" y="1677797"/>
            <a:ext cx="441981" cy="398906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341361" y="1755139"/>
            <a:ext cx="1129030" cy="374777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674366" y="1829307"/>
            <a:ext cx="441445" cy="45592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903718" y="3350514"/>
            <a:ext cx="340182" cy="35179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470965" y="4128427"/>
            <a:ext cx="1089985" cy="8750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584820" y="3806583"/>
            <a:ext cx="349376" cy="34544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030476" y="1106550"/>
            <a:ext cx="158750" cy="16827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144776" y="2297176"/>
            <a:ext cx="168275" cy="158750"/>
          </a:xfrm>
          <a:prstGeom prst="rect">
            <a:avLst/>
          </a:prstGeom>
        </p:spPr>
      </p:pic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34100" y="923925"/>
            <a:ext cx="2809875" cy="838200"/>
            <a:chOff x="6134100" y="923925"/>
            <a:chExt cx="2809875" cy="838200"/>
          </a:xfrm>
        </p:grpSpPr>
        <p:sp>
          <p:nvSpPr>
            <p:cNvPr id="3" name="object 3"/>
            <p:cNvSpPr/>
            <p:nvPr/>
          </p:nvSpPr>
          <p:spPr>
            <a:xfrm>
              <a:off x="6134100" y="923925"/>
              <a:ext cx="2809875" cy="838200"/>
            </a:xfrm>
            <a:custGeom>
              <a:avLst/>
              <a:gdLst/>
              <a:ahLst/>
              <a:cxnLst/>
              <a:rect l="l" t="t" r="r" b="b"/>
              <a:pathLst>
                <a:path w="2809875" h="838200">
                  <a:moveTo>
                    <a:pt x="28098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2809875" y="838200"/>
                  </a:lnTo>
                  <a:lnTo>
                    <a:pt x="2809875" y="0"/>
                  </a:lnTo>
                  <a:close/>
                </a:path>
              </a:pathLst>
            </a:custGeom>
            <a:solidFill>
              <a:srgbClr val="FFFF00">
                <a:alpha val="497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160769" y="1394587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466850" y="1028700"/>
            <a:ext cx="2724150" cy="781050"/>
            <a:chOff x="1466850" y="1028700"/>
            <a:chExt cx="2724150" cy="781050"/>
          </a:xfrm>
        </p:grpSpPr>
        <p:sp>
          <p:nvSpPr>
            <p:cNvPr id="6" name="object 6"/>
            <p:cNvSpPr/>
            <p:nvPr/>
          </p:nvSpPr>
          <p:spPr>
            <a:xfrm>
              <a:off x="1466850" y="1028700"/>
              <a:ext cx="2724150" cy="781050"/>
            </a:xfrm>
            <a:custGeom>
              <a:avLst/>
              <a:gdLst/>
              <a:ahLst/>
              <a:cxnLst/>
              <a:rect l="l" t="t" r="r" b="b"/>
              <a:pathLst>
                <a:path w="2724150" h="781050">
                  <a:moveTo>
                    <a:pt x="2724150" y="0"/>
                  </a:moveTo>
                  <a:lnTo>
                    <a:pt x="0" y="0"/>
                  </a:lnTo>
                  <a:lnTo>
                    <a:pt x="0" y="781050"/>
                  </a:lnTo>
                  <a:lnTo>
                    <a:pt x="2724150" y="781050"/>
                  </a:lnTo>
                  <a:lnTo>
                    <a:pt x="2724150" y="0"/>
                  </a:lnTo>
                  <a:close/>
                </a:path>
              </a:pathLst>
            </a:custGeom>
            <a:solidFill>
              <a:srgbClr val="FFFF00">
                <a:alpha val="497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93138" y="1418081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802635" y="88011"/>
            <a:ext cx="2954655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Gradient</a:t>
            </a:r>
            <a:r>
              <a:rPr dirty="0" spc="-114"/>
              <a:t> </a:t>
            </a:r>
            <a:r>
              <a:rPr dirty="0" spc="-10"/>
              <a:t>descent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82089" y="1398587"/>
            <a:ext cx="21780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0214" y="1598866"/>
            <a:ext cx="3155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7745" y="950023"/>
            <a:ext cx="186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5"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46610" y="1281302"/>
            <a:ext cx="1720214" cy="276225"/>
          </a:xfrm>
          <a:custGeom>
            <a:avLst/>
            <a:gdLst/>
            <a:ahLst/>
            <a:cxnLst/>
            <a:rect l="l" t="t" r="r" b="b"/>
            <a:pathLst>
              <a:path w="1720214" h="276225">
                <a:moveTo>
                  <a:pt x="1647311" y="0"/>
                </a:moveTo>
                <a:lnTo>
                  <a:pt x="1644517" y="9271"/>
                </a:lnTo>
                <a:lnTo>
                  <a:pt x="1657211" y="15819"/>
                </a:lnTo>
                <a:lnTo>
                  <a:pt x="1668250" y="25368"/>
                </a:lnTo>
                <a:lnTo>
                  <a:pt x="1691485" y="71616"/>
                </a:lnTo>
                <a:lnTo>
                  <a:pt x="1698394" y="114010"/>
                </a:lnTo>
                <a:lnTo>
                  <a:pt x="1699254" y="138302"/>
                </a:lnTo>
                <a:lnTo>
                  <a:pt x="1698394" y="162446"/>
                </a:lnTo>
                <a:lnTo>
                  <a:pt x="1691485" y="204686"/>
                </a:lnTo>
                <a:lnTo>
                  <a:pt x="1668250" y="250920"/>
                </a:lnTo>
                <a:lnTo>
                  <a:pt x="1644517" y="267081"/>
                </a:lnTo>
                <a:lnTo>
                  <a:pt x="1647311" y="276225"/>
                </a:lnTo>
                <a:lnTo>
                  <a:pt x="1690495" y="246060"/>
                </a:lnTo>
                <a:lnTo>
                  <a:pt x="1709219" y="208720"/>
                </a:lnTo>
                <a:lnTo>
                  <a:pt x="1718657" y="163468"/>
                </a:lnTo>
                <a:lnTo>
                  <a:pt x="1719822" y="138302"/>
                </a:lnTo>
                <a:lnTo>
                  <a:pt x="1718710" y="114010"/>
                </a:lnTo>
                <a:lnTo>
                  <a:pt x="1709219" y="67524"/>
                </a:lnTo>
                <a:lnTo>
                  <a:pt x="1690495" y="30182"/>
                </a:lnTo>
                <a:lnTo>
                  <a:pt x="1663721" y="6457"/>
                </a:lnTo>
                <a:lnTo>
                  <a:pt x="1647311" y="0"/>
                </a:lnTo>
                <a:close/>
              </a:path>
              <a:path w="1720214" h="276225">
                <a:moveTo>
                  <a:pt x="72511" y="0"/>
                </a:moveTo>
                <a:lnTo>
                  <a:pt x="29220" y="30182"/>
                </a:lnTo>
                <a:lnTo>
                  <a:pt x="10549" y="67524"/>
                </a:lnTo>
                <a:lnTo>
                  <a:pt x="1162" y="112863"/>
                </a:lnTo>
                <a:lnTo>
                  <a:pt x="0" y="138302"/>
                </a:lnTo>
                <a:lnTo>
                  <a:pt x="1115" y="162446"/>
                </a:lnTo>
                <a:lnTo>
                  <a:pt x="10549" y="208720"/>
                </a:lnTo>
                <a:lnTo>
                  <a:pt x="29220" y="246060"/>
                </a:lnTo>
                <a:lnTo>
                  <a:pt x="72511" y="276225"/>
                </a:lnTo>
                <a:lnTo>
                  <a:pt x="75305" y="267081"/>
                </a:lnTo>
                <a:lnTo>
                  <a:pt x="62611" y="260512"/>
                </a:lnTo>
                <a:lnTo>
                  <a:pt x="51572" y="250920"/>
                </a:lnTo>
                <a:lnTo>
                  <a:pt x="28336" y="204686"/>
                </a:lnTo>
                <a:lnTo>
                  <a:pt x="21546" y="163468"/>
                </a:lnTo>
                <a:lnTo>
                  <a:pt x="21427" y="162446"/>
                </a:lnTo>
                <a:lnTo>
                  <a:pt x="20568" y="138302"/>
                </a:lnTo>
                <a:lnTo>
                  <a:pt x="21427" y="114010"/>
                </a:lnTo>
                <a:lnTo>
                  <a:pt x="24013" y="91789"/>
                </a:lnTo>
                <a:lnTo>
                  <a:pt x="34411" y="53467"/>
                </a:lnTo>
                <a:lnTo>
                  <a:pt x="62611" y="15819"/>
                </a:lnTo>
                <a:lnTo>
                  <a:pt x="75305" y="9271"/>
                </a:lnTo>
                <a:lnTo>
                  <a:pt x="725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5920" y="1074102"/>
            <a:ext cx="1896745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6970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1755"/>
              </a:lnSpc>
              <a:tabLst>
                <a:tab pos="1346835" algn="l"/>
              </a:tabLst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800" spc="13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2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800" spc="-1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5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𝛼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-345">
                <a:latin typeface="Cambria Math"/>
                <a:cs typeface="Cambria Math"/>
              </a:rPr>
              <a:t> </a:t>
            </a:r>
            <a:r>
              <a:rPr dirty="0" sz="1800" spc="-445"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6625" y="1350581"/>
            <a:ext cx="30924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4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350" spc="45">
                <a:latin typeface="Cambria Math"/>
                <a:cs typeface="Cambria Math"/>
              </a:rPr>
              <a:t>,</a:t>
            </a:r>
            <a:r>
              <a:rPr dirty="0" sz="1350" spc="4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41910" y="1278000"/>
            <a:ext cx="510540" cy="280035"/>
            <a:chOff x="2541910" y="1278000"/>
            <a:chExt cx="510540" cy="280035"/>
          </a:xfrm>
        </p:grpSpPr>
        <p:sp>
          <p:nvSpPr>
            <p:cNvPr id="16" name="object 16"/>
            <p:cNvSpPr/>
            <p:nvPr/>
          </p:nvSpPr>
          <p:spPr>
            <a:xfrm>
              <a:off x="2541910" y="1281302"/>
              <a:ext cx="510540" cy="276225"/>
            </a:xfrm>
            <a:custGeom>
              <a:avLst/>
              <a:gdLst/>
              <a:ahLst/>
              <a:cxnLst/>
              <a:rect l="l" t="t" r="r" b="b"/>
              <a:pathLst>
                <a:path w="510539" h="276225">
                  <a:moveTo>
                    <a:pt x="437636" y="0"/>
                  </a:moveTo>
                  <a:lnTo>
                    <a:pt x="434842" y="9271"/>
                  </a:lnTo>
                  <a:lnTo>
                    <a:pt x="447536" y="15819"/>
                  </a:lnTo>
                  <a:lnTo>
                    <a:pt x="458575" y="25368"/>
                  </a:lnTo>
                  <a:lnTo>
                    <a:pt x="481810" y="71616"/>
                  </a:lnTo>
                  <a:lnTo>
                    <a:pt x="488719" y="114010"/>
                  </a:lnTo>
                  <a:lnTo>
                    <a:pt x="489579" y="138302"/>
                  </a:lnTo>
                  <a:lnTo>
                    <a:pt x="488719" y="162446"/>
                  </a:lnTo>
                  <a:lnTo>
                    <a:pt x="481810" y="204686"/>
                  </a:lnTo>
                  <a:lnTo>
                    <a:pt x="458575" y="250920"/>
                  </a:lnTo>
                  <a:lnTo>
                    <a:pt x="434842" y="267081"/>
                  </a:lnTo>
                  <a:lnTo>
                    <a:pt x="437636" y="276225"/>
                  </a:lnTo>
                  <a:lnTo>
                    <a:pt x="480820" y="246060"/>
                  </a:lnTo>
                  <a:lnTo>
                    <a:pt x="499544" y="208720"/>
                  </a:lnTo>
                  <a:lnTo>
                    <a:pt x="508982" y="163468"/>
                  </a:lnTo>
                  <a:lnTo>
                    <a:pt x="510147" y="138302"/>
                  </a:lnTo>
                  <a:lnTo>
                    <a:pt x="509035" y="114010"/>
                  </a:lnTo>
                  <a:lnTo>
                    <a:pt x="499544" y="67524"/>
                  </a:lnTo>
                  <a:lnTo>
                    <a:pt x="480820" y="30182"/>
                  </a:lnTo>
                  <a:lnTo>
                    <a:pt x="454046" y="6457"/>
                  </a:lnTo>
                  <a:lnTo>
                    <a:pt x="437636" y="0"/>
                  </a:lnTo>
                  <a:close/>
                </a:path>
                <a:path w="510539" h="276225">
                  <a:moveTo>
                    <a:pt x="72511" y="0"/>
                  </a:moveTo>
                  <a:lnTo>
                    <a:pt x="29220" y="30182"/>
                  </a:lnTo>
                  <a:lnTo>
                    <a:pt x="10549" y="67524"/>
                  </a:lnTo>
                  <a:lnTo>
                    <a:pt x="1162" y="112863"/>
                  </a:lnTo>
                  <a:lnTo>
                    <a:pt x="0" y="138302"/>
                  </a:lnTo>
                  <a:lnTo>
                    <a:pt x="1115" y="162446"/>
                  </a:lnTo>
                  <a:lnTo>
                    <a:pt x="10549" y="208720"/>
                  </a:lnTo>
                  <a:lnTo>
                    <a:pt x="29220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11" y="260512"/>
                  </a:lnTo>
                  <a:lnTo>
                    <a:pt x="51572" y="250920"/>
                  </a:lnTo>
                  <a:lnTo>
                    <a:pt x="28336" y="204686"/>
                  </a:lnTo>
                  <a:lnTo>
                    <a:pt x="21546" y="163468"/>
                  </a:lnTo>
                  <a:lnTo>
                    <a:pt x="21427" y="162446"/>
                  </a:lnTo>
                  <a:lnTo>
                    <a:pt x="20568" y="138302"/>
                  </a:lnTo>
                  <a:lnTo>
                    <a:pt x="21427" y="114010"/>
                  </a:lnTo>
                  <a:lnTo>
                    <a:pt x="24013" y="91789"/>
                  </a:lnTo>
                  <a:lnTo>
                    <a:pt x="34411" y="53467"/>
                  </a:lnTo>
                  <a:lnTo>
                    <a:pt x="62611" y="15819"/>
                  </a:lnTo>
                  <a:lnTo>
                    <a:pt x="75305" y="9271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4950" y="1278000"/>
              <a:ext cx="174370" cy="15887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591054" y="1160081"/>
            <a:ext cx="3371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21604" sz="2700" spc="32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9325" y="1278000"/>
            <a:ext cx="174371" cy="15887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077591" y="1245806"/>
            <a:ext cx="5657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29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 spc="-75">
                <a:latin typeface="Cambria Math"/>
                <a:cs typeface="Cambria Math"/>
              </a:rPr>
              <a:t>𝑖</a:t>
            </a:r>
            <a:endParaRPr baseline="26748" sz="2025">
              <a:latin typeface="Cambria Math"/>
              <a:cs typeface="Cambria Math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6525" y="1278000"/>
            <a:ext cx="174371" cy="15887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754501" y="1160081"/>
            <a:ext cx="3467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21604" sz="2700" spc="42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99810" y="508952"/>
            <a:ext cx="11468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dirty="0" sz="1800" spc="12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 spc="-20">
                <a:latin typeface="Verdana"/>
                <a:cs typeface="Verdana"/>
              </a:rPr>
              <a:t>features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826757" y="578358"/>
            <a:ext cx="712470" cy="212090"/>
          </a:xfrm>
          <a:custGeom>
            <a:avLst/>
            <a:gdLst/>
            <a:ahLst/>
            <a:cxnLst/>
            <a:rect l="l" t="t" r="r" b="b"/>
            <a:pathLst>
              <a:path w="712470" h="212090">
                <a:moveTo>
                  <a:pt x="644398" y="0"/>
                </a:moveTo>
                <a:lnTo>
                  <a:pt x="641350" y="8636"/>
                </a:lnTo>
                <a:lnTo>
                  <a:pt x="653617" y="13946"/>
                </a:lnTo>
                <a:lnTo>
                  <a:pt x="664146" y="21304"/>
                </a:lnTo>
                <a:lnTo>
                  <a:pt x="685585" y="55449"/>
                </a:lnTo>
                <a:lnTo>
                  <a:pt x="691830" y="86536"/>
                </a:lnTo>
                <a:lnTo>
                  <a:pt x="691872" y="86830"/>
                </a:lnTo>
                <a:lnTo>
                  <a:pt x="692658" y="104901"/>
                </a:lnTo>
                <a:lnTo>
                  <a:pt x="691872" y="123571"/>
                </a:lnTo>
                <a:lnTo>
                  <a:pt x="689514" y="140525"/>
                </a:lnTo>
                <a:lnTo>
                  <a:pt x="672967" y="180911"/>
                </a:lnTo>
                <a:lnTo>
                  <a:pt x="641731" y="203200"/>
                </a:lnTo>
                <a:lnTo>
                  <a:pt x="644398" y="211836"/>
                </a:lnTo>
                <a:lnTo>
                  <a:pt x="684813" y="187707"/>
                </a:lnTo>
                <a:lnTo>
                  <a:pt x="707580" y="143335"/>
                </a:lnTo>
                <a:lnTo>
                  <a:pt x="711962" y="105917"/>
                </a:lnTo>
                <a:lnTo>
                  <a:pt x="710883" y="86830"/>
                </a:lnTo>
                <a:lnTo>
                  <a:pt x="694436" y="37083"/>
                </a:lnTo>
                <a:lnTo>
                  <a:pt x="659735" y="5544"/>
                </a:lnTo>
                <a:lnTo>
                  <a:pt x="644398" y="0"/>
                </a:lnTo>
                <a:close/>
              </a:path>
              <a:path w="712470" h="212090">
                <a:moveTo>
                  <a:pt x="67564" y="0"/>
                </a:moveTo>
                <a:lnTo>
                  <a:pt x="27112" y="24110"/>
                </a:lnTo>
                <a:lnTo>
                  <a:pt x="4365" y="68595"/>
                </a:lnTo>
                <a:lnTo>
                  <a:pt x="0" y="105917"/>
                </a:lnTo>
                <a:lnTo>
                  <a:pt x="992" y="123571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35" y="206238"/>
                </a:lnTo>
                <a:lnTo>
                  <a:pt x="67564" y="211836"/>
                </a:lnTo>
                <a:lnTo>
                  <a:pt x="70231" y="203200"/>
                </a:lnTo>
                <a:lnTo>
                  <a:pt x="58130" y="197865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46" y="105917"/>
                </a:lnTo>
                <a:lnTo>
                  <a:pt x="19303" y="104901"/>
                </a:lnTo>
                <a:lnTo>
                  <a:pt x="26376" y="55449"/>
                </a:lnTo>
                <a:lnTo>
                  <a:pt x="47799" y="21304"/>
                </a:lnTo>
                <a:lnTo>
                  <a:pt x="70485" y="8636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896481" y="508952"/>
            <a:ext cx="5911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dirty="0" sz="1800" spc="13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≥</a:t>
            </a:r>
            <a:r>
              <a:rPr dirty="0" sz="1800" spc="12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2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38701" y="862075"/>
            <a:ext cx="0" cy="3538220"/>
          </a:xfrm>
          <a:custGeom>
            <a:avLst/>
            <a:gdLst/>
            <a:ahLst/>
            <a:cxnLst/>
            <a:rect l="l" t="t" r="r" b="b"/>
            <a:pathLst>
              <a:path w="0" h="3538220">
                <a:moveTo>
                  <a:pt x="0" y="0"/>
                </a:moveTo>
                <a:lnTo>
                  <a:pt x="0" y="3537762"/>
                </a:lnTo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68617" y="3183953"/>
            <a:ext cx="9925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800" spc="114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14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800" spc="4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𝛼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90522" y="3352419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4"/>
                </a:lnTo>
                <a:lnTo>
                  <a:pt x="200025" y="9524"/>
                </a:lnTo>
                <a:lnTo>
                  <a:pt x="200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379219" y="2962338"/>
            <a:ext cx="217804" cy="67437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95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1800" spc="-5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953519" y="3215767"/>
            <a:ext cx="1720214" cy="276225"/>
          </a:xfrm>
          <a:custGeom>
            <a:avLst/>
            <a:gdLst/>
            <a:ahLst/>
            <a:cxnLst/>
            <a:rect l="l" t="t" r="r" b="b"/>
            <a:pathLst>
              <a:path w="1720214" h="276225">
                <a:moveTo>
                  <a:pt x="1647311" y="0"/>
                </a:moveTo>
                <a:lnTo>
                  <a:pt x="1644517" y="9143"/>
                </a:lnTo>
                <a:lnTo>
                  <a:pt x="1657157" y="15712"/>
                </a:lnTo>
                <a:lnTo>
                  <a:pt x="1668202" y="25304"/>
                </a:lnTo>
                <a:lnTo>
                  <a:pt x="1691485" y="71560"/>
                </a:lnTo>
                <a:lnTo>
                  <a:pt x="1698394" y="113938"/>
                </a:lnTo>
                <a:lnTo>
                  <a:pt x="1699254" y="138175"/>
                </a:lnTo>
                <a:lnTo>
                  <a:pt x="1698394" y="162393"/>
                </a:lnTo>
                <a:lnTo>
                  <a:pt x="1691485" y="204684"/>
                </a:lnTo>
                <a:lnTo>
                  <a:pt x="1668202" y="250856"/>
                </a:lnTo>
                <a:lnTo>
                  <a:pt x="1644517" y="266953"/>
                </a:lnTo>
                <a:lnTo>
                  <a:pt x="1647311" y="276097"/>
                </a:lnTo>
                <a:lnTo>
                  <a:pt x="1690477" y="246040"/>
                </a:lnTo>
                <a:lnTo>
                  <a:pt x="1709166" y="208700"/>
                </a:lnTo>
                <a:lnTo>
                  <a:pt x="1718639" y="163361"/>
                </a:lnTo>
                <a:lnTo>
                  <a:pt x="1719822" y="138175"/>
                </a:lnTo>
                <a:lnTo>
                  <a:pt x="1718695" y="113938"/>
                </a:lnTo>
                <a:lnTo>
                  <a:pt x="1709166" y="67504"/>
                </a:lnTo>
                <a:lnTo>
                  <a:pt x="1690477" y="30164"/>
                </a:lnTo>
                <a:lnTo>
                  <a:pt x="1663668" y="6403"/>
                </a:lnTo>
                <a:lnTo>
                  <a:pt x="1647311" y="0"/>
                </a:lnTo>
                <a:close/>
              </a:path>
              <a:path w="1720214" h="276225">
                <a:moveTo>
                  <a:pt x="72511" y="0"/>
                </a:moveTo>
                <a:lnTo>
                  <a:pt x="29220" y="30164"/>
                </a:lnTo>
                <a:lnTo>
                  <a:pt x="10549" y="67504"/>
                </a:lnTo>
                <a:lnTo>
                  <a:pt x="1162" y="112756"/>
                </a:lnTo>
                <a:lnTo>
                  <a:pt x="0" y="138175"/>
                </a:lnTo>
                <a:lnTo>
                  <a:pt x="1118" y="162393"/>
                </a:lnTo>
                <a:lnTo>
                  <a:pt x="1162" y="163361"/>
                </a:lnTo>
                <a:lnTo>
                  <a:pt x="10549" y="208700"/>
                </a:lnTo>
                <a:lnTo>
                  <a:pt x="29220" y="246040"/>
                </a:lnTo>
                <a:lnTo>
                  <a:pt x="72511" y="276097"/>
                </a:lnTo>
                <a:lnTo>
                  <a:pt x="75305" y="266953"/>
                </a:lnTo>
                <a:lnTo>
                  <a:pt x="62611" y="260405"/>
                </a:lnTo>
                <a:lnTo>
                  <a:pt x="51572" y="250856"/>
                </a:lnTo>
                <a:lnTo>
                  <a:pt x="28317" y="204684"/>
                </a:lnTo>
                <a:lnTo>
                  <a:pt x="21435" y="163361"/>
                </a:lnTo>
                <a:lnTo>
                  <a:pt x="21320" y="162393"/>
                </a:lnTo>
                <a:lnTo>
                  <a:pt x="20441" y="138175"/>
                </a:lnTo>
                <a:lnTo>
                  <a:pt x="21320" y="113938"/>
                </a:lnTo>
                <a:lnTo>
                  <a:pt x="23949" y="91725"/>
                </a:lnTo>
                <a:lnTo>
                  <a:pt x="34411" y="53466"/>
                </a:lnTo>
                <a:lnTo>
                  <a:pt x="62611" y="15712"/>
                </a:lnTo>
                <a:lnTo>
                  <a:pt x="75305" y="9143"/>
                </a:lnTo>
                <a:lnTo>
                  <a:pt x="725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592325" y="2784712"/>
            <a:ext cx="855980" cy="98425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04775">
              <a:lnSpc>
                <a:spcPct val="100000"/>
              </a:lnSpc>
              <a:spcBef>
                <a:spcPts val="915"/>
              </a:spcBef>
            </a:pPr>
            <a:r>
              <a:rPr dirty="0" sz="1350" spc="75"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85"/>
              </a:spcBef>
            </a:pPr>
            <a:r>
              <a:rPr dirty="0" baseline="10802" sz="2700" spc="2722">
                <a:latin typeface="Cambria Math"/>
                <a:cs typeface="Cambria Math"/>
              </a:rPr>
              <a:t>෍</a:t>
            </a:r>
            <a:r>
              <a:rPr dirty="0" baseline="10802" sz="2700" spc="660">
                <a:latin typeface="Cambria Math"/>
                <a:cs typeface="Cambria Math"/>
              </a:rPr>
              <a:t> </a:t>
            </a:r>
            <a:r>
              <a:rPr dirty="0" baseline="10802" sz="2700" spc="-442">
                <a:latin typeface="Cambria Math"/>
                <a:cs typeface="Cambria Math"/>
              </a:rPr>
              <a:t>𝑓</a:t>
            </a:r>
            <a:r>
              <a:rPr dirty="0" sz="1350" spc="-29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350" spc="-295">
                <a:latin typeface="Cambria Math"/>
                <a:cs typeface="Cambria Math"/>
              </a:rPr>
              <a:t>,</a:t>
            </a:r>
            <a:r>
              <a:rPr dirty="0" sz="1350" spc="-29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  <a:p>
            <a:pPr marL="47625">
              <a:lnSpc>
                <a:spcPct val="100000"/>
              </a:lnSpc>
              <a:spcBef>
                <a:spcPts val="245"/>
              </a:spcBef>
            </a:pPr>
            <a:r>
              <a:rPr dirty="0" sz="1350" spc="-25"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39294" y="3212464"/>
            <a:ext cx="510540" cy="279400"/>
            <a:chOff x="2439294" y="3212464"/>
            <a:chExt cx="510540" cy="279400"/>
          </a:xfrm>
        </p:grpSpPr>
        <p:sp>
          <p:nvSpPr>
            <p:cNvPr id="33" name="object 33"/>
            <p:cNvSpPr/>
            <p:nvPr/>
          </p:nvSpPr>
          <p:spPr>
            <a:xfrm>
              <a:off x="2439294" y="3215766"/>
              <a:ext cx="510540" cy="276225"/>
            </a:xfrm>
            <a:custGeom>
              <a:avLst/>
              <a:gdLst/>
              <a:ahLst/>
              <a:cxnLst/>
              <a:rect l="l" t="t" r="r" b="b"/>
              <a:pathLst>
                <a:path w="510539" h="276225">
                  <a:moveTo>
                    <a:pt x="437636" y="0"/>
                  </a:moveTo>
                  <a:lnTo>
                    <a:pt x="434842" y="9143"/>
                  </a:lnTo>
                  <a:lnTo>
                    <a:pt x="447482" y="15712"/>
                  </a:lnTo>
                  <a:lnTo>
                    <a:pt x="458527" y="25304"/>
                  </a:lnTo>
                  <a:lnTo>
                    <a:pt x="481810" y="71560"/>
                  </a:lnTo>
                  <a:lnTo>
                    <a:pt x="488719" y="113938"/>
                  </a:lnTo>
                  <a:lnTo>
                    <a:pt x="489579" y="138175"/>
                  </a:lnTo>
                  <a:lnTo>
                    <a:pt x="488719" y="162393"/>
                  </a:lnTo>
                  <a:lnTo>
                    <a:pt x="481810" y="204684"/>
                  </a:lnTo>
                  <a:lnTo>
                    <a:pt x="458527" y="250856"/>
                  </a:lnTo>
                  <a:lnTo>
                    <a:pt x="434842" y="266953"/>
                  </a:lnTo>
                  <a:lnTo>
                    <a:pt x="437636" y="276097"/>
                  </a:lnTo>
                  <a:lnTo>
                    <a:pt x="480802" y="246040"/>
                  </a:lnTo>
                  <a:lnTo>
                    <a:pt x="499491" y="208700"/>
                  </a:lnTo>
                  <a:lnTo>
                    <a:pt x="508964" y="163361"/>
                  </a:lnTo>
                  <a:lnTo>
                    <a:pt x="510147" y="138175"/>
                  </a:lnTo>
                  <a:lnTo>
                    <a:pt x="509020" y="113938"/>
                  </a:lnTo>
                  <a:lnTo>
                    <a:pt x="499491" y="67504"/>
                  </a:lnTo>
                  <a:lnTo>
                    <a:pt x="480802" y="30164"/>
                  </a:lnTo>
                  <a:lnTo>
                    <a:pt x="453993" y="6403"/>
                  </a:lnTo>
                  <a:lnTo>
                    <a:pt x="437636" y="0"/>
                  </a:lnTo>
                  <a:close/>
                </a:path>
                <a:path w="510539" h="276225">
                  <a:moveTo>
                    <a:pt x="72511" y="0"/>
                  </a:moveTo>
                  <a:lnTo>
                    <a:pt x="29220" y="30164"/>
                  </a:lnTo>
                  <a:lnTo>
                    <a:pt x="10549" y="67504"/>
                  </a:lnTo>
                  <a:lnTo>
                    <a:pt x="1162" y="112756"/>
                  </a:lnTo>
                  <a:lnTo>
                    <a:pt x="0" y="138175"/>
                  </a:lnTo>
                  <a:lnTo>
                    <a:pt x="1118" y="162393"/>
                  </a:lnTo>
                  <a:lnTo>
                    <a:pt x="1162" y="163361"/>
                  </a:lnTo>
                  <a:lnTo>
                    <a:pt x="10549" y="208700"/>
                  </a:lnTo>
                  <a:lnTo>
                    <a:pt x="29220" y="246040"/>
                  </a:lnTo>
                  <a:lnTo>
                    <a:pt x="72511" y="276097"/>
                  </a:lnTo>
                  <a:lnTo>
                    <a:pt x="75305" y="266953"/>
                  </a:lnTo>
                  <a:lnTo>
                    <a:pt x="62611" y="260405"/>
                  </a:lnTo>
                  <a:lnTo>
                    <a:pt x="51572" y="250856"/>
                  </a:lnTo>
                  <a:lnTo>
                    <a:pt x="28317" y="204684"/>
                  </a:lnTo>
                  <a:lnTo>
                    <a:pt x="21435" y="163361"/>
                  </a:lnTo>
                  <a:lnTo>
                    <a:pt x="21320" y="162393"/>
                  </a:lnTo>
                  <a:lnTo>
                    <a:pt x="20441" y="138175"/>
                  </a:lnTo>
                  <a:lnTo>
                    <a:pt x="21320" y="113938"/>
                  </a:lnTo>
                  <a:lnTo>
                    <a:pt x="23949" y="91725"/>
                  </a:lnTo>
                  <a:lnTo>
                    <a:pt x="34411" y="53466"/>
                  </a:lnTo>
                  <a:lnTo>
                    <a:pt x="62611" y="15712"/>
                  </a:lnTo>
                  <a:lnTo>
                    <a:pt x="75305" y="9143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2334" y="3212464"/>
              <a:ext cx="174371" cy="15875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488564" y="3097847"/>
            <a:ext cx="3365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21604" sz="2700" spc="31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6709" y="3212464"/>
            <a:ext cx="174370" cy="15875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2974720" y="3183953"/>
            <a:ext cx="5657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1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 spc="-75">
                <a:latin typeface="Cambria Math"/>
                <a:cs typeface="Cambria Math"/>
              </a:rPr>
              <a:t>𝑖</a:t>
            </a:r>
            <a:endParaRPr baseline="28806" sz="2025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0522" y="674624"/>
            <a:ext cx="82931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latin typeface="Verdana"/>
                <a:cs typeface="Verdana"/>
              </a:rPr>
              <a:t>repeat</a:t>
            </a:r>
            <a:r>
              <a:rPr dirty="0" sz="1550" spc="25">
                <a:latin typeface="Verdana"/>
                <a:cs typeface="Verdana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{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353185" y="447293"/>
            <a:ext cx="137223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Verdana"/>
                <a:cs typeface="Verdana"/>
              </a:rPr>
              <a:t>One</a:t>
            </a:r>
            <a:r>
              <a:rPr dirty="0" sz="1800" spc="-10">
                <a:latin typeface="Verdana"/>
                <a:cs typeface="Verdana"/>
              </a:rPr>
              <a:t> </a:t>
            </a:r>
            <a:r>
              <a:rPr dirty="0" sz="1800" spc="-20">
                <a:latin typeface="Verdana"/>
                <a:cs typeface="Verdana"/>
              </a:rPr>
              <a:t>feature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5959" y="3846512"/>
            <a:ext cx="27940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simultaneously</a:t>
            </a:r>
            <a:r>
              <a:rPr dirty="0" sz="1550" spc="28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update</a:t>
            </a:r>
            <a:r>
              <a:rPr dirty="0" sz="1550" spc="265"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550">
                <a:latin typeface="Verdana"/>
                <a:cs typeface="Verdana"/>
              </a:rPr>
              <a:t>,</a:t>
            </a:r>
            <a:r>
              <a:rPr dirty="0" sz="1550" spc="-85"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2267" y="4132897"/>
            <a:ext cx="1143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29200" y="1327086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54420" y="1375092"/>
            <a:ext cx="21780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92926" y="1575498"/>
            <a:ext cx="3155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450076" y="926528"/>
            <a:ext cx="186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5"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714242" y="1257935"/>
            <a:ext cx="1748789" cy="276225"/>
          </a:xfrm>
          <a:custGeom>
            <a:avLst/>
            <a:gdLst/>
            <a:ahLst/>
            <a:cxnLst/>
            <a:rect l="l" t="t" r="r" b="b"/>
            <a:pathLst>
              <a:path w="1748790" h="276225">
                <a:moveTo>
                  <a:pt x="1675886" y="0"/>
                </a:moveTo>
                <a:lnTo>
                  <a:pt x="1673092" y="9143"/>
                </a:lnTo>
                <a:lnTo>
                  <a:pt x="1685786" y="15694"/>
                </a:lnTo>
                <a:lnTo>
                  <a:pt x="1696825" y="25257"/>
                </a:lnTo>
                <a:lnTo>
                  <a:pt x="1720080" y="71542"/>
                </a:lnTo>
                <a:lnTo>
                  <a:pt x="1727076" y="113885"/>
                </a:lnTo>
                <a:lnTo>
                  <a:pt x="1727956" y="138175"/>
                </a:lnTo>
                <a:lnTo>
                  <a:pt x="1727076" y="162373"/>
                </a:lnTo>
                <a:lnTo>
                  <a:pt x="1720080" y="204577"/>
                </a:lnTo>
                <a:lnTo>
                  <a:pt x="1696825" y="250793"/>
                </a:lnTo>
                <a:lnTo>
                  <a:pt x="1673092" y="266953"/>
                </a:lnTo>
                <a:lnTo>
                  <a:pt x="1675886" y="276098"/>
                </a:lnTo>
                <a:lnTo>
                  <a:pt x="1719177" y="245933"/>
                </a:lnTo>
                <a:lnTo>
                  <a:pt x="1737848" y="208593"/>
                </a:lnTo>
                <a:lnTo>
                  <a:pt x="1747234" y="163341"/>
                </a:lnTo>
                <a:lnTo>
                  <a:pt x="1748397" y="138175"/>
                </a:lnTo>
                <a:lnTo>
                  <a:pt x="1747287" y="113885"/>
                </a:lnTo>
                <a:lnTo>
                  <a:pt x="1737848" y="67397"/>
                </a:lnTo>
                <a:lnTo>
                  <a:pt x="1719177" y="30057"/>
                </a:lnTo>
                <a:lnTo>
                  <a:pt x="1692316" y="6383"/>
                </a:lnTo>
                <a:lnTo>
                  <a:pt x="1675886" y="0"/>
                </a:lnTo>
                <a:close/>
              </a:path>
              <a:path w="1748790" h="276225">
                <a:moveTo>
                  <a:pt x="72638" y="0"/>
                </a:moveTo>
                <a:lnTo>
                  <a:pt x="29346" y="30057"/>
                </a:lnTo>
                <a:lnTo>
                  <a:pt x="10656" y="67397"/>
                </a:lnTo>
                <a:lnTo>
                  <a:pt x="1182" y="112736"/>
                </a:lnTo>
                <a:lnTo>
                  <a:pt x="0" y="138175"/>
                </a:lnTo>
                <a:lnTo>
                  <a:pt x="1137" y="162373"/>
                </a:lnTo>
                <a:lnTo>
                  <a:pt x="10656" y="208593"/>
                </a:lnTo>
                <a:lnTo>
                  <a:pt x="29346" y="245933"/>
                </a:lnTo>
                <a:lnTo>
                  <a:pt x="72638" y="276098"/>
                </a:lnTo>
                <a:lnTo>
                  <a:pt x="75432" y="266953"/>
                </a:lnTo>
                <a:lnTo>
                  <a:pt x="62718" y="260385"/>
                </a:lnTo>
                <a:lnTo>
                  <a:pt x="51635" y="250793"/>
                </a:lnTo>
                <a:lnTo>
                  <a:pt x="28336" y="204577"/>
                </a:lnTo>
                <a:lnTo>
                  <a:pt x="21540" y="163341"/>
                </a:lnTo>
                <a:lnTo>
                  <a:pt x="21427" y="162373"/>
                </a:lnTo>
                <a:lnTo>
                  <a:pt x="20568" y="138175"/>
                </a:lnTo>
                <a:lnTo>
                  <a:pt x="21427" y="113885"/>
                </a:lnTo>
                <a:lnTo>
                  <a:pt x="24012" y="91678"/>
                </a:lnTo>
                <a:lnTo>
                  <a:pt x="34411" y="53466"/>
                </a:lnTo>
                <a:lnTo>
                  <a:pt x="62718" y="15694"/>
                </a:lnTo>
                <a:lnTo>
                  <a:pt x="75432" y="9143"/>
                </a:lnTo>
                <a:lnTo>
                  <a:pt x="72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4876800" y="1050607"/>
            <a:ext cx="2068195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28420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1755"/>
              </a:lnSpc>
              <a:tabLst>
                <a:tab pos="336550" algn="l"/>
                <a:tab pos="880110" algn="l"/>
                <a:tab pos="1518920" algn="l"/>
              </a:tabLst>
            </a:pP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𝛼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-350">
                <a:latin typeface="Cambria Math"/>
                <a:cs typeface="Cambria Math"/>
              </a:rPr>
              <a:t> </a:t>
            </a:r>
            <a:r>
              <a:rPr dirty="0" sz="1800" spc="-445"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932294" y="1364361"/>
            <a:ext cx="177800" cy="41275"/>
          </a:xfrm>
          <a:custGeom>
            <a:avLst/>
            <a:gdLst/>
            <a:ahLst/>
            <a:cxnLst/>
            <a:rect l="l" t="t" r="r" b="b"/>
            <a:pathLst>
              <a:path w="177800" h="41275">
                <a:moveTo>
                  <a:pt x="156463" y="0"/>
                </a:moveTo>
                <a:lnTo>
                  <a:pt x="152019" y="5079"/>
                </a:lnTo>
                <a:lnTo>
                  <a:pt x="165353" y="16763"/>
                </a:lnTo>
                <a:lnTo>
                  <a:pt x="0" y="16763"/>
                </a:lnTo>
                <a:lnTo>
                  <a:pt x="0" y="24511"/>
                </a:lnTo>
                <a:lnTo>
                  <a:pt x="165353" y="24511"/>
                </a:lnTo>
                <a:lnTo>
                  <a:pt x="152019" y="36194"/>
                </a:lnTo>
                <a:lnTo>
                  <a:pt x="156463" y="41275"/>
                </a:lnTo>
                <a:lnTo>
                  <a:pt x="177419" y="23113"/>
                </a:lnTo>
                <a:lnTo>
                  <a:pt x="177419" y="18161"/>
                </a:lnTo>
                <a:lnTo>
                  <a:pt x="156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582284" y="1327086"/>
            <a:ext cx="165417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47470" algn="l"/>
              </a:tabLst>
            </a:pPr>
            <a:r>
              <a:rPr dirty="0" sz="1350" spc="-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13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350" spc="5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55">
                <a:latin typeface="Cambria Math"/>
                <a:cs typeface="Cambria Math"/>
              </a:rPr>
              <a:t>,</a:t>
            </a:r>
            <a:r>
              <a:rPr dirty="0" sz="1350" spc="5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247642" y="1254505"/>
            <a:ext cx="491490" cy="280035"/>
            <a:chOff x="7247642" y="1254505"/>
            <a:chExt cx="491490" cy="280035"/>
          </a:xfrm>
        </p:grpSpPr>
        <p:sp>
          <p:nvSpPr>
            <p:cNvPr id="51" name="object 51"/>
            <p:cNvSpPr/>
            <p:nvPr/>
          </p:nvSpPr>
          <p:spPr>
            <a:xfrm>
              <a:off x="7247642" y="1257934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90" h="276225">
                  <a:moveTo>
                    <a:pt x="418586" y="0"/>
                  </a:moveTo>
                  <a:lnTo>
                    <a:pt x="415792" y="9143"/>
                  </a:lnTo>
                  <a:lnTo>
                    <a:pt x="428486" y="15694"/>
                  </a:lnTo>
                  <a:lnTo>
                    <a:pt x="439525" y="25257"/>
                  </a:lnTo>
                  <a:lnTo>
                    <a:pt x="462780" y="71542"/>
                  </a:lnTo>
                  <a:lnTo>
                    <a:pt x="469776" y="113885"/>
                  </a:lnTo>
                  <a:lnTo>
                    <a:pt x="470656" y="138175"/>
                  </a:lnTo>
                  <a:lnTo>
                    <a:pt x="469776" y="162373"/>
                  </a:lnTo>
                  <a:lnTo>
                    <a:pt x="462780" y="204577"/>
                  </a:lnTo>
                  <a:lnTo>
                    <a:pt x="439525" y="250793"/>
                  </a:lnTo>
                  <a:lnTo>
                    <a:pt x="415792" y="266953"/>
                  </a:lnTo>
                  <a:lnTo>
                    <a:pt x="418586" y="276098"/>
                  </a:lnTo>
                  <a:lnTo>
                    <a:pt x="461877" y="245933"/>
                  </a:lnTo>
                  <a:lnTo>
                    <a:pt x="480548" y="208593"/>
                  </a:lnTo>
                  <a:lnTo>
                    <a:pt x="489934" y="163341"/>
                  </a:lnTo>
                  <a:lnTo>
                    <a:pt x="491097" y="138175"/>
                  </a:lnTo>
                  <a:lnTo>
                    <a:pt x="489987" y="113885"/>
                  </a:lnTo>
                  <a:lnTo>
                    <a:pt x="480548" y="67397"/>
                  </a:lnTo>
                  <a:lnTo>
                    <a:pt x="461877" y="30057"/>
                  </a:lnTo>
                  <a:lnTo>
                    <a:pt x="435016" y="6383"/>
                  </a:lnTo>
                  <a:lnTo>
                    <a:pt x="418586" y="0"/>
                  </a:lnTo>
                  <a:close/>
                </a:path>
                <a:path w="491490" h="276225">
                  <a:moveTo>
                    <a:pt x="72638" y="0"/>
                  </a:moveTo>
                  <a:lnTo>
                    <a:pt x="29346" y="30057"/>
                  </a:lnTo>
                  <a:lnTo>
                    <a:pt x="10656" y="67397"/>
                  </a:lnTo>
                  <a:lnTo>
                    <a:pt x="1182" y="112736"/>
                  </a:lnTo>
                  <a:lnTo>
                    <a:pt x="0" y="138175"/>
                  </a:lnTo>
                  <a:lnTo>
                    <a:pt x="1137" y="162373"/>
                  </a:lnTo>
                  <a:lnTo>
                    <a:pt x="10656" y="208593"/>
                  </a:lnTo>
                  <a:lnTo>
                    <a:pt x="29346" y="245933"/>
                  </a:lnTo>
                  <a:lnTo>
                    <a:pt x="72638" y="276098"/>
                  </a:lnTo>
                  <a:lnTo>
                    <a:pt x="75432" y="266953"/>
                  </a:lnTo>
                  <a:lnTo>
                    <a:pt x="62718" y="260385"/>
                  </a:lnTo>
                  <a:lnTo>
                    <a:pt x="51635" y="250793"/>
                  </a:lnTo>
                  <a:lnTo>
                    <a:pt x="28336" y="204577"/>
                  </a:lnTo>
                  <a:lnTo>
                    <a:pt x="21540" y="163341"/>
                  </a:lnTo>
                  <a:lnTo>
                    <a:pt x="21427" y="162373"/>
                  </a:lnTo>
                  <a:lnTo>
                    <a:pt x="20568" y="138175"/>
                  </a:lnTo>
                  <a:lnTo>
                    <a:pt x="21427" y="113885"/>
                  </a:lnTo>
                  <a:lnTo>
                    <a:pt x="24012" y="91678"/>
                  </a:lnTo>
                  <a:lnTo>
                    <a:pt x="34411" y="53466"/>
                  </a:lnTo>
                  <a:lnTo>
                    <a:pt x="62718" y="15694"/>
                  </a:lnTo>
                  <a:lnTo>
                    <a:pt x="75432" y="9143"/>
                  </a:lnTo>
                  <a:lnTo>
                    <a:pt x="7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322820" y="1281302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29" h="55244">
                  <a:moveTo>
                    <a:pt x="84708" y="0"/>
                  </a:moveTo>
                  <a:lnTo>
                    <a:pt x="78866" y="6731"/>
                  </a:lnTo>
                  <a:lnTo>
                    <a:pt x="96647" y="22225"/>
                  </a:lnTo>
                  <a:lnTo>
                    <a:pt x="0" y="22225"/>
                  </a:lnTo>
                  <a:lnTo>
                    <a:pt x="0" y="32766"/>
                  </a:lnTo>
                  <a:lnTo>
                    <a:pt x="96647" y="32766"/>
                  </a:lnTo>
                  <a:lnTo>
                    <a:pt x="78866" y="48260"/>
                  </a:lnTo>
                  <a:lnTo>
                    <a:pt x="84708" y="54991"/>
                  </a:lnTo>
                  <a:lnTo>
                    <a:pt x="112775" y="30734"/>
                  </a:lnTo>
                  <a:lnTo>
                    <a:pt x="112775" y="24257"/>
                  </a:lnTo>
                  <a:lnTo>
                    <a:pt x="84708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1758" y="1254505"/>
              <a:ext cx="174371" cy="158877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7292340" y="1136332"/>
            <a:ext cx="3276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76132" y="1254505"/>
            <a:ext cx="174371" cy="158877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7768970" y="1222311"/>
            <a:ext cx="5657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1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 spc="-75">
                <a:latin typeface="Cambria Math"/>
                <a:cs typeface="Cambria Math"/>
              </a:rPr>
              <a:t>𝑖</a:t>
            </a:r>
            <a:endParaRPr baseline="28806" sz="2025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633459" y="1346136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58" name="object 5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80957" y="1225930"/>
            <a:ext cx="174371" cy="158877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8493759" y="1107757"/>
            <a:ext cx="3467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7777" sz="27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27777" sz="2700" spc="42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829175" y="825880"/>
            <a:ext cx="82931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latin typeface="Verdana"/>
                <a:cs typeface="Verdana"/>
              </a:rPr>
              <a:t>repeat</a:t>
            </a:r>
            <a:r>
              <a:rPr dirty="0" sz="1550" spc="25">
                <a:latin typeface="Verdana"/>
                <a:cs typeface="Verdana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{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861430" y="3245231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4"/>
                </a:lnTo>
                <a:lnTo>
                  <a:pt x="200025" y="9524"/>
                </a:lnTo>
                <a:lnTo>
                  <a:pt x="200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5893053" y="2904108"/>
            <a:ext cx="15240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199760" y="3429317"/>
            <a:ext cx="259715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67359">
              <a:lnSpc>
                <a:spcPts val="1450"/>
              </a:lnSpc>
              <a:spcBef>
                <a:spcPts val="100"/>
              </a:spcBef>
            </a:pPr>
            <a:r>
              <a:rPr dirty="0" sz="1350" spc="-25"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  <a:p>
            <a:pPr marL="38100">
              <a:lnSpc>
                <a:spcPts val="1650"/>
              </a:lnSpc>
            </a:pPr>
            <a:r>
              <a:rPr dirty="0" sz="1550">
                <a:latin typeface="Verdana"/>
                <a:cs typeface="Verdana"/>
              </a:rPr>
              <a:t>simultaneously</a:t>
            </a:r>
            <a:r>
              <a:rPr dirty="0" sz="1550" spc="300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update</a:t>
            </a:r>
            <a:endParaRPr sz="1550">
              <a:latin typeface="Verdana"/>
              <a:cs typeface="Verdana"/>
            </a:endParaRPr>
          </a:p>
          <a:p>
            <a:pPr marL="38100">
              <a:lnSpc>
                <a:spcPts val="2120"/>
              </a:lnSpc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460" sz="2025">
                <a:solidFill>
                  <a:srgbClr val="0096FF"/>
                </a:solidFill>
                <a:latin typeface="Cambria Math"/>
                <a:cs typeface="Cambria Math"/>
              </a:rPr>
              <a:t>𝑗</a:t>
            </a:r>
            <a:r>
              <a:rPr dirty="0" baseline="-16460" sz="2025" spc="419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latin typeface="Verdana"/>
                <a:cs typeface="Verdana"/>
              </a:rPr>
              <a:t>(for</a:t>
            </a:r>
            <a:r>
              <a:rPr dirty="0" sz="1550" spc="70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sz="1800" spc="1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6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1,</a:t>
            </a:r>
            <a:r>
              <a:rPr dirty="0" sz="1800" spc="-9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⋯</a:t>
            </a:r>
            <a:r>
              <a:rPr dirty="0" sz="1800" spc="-135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,</a:t>
            </a:r>
            <a:r>
              <a:rPr dirty="0" sz="1800" spc="-9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r>
              <a:rPr dirty="0" sz="1550">
                <a:latin typeface="Verdana"/>
                <a:cs typeface="Verdana"/>
              </a:rPr>
              <a:t>)</a:t>
            </a:r>
            <a:r>
              <a:rPr dirty="0" sz="1550" spc="2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and</a:t>
            </a:r>
            <a:r>
              <a:rPr dirty="0" sz="1550" spc="145"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424554" y="3105150"/>
            <a:ext cx="1739264" cy="280035"/>
            <a:chOff x="6424554" y="3105150"/>
            <a:chExt cx="1739264" cy="280035"/>
          </a:xfrm>
        </p:grpSpPr>
        <p:sp>
          <p:nvSpPr>
            <p:cNvPr id="65" name="object 65"/>
            <p:cNvSpPr/>
            <p:nvPr/>
          </p:nvSpPr>
          <p:spPr>
            <a:xfrm>
              <a:off x="6424554" y="3108451"/>
              <a:ext cx="1739264" cy="276225"/>
            </a:xfrm>
            <a:custGeom>
              <a:avLst/>
              <a:gdLst/>
              <a:ahLst/>
              <a:cxnLst/>
              <a:rect l="l" t="t" r="r" b="b"/>
              <a:pathLst>
                <a:path w="1739265" h="276225">
                  <a:moveTo>
                    <a:pt x="1666361" y="0"/>
                  </a:moveTo>
                  <a:lnTo>
                    <a:pt x="1663567" y="9143"/>
                  </a:lnTo>
                  <a:lnTo>
                    <a:pt x="1676207" y="15765"/>
                  </a:lnTo>
                  <a:lnTo>
                    <a:pt x="1687252" y="25352"/>
                  </a:lnTo>
                  <a:lnTo>
                    <a:pt x="1710535" y="71614"/>
                  </a:lnTo>
                  <a:lnTo>
                    <a:pt x="1717444" y="113956"/>
                  </a:lnTo>
                  <a:lnTo>
                    <a:pt x="1718304" y="138175"/>
                  </a:lnTo>
                  <a:lnTo>
                    <a:pt x="1717444" y="162393"/>
                  </a:lnTo>
                  <a:lnTo>
                    <a:pt x="1710535" y="204684"/>
                  </a:lnTo>
                  <a:lnTo>
                    <a:pt x="1687252" y="250872"/>
                  </a:lnTo>
                  <a:lnTo>
                    <a:pt x="1663567" y="267081"/>
                  </a:lnTo>
                  <a:lnTo>
                    <a:pt x="1666361" y="276225"/>
                  </a:lnTo>
                  <a:lnTo>
                    <a:pt x="1709527" y="246060"/>
                  </a:lnTo>
                  <a:lnTo>
                    <a:pt x="1728216" y="208700"/>
                  </a:lnTo>
                  <a:lnTo>
                    <a:pt x="1737689" y="163361"/>
                  </a:lnTo>
                  <a:lnTo>
                    <a:pt x="1738872" y="138175"/>
                  </a:lnTo>
                  <a:lnTo>
                    <a:pt x="1737743" y="113956"/>
                  </a:lnTo>
                  <a:lnTo>
                    <a:pt x="1728216" y="67522"/>
                  </a:lnTo>
                  <a:lnTo>
                    <a:pt x="1709527" y="30164"/>
                  </a:lnTo>
                  <a:lnTo>
                    <a:pt x="1682718" y="6403"/>
                  </a:lnTo>
                  <a:lnTo>
                    <a:pt x="1666361" y="0"/>
                  </a:lnTo>
                  <a:close/>
                </a:path>
                <a:path w="1739265" h="276225">
                  <a:moveTo>
                    <a:pt x="72511" y="0"/>
                  </a:moveTo>
                  <a:lnTo>
                    <a:pt x="29220" y="30164"/>
                  </a:lnTo>
                  <a:lnTo>
                    <a:pt x="10549" y="67522"/>
                  </a:lnTo>
                  <a:lnTo>
                    <a:pt x="1162" y="112809"/>
                  </a:lnTo>
                  <a:lnTo>
                    <a:pt x="0" y="138175"/>
                  </a:lnTo>
                  <a:lnTo>
                    <a:pt x="1118" y="162393"/>
                  </a:lnTo>
                  <a:lnTo>
                    <a:pt x="1162" y="163361"/>
                  </a:lnTo>
                  <a:lnTo>
                    <a:pt x="10549" y="208700"/>
                  </a:lnTo>
                  <a:lnTo>
                    <a:pt x="29220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11" y="260459"/>
                  </a:lnTo>
                  <a:lnTo>
                    <a:pt x="51572" y="250872"/>
                  </a:lnTo>
                  <a:lnTo>
                    <a:pt x="28317" y="204684"/>
                  </a:lnTo>
                  <a:lnTo>
                    <a:pt x="21435" y="163361"/>
                  </a:lnTo>
                  <a:lnTo>
                    <a:pt x="21320" y="162393"/>
                  </a:lnTo>
                  <a:lnTo>
                    <a:pt x="20441" y="138175"/>
                  </a:lnTo>
                  <a:lnTo>
                    <a:pt x="21320" y="113956"/>
                  </a:lnTo>
                  <a:lnTo>
                    <a:pt x="23949" y="91773"/>
                  </a:lnTo>
                  <a:lnTo>
                    <a:pt x="34411" y="53467"/>
                  </a:lnTo>
                  <a:lnTo>
                    <a:pt x="62611" y="15765"/>
                  </a:lnTo>
                  <a:lnTo>
                    <a:pt x="75305" y="9143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6632955" y="3215004"/>
              <a:ext cx="149225" cy="41275"/>
            </a:xfrm>
            <a:custGeom>
              <a:avLst/>
              <a:gdLst/>
              <a:ahLst/>
              <a:cxnLst/>
              <a:rect l="l" t="t" r="r" b="b"/>
              <a:pathLst>
                <a:path w="149225" h="41275">
                  <a:moveTo>
                    <a:pt x="127889" y="0"/>
                  </a:moveTo>
                  <a:lnTo>
                    <a:pt x="123444" y="5080"/>
                  </a:lnTo>
                  <a:lnTo>
                    <a:pt x="136905" y="16637"/>
                  </a:lnTo>
                  <a:lnTo>
                    <a:pt x="0" y="16637"/>
                  </a:lnTo>
                  <a:lnTo>
                    <a:pt x="0" y="24511"/>
                  </a:lnTo>
                  <a:lnTo>
                    <a:pt x="136905" y="24511"/>
                  </a:lnTo>
                  <a:lnTo>
                    <a:pt x="123444" y="36194"/>
                  </a:lnTo>
                  <a:lnTo>
                    <a:pt x="127889" y="41147"/>
                  </a:lnTo>
                  <a:lnTo>
                    <a:pt x="148844" y="22987"/>
                  </a:lnTo>
                  <a:lnTo>
                    <a:pt x="148844" y="18161"/>
                  </a:lnTo>
                  <a:lnTo>
                    <a:pt x="127889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6948429" y="3108451"/>
              <a:ext cx="501015" cy="276225"/>
            </a:xfrm>
            <a:custGeom>
              <a:avLst/>
              <a:gdLst/>
              <a:ahLst/>
              <a:cxnLst/>
              <a:rect l="l" t="t" r="r" b="b"/>
              <a:pathLst>
                <a:path w="501015" h="276225">
                  <a:moveTo>
                    <a:pt x="428111" y="0"/>
                  </a:moveTo>
                  <a:lnTo>
                    <a:pt x="425317" y="9143"/>
                  </a:lnTo>
                  <a:lnTo>
                    <a:pt x="437957" y="15765"/>
                  </a:lnTo>
                  <a:lnTo>
                    <a:pt x="449002" y="25352"/>
                  </a:lnTo>
                  <a:lnTo>
                    <a:pt x="472285" y="71614"/>
                  </a:lnTo>
                  <a:lnTo>
                    <a:pt x="479194" y="113956"/>
                  </a:lnTo>
                  <a:lnTo>
                    <a:pt x="480054" y="138175"/>
                  </a:lnTo>
                  <a:lnTo>
                    <a:pt x="479194" y="162393"/>
                  </a:lnTo>
                  <a:lnTo>
                    <a:pt x="472285" y="204684"/>
                  </a:lnTo>
                  <a:lnTo>
                    <a:pt x="449002" y="250872"/>
                  </a:lnTo>
                  <a:lnTo>
                    <a:pt x="425317" y="267081"/>
                  </a:lnTo>
                  <a:lnTo>
                    <a:pt x="428111" y="276225"/>
                  </a:lnTo>
                  <a:lnTo>
                    <a:pt x="471277" y="246060"/>
                  </a:lnTo>
                  <a:lnTo>
                    <a:pt x="489966" y="208700"/>
                  </a:lnTo>
                  <a:lnTo>
                    <a:pt x="499439" y="163361"/>
                  </a:lnTo>
                  <a:lnTo>
                    <a:pt x="500622" y="138175"/>
                  </a:lnTo>
                  <a:lnTo>
                    <a:pt x="499493" y="113956"/>
                  </a:lnTo>
                  <a:lnTo>
                    <a:pt x="489966" y="67522"/>
                  </a:lnTo>
                  <a:lnTo>
                    <a:pt x="471277" y="30164"/>
                  </a:lnTo>
                  <a:lnTo>
                    <a:pt x="444468" y="6403"/>
                  </a:lnTo>
                  <a:lnTo>
                    <a:pt x="428111" y="0"/>
                  </a:lnTo>
                  <a:close/>
                </a:path>
                <a:path w="501015" h="276225">
                  <a:moveTo>
                    <a:pt x="72511" y="0"/>
                  </a:moveTo>
                  <a:lnTo>
                    <a:pt x="29220" y="30164"/>
                  </a:lnTo>
                  <a:lnTo>
                    <a:pt x="10549" y="67522"/>
                  </a:lnTo>
                  <a:lnTo>
                    <a:pt x="1162" y="112809"/>
                  </a:lnTo>
                  <a:lnTo>
                    <a:pt x="0" y="138175"/>
                  </a:lnTo>
                  <a:lnTo>
                    <a:pt x="1118" y="162393"/>
                  </a:lnTo>
                  <a:lnTo>
                    <a:pt x="1162" y="163361"/>
                  </a:lnTo>
                  <a:lnTo>
                    <a:pt x="10549" y="208700"/>
                  </a:lnTo>
                  <a:lnTo>
                    <a:pt x="29220" y="246060"/>
                  </a:lnTo>
                  <a:lnTo>
                    <a:pt x="72511" y="276225"/>
                  </a:lnTo>
                  <a:lnTo>
                    <a:pt x="75305" y="267081"/>
                  </a:lnTo>
                  <a:lnTo>
                    <a:pt x="62611" y="260459"/>
                  </a:lnTo>
                  <a:lnTo>
                    <a:pt x="51572" y="250872"/>
                  </a:lnTo>
                  <a:lnTo>
                    <a:pt x="28317" y="204684"/>
                  </a:lnTo>
                  <a:lnTo>
                    <a:pt x="21435" y="163361"/>
                  </a:lnTo>
                  <a:lnTo>
                    <a:pt x="20441" y="138175"/>
                  </a:lnTo>
                  <a:lnTo>
                    <a:pt x="21320" y="113956"/>
                  </a:lnTo>
                  <a:lnTo>
                    <a:pt x="28317" y="71614"/>
                  </a:lnTo>
                  <a:lnTo>
                    <a:pt x="51572" y="25352"/>
                  </a:lnTo>
                  <a:lnTo>
                    <a:pt x="75305" y="9143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033005" y="3131946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29" h="55244">
                  <a:moveTo>
                    <a:pt x="84836" y="0"/>
                  </a:moveTo>
                  <a:lnTo>
                    <a:pt x="78867" y="6730"/>
                  </a:lnTo>
                  <a:lnTo>
                    <a:pt x="96774" y="22225"/>
                  </a:lnTo>
                  <a:lnTo>
                    <a:pt x="0" y="22225"/>
                  </a:lnTo>
                  <a:lnTo>
                    <a:pt x="0" y="32638"/>
                  </a:lnTo>
                  <a:lnTo>
                    <a:pt x="96774" y="32638"/>
                  </a:lnTo>
                  <a:lnTo>
                    <a:pt x="78867" y="48132"/>
                  </a:lnTo>
                  <a:lnTo>
                    <a:pt x="84836" y="54863"/>
                  </a:lnTo>
                  <a:lnTo>
                    <a:pt x="112775" y="30606"/>
                  </a:lnTo>
                  <a:lnTo>
                    <a:pt x="112775" y="24256"/>
                  </a:lnTo>
                  <a:lnTo>
                    <a:pt x="84836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71943" y="3105150"/>
              <a:ext cx="174371" cy="158876"/>
            </a:xfrm>
            <a:prstGeom prst="rect">
              <a:avLst/>
            </a:prstGeom>
          </p:spPr>
        </p:pic>
      </p:grpSp>
      <p:sp>
        <p:nvSpPr>
          <p:cNvPr id="70" name="object 70"/>
          <p:cNvSpPr txBox="1"/>
          <p:nvPr/>
        </p:nvSpPr>
        <p:spPr>
          <a:xfrm>
            <a:off x="7218426" y="3047682"/>
            <a:ext cx="8572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805934" y="3075939"/>
            <a:ext cx="309689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710815" algn="l"/>
              </a:tabLst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800" spc="14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4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800" spc="6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𝛼</a:t>
            </a:r>
            <a:r>
              <a:rPr dirty="0" sz="1800" spc="-45">
                <a:latin typeface="Cambria Math"/>
                <a:cs typeface="Cambria Math"/>
              </a:rPr>
              <a:t> </a:t>
            </a:r>
            <a:r>
              <a:rPr dirty="0" baseline="-37037" sz="2700">
                <a:latin typeface="Cambria Math"/>
                <a:cs typeface="Cambria Math"/>
              </a:rPr>
              <a:t>𝑚</a:t>
            </a:r>
            <a:r>
              <a:rPr dirty="0" baseline="-37037" sz="2700" spc="-44">
                <a:latin typeface="Cambria Math"/>
                <a:cs typeface="Cambria Math"/>
              </a:rPr>
              <a:t> 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46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𝑓</a:t>
            </a:r>
            <a:r>
              <a:rPr dirty="0" baseline="-16460" sz="202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460" sz="2025">
                <a:latin typeface="Cambria Math"/>
                <a:cs typeface="Cambria Math"/>
              </a:rPr>
              <a:t>,</a:t>
            </a:r>
            <a:r>
              <a:rPr dirty="0" baseline="-16460" sz="202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baseline="-16460" sz="2025" spc="254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5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72" name="object 7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86318" y="3105150"/>
            <a:ext cx="174371" cy="158876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7933435" y="3047682"/>
            <a:ext cx="8572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258434" y="1725612"/>
            <a:ext cx="965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⋮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010150" y="2451417"/>
            <a:ext cx="13716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582284" y="2451417"/>
            <a:ext cx="13716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170295" y="2516632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5"/>
                </a:lnTo>
                <a:lnTo>
                  <a:pt x="200025" y="9525"/>
                </a:lnTo>
                <a:lnTo>
                  <a:pt x="200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6134734" y="2499423"/>
            <a:ext cx="608965" cy="431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10">
              <a:lnSpc>
                <a:spcPts val="187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ts val="1325"/>
              </a:lnSpc>
            </a:pPr>
            <a:r>
              <a:rPr dirty="0" baseline="-26748" sz="2025" spc="187">
                <a:latin typeface="Cambria Math"/>
                <a:cs typeface="Cambria Math"/>
              </a:rPr>
              <a:t>𝑚</a:t>
            </a:r>
            <a:r>
              <a:rPr dirty="0" baseline="-26748" sz="2025" spc="517">
                <a:latin typeface="Cambria Math"/>
                <a:cs typeface="Cambria Math"/>
              </a:rPr>
              <a:t> </a:t>
            </a:r>
            <a:r>
              <a:rPr dirty="0" sz="1350" spc="-25"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459601" y="2050732"/>
            <a:ext cx="186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5"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6723767" y="2379979"/>
            <a:ext cx="1748789" cy="276225"/>
          </a:xfrm>
          <a:custGeom>
            <a:avLst/>
            <a:gdLst/>
            <a:ahLst/>
            <a:cxnLst/>
            <a:rect l="l" t="t" r="r" b="b"/>
            <a:pathLst>
              <a:path w="1748790" h="276225">
                <a:moveTo>
                  <a:pt x="1675886" y="0"/>
                </a:moveTo>
                <a:lnTo>
                  <a:pt x="1673092" y="9143"/>
                </a:lnTo>
                <a:lnTo>
                  <a:pt x="1685786" y="15712"/>
                </a:lnTo>
                <a:lnTo>
                  <a:pt x="1696825" y="25304"/>
                </a:lnTo>
                <a:lnTo>
                  <a:pt x="1720080" y="71560"/>
                </a:lnTo>
                <a:lnTo>
                  <a:pt x="1727076" y="113938"/>
                </a:lnTo>
                <a:lnTo>
                  <a:pt x="1727956" y="138175"/>
                </a:lnTo>
                <a:lnTo>
                  <a:pt x="1727076" y="162393"/>
                </a:lnTo>
                <a:lnTo>
                  <a:pt x="1720080" y="204684"/>
                </a:lnTo>
                <a:lnTo>
                  <a:pt x="1696825" y="250856"/>
                </a:lnTo>
                <a:lnTo>
                  <a:pt x="1673092" y="266953"/>
                </a:lnTo>
                <a:lnTo>
                  <a:pt x="1675886" y="276097"/>
                </a:lnTo>
                <a:lnTo>
                  <a:pt x="1719177" y="246040"/>
                </a:lnTo>
                <a:lnTo>
                  <a:pt x="1737848" y="208700"/>
                </a:lnTo>
                <a:lnTo>
                  <a:pt x="1747234" y="163361"/>
                </a:lnTo>
                <a:lnTo>
                  <a:pt x="1748397" y="138175"/>
                </a:lnTo>
                <a:lnTo>
                  <a:pt x="1747289" y="113938"/>
                </a:lnTo>
                <a:lnTo>
                  <a:pt x="1737848" y="67397"/>
                </a:lnTo>
                <a:lnTo>
                  <a:pt x="1719177" y="30057"/>
                </a:lnTo>
                <a:lnTo>
                  <a:pt x="1692316" y="6383"/>
                </a:lnTo>
                <a:lnTo>
                  <a:pt x="1675886" y="0"/>
                </a:lnTo>
                <a:close/>
              </a:path>
              <a:path w="1748790" h="276225">
                <a:moveTo>
                  <a:pt x="72638" y="0"/>
                </a:moveTo>
                <a:lnTo>
                  <a:pt x="29346" y="30057"/>
                </a:lnTo>
                <a:lnTo>
                  <a:pt x="10656" y="67397"/>
                </a:lnTo>
                <a:lnTo>
                  <a:pt x="1182" y="112736"/>
                </a:lnTo>
                <a:lnTo>
                  <a:pt x="0" y="138175"/>
                </a:lnTo>
                <a:lnTo>
                  <a:pt x="1137" y="162393"/>
                </a:lnTo>
                <a:lnTo>
                  <a:pt x="1182" y="163361"/>
                </a:lnTo>
                <a:lnTo>
                  <a:pt x="10656" y="208700"/>
                </a:lnTo>
                <a:lnTo>
                  <a:pt x="29346" y="246040"/>
                </a:lnTo>
                <a:lnTo>
                  <a:pt x="72638" y="276097"/>
                </a:lnTo>
                <a:lnTo>
                  <a:pt x="75432" y="266953"/>
                </a:lnTo>
                <a:lnTo>
                  <a:pt x="62718" y="260405"/>
                </a:lnTo>
                <a:lnTo>
                  <a:pt x="51635" y="250856"/>
                </a:lnTo>
                <a:lnTo>
                  <a:pt x="28336" y="204684"/>
                </a:lnTo>
                <a:lnTo>
                  <a:pt x="21540" y="163361"/>
                </a:lnTo>
                <a:lnTo>
                  <a:pt x="21427" y="162393"/>
                </a:lnTo>
                <a:lnTo>
                  <a:pt x="20568" y="138175"/>
                </a:lnTo>
                <a:lnTo>
                  <a:pt x="21427" y="113938"/>
                </a:lnTo>
                <a:lnTo>
                  <a:pt x="24012" y="91725"/>
                </a:lnTo>
                <a:lnTo>
                  <a:pt x="34411" y="53467"/>
                </a:lnTo>
                <a:lnTo>
                  <a:pt x="62718" y="15712"/>
                </a:lnTo>
                <a:lnTo>
                  <a:pt x="75432" y="9143"/>
                </a:lnTo>
                <a:lnTo>
                  <a:pt x="726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 txBox="1"/>
          <p:nvPr/>
        </p:nvSpPr>
        <p:spPr>
          <a:xfrm>
            <a:off x="4857750" y="2174811"/>
            <a:ext cx="2096770" cy="47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56995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1755"/>
              </a:lnSpc>
              <a:tabLst>
                <a:tab pos="355600" algn="l"/>
                <a:tab pos="908685" algn="l"/>
                <a:tab pos="1547495" algn="l"/>
              </a:tabLst>
            </a:pP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𝛼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-350">
                <a:latin typeface="Cambria Math"/>
                <a:cs typeface="Cambria Math"/>
              </a:rPr>
              <a:t> </a:t>
            </a:r>
            <a:r>
              <a:rPr dirty="0" sz="1800" spc="-445"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6932294" y="2486532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4" y="4953"/>
                </a:lnTo>
                <a:lnTo>
                  <a:pt x="136778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778" y="24511"/>
                </a:lnTo>
                <a:lnTo>
                  <a:pt x="123444" y="36068"/>
                </a:lnTo>
                <a:lnTo>
                  <a:pt x="127888" y="41148"/>
                </a:lnTo>
                <a:lnTo>
                  <a:pt x="148844" y="22987"/>
                </a:lnTo>
                <a:lnTo>
                  <a:pt x="148844" y="18161"/>
                </a:lnTo>
                <a:lnTo>
                  <a:pt x="12788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6926833" y="2451417"/>
            <a:ext cx="3187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55">
                <a:latin typeface="Cambria Math"/>
                <a:cs typeface="Cambria Math"/>
              </a:rPr>
              <a:t>,</a:t>
            </a:r>
            <a:r>
              <a:rPr dirty="0" sz="1350" spc="5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7257167" y="2376677"/>
            <a:ext cx="491490" cy="279400"/>
            <a:chOff x="7257167" y="2376677"/>
            <a:chExt cx="491490" cy="279400"/>
          </a:xfrm>
        </p:grpSpPr>
        <p:sp>
          <p:nvSpPr>
            <p:cNvPr id="85" name="object 85"/>
            <p:cNvSpPr/>
            <p:nvPr/>
          </p:nvSpPr>
          <p:spPr>
            <a:xfrm>
              <a:off x="7257167" y="2379979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90" h="276225">
                  <a:moveTo>
                    <a:pt x="418586" y="0"/>
                  </a:moveTo>
                  <a:lnTo>
                    <a:pt x="415792" y="9143"/>
                  </a:lnTo>
                  <a:lnTo>
                    <a:pt x="428486" y="15712"/>
                  </a:lnTo>
                  <a:lnTo>
                    <a:pt x="439525" y="25304"/>
                  </a:lnTo>
                  <a:lnTo>
                    <a:pt x="462780" y="71560"/>
                  </a:lnTo>
                  <a:lnTo>
                    <a:pt x="469776" y="113938"/>
                  </a:lnTo>
                  <a:lnTo>
                    <a:pt x="470656" y="138175"/>
                  </a:lnTo>
                  <a:lnTo>
                    <a:pt x="469776" y="162393"/>
                  </a:lnTo>
                  <a:lnTo>
                    <a:pt x="462780" y="204684"/>
                  </a:lnTo>
                  <a:lnTo>
                    <a:pt x="439525" y="250856"/>
                  </a:lnTo>
                  <a:lnTo>
                    <a:pt x="415792" y="266953"/>
                  </a:lnTo>
                  <a:lnTo>
                    <a:pt x="418586" y="276097"/>
                  </a:lnTo>
                  <a:lnTo>
                    <a:pt x="461877" y="246040"/>
                  </a:lnTo>
                  <a:lnTo>
                    <a:pt x="480548" y="208700"/>
                  </a:lnTo>
                  <a:lnTo>
                    <a:pt x="489934" y="163361"/>
                  </a:lnTo>
                  <a:lnTo>
                    <a:pt x="491097" y="138175"/>
                  </a:lnTo>
                  <a:lnTo>
                    <a:pt x="489989" y="113938"/>
                  </a:lnTo>
                  <a:lnTo>
                    <a:pt x="480548" y="67397"/>
                  </a:lnTo>
                  <a:lnTo>
                    <a:pt x="461877" y="30057"/>
                  </a:lnTo>
                  <a:lnTo>
                    <a:pt x="435016" y="6383"/>
                  </a:lnTo>
                  <a:lnTo>
                    <a:pt x="418586" y="0"/>
                  </a:lnTo>
                  <a:close/>
                </a:path>
                <a:path w="491490" h="276225">
                  <a:moveTo>
                    <a:pt x="72638" y="0"/>
                  </a:moveTo>
                  <a:lnTo>
                    <a:pt x="29346" y="30057"/>
                  </a:lnTo>
                  <a:lnTo>
                    <a:pt x="10656" y="67397"/>
                  </a:lnTo>
                  <a:lnTo>
                    <a:pt x="1182" y="112736"/>
                  </a:lnTo>
                  <a:lnTo>
                    <a:pt x="0" y="138175"/>
                  </a:lnTo>
                  <a:lnTo>
                    <a:pt x="1137" y="162393"/>
                  </a:lnTo>
                  <a:lnTo>
                    <a:pt x="1182" y="163361"/>
                  </a:lnTo>
                  <a:lnTo>
                    <a:pt x="10656" y="208700"/>
                  </a:lnTo>
                  <a:lnTo>
                    <a:pt x="29346" y="246040"/>
                  </a:lnTo>
                  <a:lnTo>
                    <a:pt x="72638" y="276097"/>
                  </a:lnTo>
                  <a:lnTo>
                    <a:pt x="75432" y="266953"/>
                  </a:lnTo>
                  <a:lnTo>
                    <a:pt x="62718" y="260405"/>
                  </a:lnTo>
                  <a:lnTo>
                    <a:pt x="51635" y="250856"/>
                  </a:lnTo>
                  <a:lnTo>
                    <a:pt x="28336" y="204684"/>
                  </a:lnTo>
                  <a:lnTo>
                    <a:pt x="21540" y="163361"/>
                  </a:lnTo>
                  <a:lnTo>
                    <a:pt x="21427" y="162393"/>
                  </a:lnTo>
                  <a:lnTo>
                    <a:pt x="20568" y="138175"/>
                  </a:lnTo>
                  <a:lnTo>
                    <a:pt x="21427" y="113938"/>
                  </a:lnTo>
                  <a:lnTo>
                    <a:pt x="24012" y="91725"/>
                  </a:lnTo>
                  <a:lnTo>
                    <a:pt x="34411" y="53467"/>
                  </a:lnTo>
                  <a:lnTo>
                    <a:pt x="62718" y="15712"/>
                  </a:lnTo>
                  <a:lnTo>
                    <a:pt x="75432" y="9143"/>
                  </a:lnTo>
                  <a:lnTo>
                    <a:pt x="7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7332345" y="2403347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29" h="55244">
                  <a:moveTo>
                    <a:pt x="84708" y="0"/>
                  </a:moveTo>
                  <a:lnTo>
                    <a:pt x="78866" y="6731"/>
                  </a:lnTo>
                  <a:lnTo>
                    <a:pt x="96647" y="22225"/>
                  </a:lnTo>
                  <a:lnTo>
                    <a:pt x="0" y="22225"/>
                  </a:lnTo>
                  <a:lnTo>
                    <a:pt x="0" y="32765"/>
                  </a:lnTo>
                  <a:lnTo>
                    <a:pt x="96647" y="32765"/>
                  </a:lnTo>
                  <a:lnTo>
                    <a:pt x="78866" y="48259"/>
                  </a:lnTo>
                  <a:lnTo>
                    <a:pt x="84708" y="54990"/>
                  </a:lnTo>
                  <a:lnTo>
                    <a:pt x="112775" y="30733"/>
                  </a:lnTo>
                  <a:lnTo>
                    <a:pt x="112775" y="24256"/>
                  </a:lnTo>
                  <a:lnTo>
                    <a:pt x="84708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71283" y="2376677"/>
              <a:ext cx="174371" cy="158750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7311390" y="2260536"/>
            <a:ext cx="3181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21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89" name="object 8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95182" y="2376677"/>
            <a:ext cx="174371" cy="158750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7788275" y="2346642"/>
            <a:ext cx="5657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 spc="-75">
                <a:latin typeface="Cambria Math"/>
                <a:cs typeface="Cambria Math"/>
              </a:rPr>
              <a:t>𝑖</a:t>
            </a:r>
            <a:endParaRPr baseline="28806" sz="2025">
              <a:latin typeface="Cambria Math"/>
              <a:cs typeface="Cambria Math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652509" y="2460942"/>
            <a:ext cx="13716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92" name="object 9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0482" y="2348102"/>
            <a:ext cx="174371" cy="158750"/>
          </a:xfrm>
          <a:prstGeom prst="rect">
            <a:avLst/>
          </a:prstGeom>
        </p:spPr>
      </p:pic>
      <p:sp>
        <p:nvSpPr>
          <p:cNvPr id="93" name="object 93"/>
          <p:cNvSpPr txBox="1"/>
          <p:nvPr/>
        </p:nvSpPr>
        <p:spPr>
          <a:xfrm>
            <a:off x="8503284" y="2231961"/>
            <a:ext cx="3467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7777" sz="27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27777" sz="2700" spc="434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891404" y="4124007"/>
            <a:ext cx="1143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200148" y="1946592"/>
            <a:ext cx="27305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50" spc="235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dirty="0" u="sng" sz="1350" spc="3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</a:t>
            </a:r>
            <a:r>
              <a:rPr dirty="0" u="sng" sz="1350" spc="5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2604389" y="2051430"/>
            <a:ext cx="540385" cy="212090"/>
          </a:xfrm>
          <a:custGeom>
            <a:avLst/>
            <a:gdLst/>
            <a:ahLst/>
            <a:cxnLst/>
            <a:rect l="l" t="t" r="r" b="b"/>
            <a:pathLst>
              <a:path w="540385" h="212089">
                <a:moveTo>
                  <a:pt x="472948" y="0"/>
                </a:moveTo>
                <a:lnTo>
                  <a:pt x="469900" y="8636"/>
                </a:lnTo>
                <a:lnTo>
                  <a:pt x="482167" y="13946"/>
                </a:lnTo>
                <a:lnTo>
                  <a:pt x="492696" y="21304"/>
                </a:lnTo>
                <a:lnTo>
                  <a:pt x="514115" y="55429"/>
                </a:lnTo>
                <a:lnTo>
                  <a:pt x="521081" y="104775"/>
                </a:lnTo>
                <a:lnTo>
                  <a:pt x="520297" y="123443"/>
                </a:lnTo>
                <a:lnTo>
                  <a:pt x="508635" y="169163"/>
                </a:lnTo>
                <a:lnTo>
                  <a:pt x="482328" y="197738"/>
                </a:lnTo>
                <a:lnTo>
                  <a:pt x="470281" y="203073"/>
                </a:lnTo>
                <a:lnTo>
                  <a:pt x="472948" y="211708"/>
                </a:lnTo>
                <a:lnTo>
                  <a:pt x="513345" y="187706"/>
                </a:lnTo>
                <a:lnTo>
                  <a:pt x="536067" y="143335"/>
                </a:lnTo>
                <a:lnTo>
                  <a:pt x="540385" y="105918"/>
                </a:lnTo>
                <a:lnTo>
                  <a:pt x="539322" y="86723"/>
                </a:lnTo>
                <a:lnTo>
                  <a:pt x="522986" y="37083"/>
                </a:lnTo>
                <a:lnTo>
                  <a:pt x="488285" y="5526"/>
                </a:lnTo>
                <a:lnTo>
                  <a:pt x="472948" y="0"/>
                </a:lnTo>
                <a:close/>
              </a:path>
              <a:path w="540385" h="212089">
                <a:moveTo>
                  <a:pt x="67563" y="0"/>
                </a:moveTo>
                <a:lnTo>
                  <a:pt x="27094" y="24056"/>
                </a:lnTo>
                <a:lnTo>
                  <a:pt x="4365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04" y="159799"/>
                </a:lnTo>
                <a:lnTo>
                  <a:pt x="38623" y="198183"/>
                </a:lnTo>
                <a:lnTo>
                  <a:pt x="67563" y="211708"/>
                </a:lnTo>
                <a:lnTo>
                  <a:pt x="70231" y="203073"/>
                </a:lnTo>
                <a:lnTo>
                  <a:pt x="58130" y="197738"/>
                </a:lnTo>
                <a:lnTo>
                  <a:pt x="47720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6376" y="55429"/>
                </a:lnTo>
                <a:lnTo>
                  <a:pt x="47799" y="21304"/>
                </a:lnTo>
                <a:lnTo>
                  <a:pt x="70485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2177160" y="1984692"/>
            <a:ext cx="9245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0864" sz="2025" spc="120">
                <a:latin typeface="Cambria Math"/>
                <a:cs typeface="Cambria Math"/>
              </a:rPr>
              <a:t>𝜕</a:t>
            </a:r>
            <a:r>
              <a:rPr dirty="0" baseline="-30864" sz="2025" spc="12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30864" sz="2025" spc="1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𝐽</a:t>
            </a:r>
            <a:r>
              <a:rPr dirty="0" sz="1800" spc="35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800">
                <a:latin typeface="Cambria Math"/>
                <a:cs typeface="Cambria Math"/>
              </a:rPr>
              <a:t>,</a:t>
            </a:r>
            <a:r>
              <a:rPr dirty="0" sz="1800" spc="-90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98" name="object 9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7985" y="1907794"/>
            <a:ext cx="359028" cy="379730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00677" y="2088007"/>
            <a:ext cx="462152" cy="245618"/>
          </a:xfrm>
          <a:prstGeom prst="rect">
            <a:avLst/>
          </a:prstGeom>
        </p:spPr>
      </p:pic>
      <p:grpSp>
        <p:nvGrpSpPr>
          <p:cNvPr id="100" name="object 100"/>
          <p:cNvGrpSpPr/>
          <p:nvPr/>
        </p:nvGrpSpPr>
        <p:grpSpPr>
          <a:xfrm>
            <a:off x="1477391" y="917702"/>
            <a:ext cx="3694429" cy="932180"/>
            <a:chOff x="1477391" y="917702"/>
            <a:chExt cx="3694429" cy="932180"/>
          </a:xfrm>
        </p:grpSpPr>
        <p:pic>
          <p:nvPicPr>
            <p:cNvPr id="101" name="object 10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7391" y="917702"/>
              <a:ext cx="2810510" cy="93218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74007" y="1135126"/>
              <a:ext cx="797669" cy="437116"/>
            </a:xfrm>
            <a:prstGeom prst="rect">
              <a:avLst/>
            </a:prstGeom>
          </p:spPr>
        </p:pic>
      </p:grpSp>
      <p:sp>
        <p:nvSpPr>
          <p:cNvPr id="103" name="object 103"/>
          <p:cNvSpPr txBox="1"/>
          <p:nvPr/>
        </p:nvSpPr>
        <p:spPr>
          <a:xfrm>
            <a:off x="6981825" y="1965896"/>
            <a:ext cx="40322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350" spc="45">
                <a:latin typeface="Cambria Math"/>
                <a:cs typeface="Cambria Math"/>
              </a:rPr>
              <a:t>𝜕</a:t>
            </a:r>
            <a:r>
              <a:rPr dirty="0" sz="1350" spc="4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873" sz="1575" spc="67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endParaRPr baseline="-15873" sz="1575">
              <a:latin typeface="Cambria Math"/>
              <a:cs typeface="Cambria Math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7489825" y="1871345"/>
            <a:ext cx="541020" cy="220979"/>
            <a:chOff x="7489825" y="1871345"/>
            <a:chExt cx="541020" cy="220979"/>
          </a:xfrm>
        </p:grpSpPr>
        <p:sp>
          <p:nvSpPr>
            <p:cNvPr id="105" name="object 105"/>
            <p:cNvSpPr/>
            <p:nvPr/>
          </p:nvSpPr>
          <p:spPr>
            <a:xfrm>
              <a:off x="7489825" y="1880489"/>
              <a:ext cx="541020" cy="212090"/>
            </a:xfrm>
            <a:custGeom>
              <a:avLst/>
              <a:gdLst/>
              <a:ahLst/>
              <a:cxnLst/>
              <a:rect l="l" t="t" r="r" b="b"/>
              <a:pathLst>
                <a:path w="541020" h="212089">
                  <a:moveTo>
                    <a:pt x="472948" y="0"/>
                  </a:moveTo>
                  <a:lnTo>
                    <a:pt x="469900" y="8636"/>
                  </a:lnTo>
                  <a:lnTo>
                    <a:pt x="482185" y="13946"/>
                  </a:lnTo>
                  <a:lnTo>
                    <a:pt x="492744" y="21304"/>
                  </a:lnTo>
                  <a:lnTo>
                    <a:pt x="514135" y="55431"/>
                  </a:lnTo>
                  <a:lnTo>
                    <a:pt x="520387" y="86536"/>
                  </a:lnTo>
                  <a:lnTo>
                    <a:pt x="520422" y="86776"/>
                  </a:lnTo>
                  <a:lnTo>
                    <a:pt x="521207" y="104902"/>
                  </a:lnTo>
                  <a:lnTo>
                    <a:pt x="520422" y="123571"/>
                  </a:lnTo>
                  <a:lnTo>
                    <a:pt x="518064" y="140525"/>
                  </a:lnTo>
                  <a:lnTo>
                    <a:pt x="501517" y="180911"/>
                  </a:lnTo>
                  <a:lnTo>
                    <a:pt x="470280" y="203200"/>
                  </a:lnTo>
                  <a:lnTo>
                    <a:pt x="472948" y="211836"/>
                  </a:lnTo>
                  <a:lnTo>
                    <a:pt x="513417" y="187707"/>
                  </a:lnTo>
                  <a:lnTo>
                    <a:pt x="536146" y="143335"/>
                  </a:lnTo>
                  <a:lnTo>
                    <a:pt x="540511" y="105918"/>
                  </a:lnTo>
                  <a:lnTo>
                    <a:pt x="539430" y="86776"/>
                  </a:lnTo>
                  <a:lnTo>
                    <a:pt x="539416" y="86536"/>
                  </a:lnTo>
                  <a:lnTo>
                    <a:pt x="522985" y="37084"/>
                  </a:lnTo>
                  <a:lnTo>
                    <a:pt x="488303" y="5544"/>
                  </a:lnTo>
                  <a:lnTo>
                    <a:pt x="472948" y="0"/>
                  </a:lnTo>
                  <a:close/>
                </a:path>
                <a:path w="541020" h="212089">
                  <a:moveTo>
                    <a:pt x="67564" y="0"/>
                  </a:moveTo>
                  <a:lnTo>
                    <a:pt x="27166" y="24110"/>
                  </a:lnTo>
                  <a:lnTo>
                    <a:pt x="4381" y="68595"/>
                  </a:lnTo>
                  <a:lnTo>
                    <a:pt x="57" y="104902"/>
                  </a:lnTo>
                  <a:lnTo>
                    <a:pt x="0" y="105918"/>
                  </a:lnTo>
                  <a:lnTo>
                    <a:pt x="992" y="123571"/>
                  </a:lnTo>
                  <a:lnTo>
                    <a:pt x="1093" y="125370"/>
                  </a:lnTo>
                  <a:lnTo>
                    <a:pt x="4365" y="143335"/>
                  </a:lnTo>
                  <a:lnTo>
                    <a:pt x="27094" y="187707"/>
                  </a:lnTo>
                  <a:lnTo>
                    <a:pt x="67564" y="211836"/>
                  </a:lnTo>
                  <a:lnTo>
                    <a:pt x="70230" y="203200"/>
                  </a:lnTo>
                  <a:lnTo>
                    <a:pt x="58183" y="197866"/>
                  </a:lnTo>
                  <a:lnTo>
                    <a:pt x="47767" y="190436"/>
                  </a:lnTo>
                  <a:lnTo>
                    <a:pt x="26376" y="155765"/>
                  </a:lnTo>
                  <a:lnTo>
                    <a:pt x="19346" y="105918"/>
                  </a:lnTo>
                  <a:lnTo>
                    <a:pt x="19303" y="104902"/>
                  </a:lnTo>
                  <a:lnTo>
                    <a:pt x="26376" y="55431"/>
                  </a:lnTo>
                  <a:lnTo>
                    <a:pt x="47815" y="21304"/>
                  </a:lnTo>
                  <a:lnTo>
                    <a:pt x="70611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7565009" y="1871345"/>
              <a:ext cx="179705" cy="55244"/>
            </a:xfrm>
            <a:custGeom>
              <a:avLst/>
              <a:gdLst/>
              <a:ahLst/>
              <a:cxnLst/>
              <a:rect l="l" t="t" r="r" b="b"/>
              <a:pathLst>
                <a:path w="179704" h="55244">
                  <a:moveTo>
                    <a:pt x="151384" y="0"/>
                  </a:moveTo>
                  <a:lnTo>
                    <a:pt x="145415" y="6730"/>
                  </a:lnTo>
                  <a:lnTo>
                    <a:pt x="163322" y="22224"/>
                  </a:lnTo>
                  <a:lnTo>
                    <a:pt x="0" y="22224"/>
                  </a:lnTo>
                  <a:lnTo>
                    <a:pt x="0" y="32765"/>
                  </a:lnTo>
                  <a:lnTo>
                    <a:pt x="163322" y="32765"/>
                  </a:lnTo>
                  <a:lnTo>
                    <a:pt x="145415" y="48259"/>
                  </a:lnTo>
                  <a:lnTo>
                    <a:pt x="151384" y="54990"/>
                  </a:lnTo>
                  <a:lnTo>
                    <a:pt x="179450" y="30733"/>
                  </a:lnTo>
                  <a:lnTo>
                    <a:pt x="179450" y="24256"/>
                  </a:lnTo>
                  <a:lnTo>
                    <a:pt x="15138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107"/>
          <p:cNvSpPr txBox="1"/>
          <p:nvPr/>
        </p:nvSpPr>
        <p:spPr>
          <a:xfrm>
            <a:off x="6974458" y="1813623"/>
            <a:ext cx="101726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u="sng" baseline="30864" sz="2025" spc="209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dirty="0" u="sng" baseline="30864" sz="2025" spc="12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𝜕</a:t>
            </a:r>
            <a:r>
              <a:rPr dirty="0" u="sng" baseline="30864" sz="2025" spc="179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dirty="0" u="none" baseline="30864" sz="2025" spc="202">
                <a:latin typeface="Cambria Math"/>
                <a:cs typeface="Cambria Math"/>
              </a:rPr>
              <a:t> </a:t>
            </a:r>
            <a:r>
              <a:rPr dirty="0" u="none" sz="1800">
                <a:latin typeface="Cambria Math"/>
                <a:cs typeface="Cambria Math"/>
              </a:rPr>
              <a:t>𝐽</a:t>
            </a:r>
            <a:r>
              <a:rPr dirty="0" u="none" sz="1800" spc="350">
                <a:latin typeface="Cambria Math"/>
                <a:cs typeface="Cambria Math"/>
              </a:rPr>
              <a:t> </a:t>
            </a:r>
            <a:r>
              <a:rPr dirty="0" u="none" sz="18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u="none" sz="1800">
                <a:latin typeface="Cambria Math"/>
                <a:cs typeface="Cambria Math"/>
              </a:rPr>
              <a:t>,</a:t>
            </a:r>
            <a:r>
              <a:rPr dirty="0" u="none" sz="1800" spc="-170">
                <a:latin typeface="Cambria Math"/>
                <a:cs typeface="Cambria Math"/>
              </a:rPr>
              <a:t> </a:t>
            </a:r>
            <a:r>
              <a:rPr dirty="0" u="none" sz="18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31433" y="895477"/>
            <a:ext cx="2836544" cy="892810"/>
          </a:xfrm>
          <a:prstGeom prst="rect">
            <a:avLst/>
          </a:prstGeom>
        </p:spPr>
      </p:pic>
      <p:sp>
        <p:nvSpPr>
          <p:cNvPr id="109" name="object 109"/>
          <p:cNvSpPr/>
          <p:nvPr/>
        </p:nvSpPr>
        <p:spPr>
          <a:xfrm>
            <a:off x="6400038" y="1850135"/>
            <a:ext cx="516890" cy="222250"/>
          </a:xfrm>
          <a:custGeom>
            <a:avLst/>
            <a:gdLst/>
            <a:ahLst/>
            <a:cxnLst/>
            <a:rect l="l" t="t" r="r" b="b"/>
            <a:pathLst>
              <a:path w="516890" h="222250">
                <a:moveTo>
                  <a:pt x="37084" y="11303"/>
                </a:moveTo>
                <a:lnTo>
                  <a:pt x="34671" y="6223"/>
                </a:lnTo>
                <a:lnTo>
                  <a:pt x="25273" y="3683"/>
                </a:lnTo>
                <a:lnTo>
                  <a:pt x="20193" y="4953"/>
                </a:lnTo>
                <a:lnTo>
                  <a:pt x="18288" y="10033"/>
                </a:lnTo>
                <a:lnTo>
                  <a:pt x="15621" y="17653"/>
                </a:lnTo>
                <a:lnTo>
                  <a:pt x="13462" y="24003"/>
                </a:lnTo>
                <a:lnTo>
                  <a:pt x="13081" y="25273"/>
                </a:lnTo>
                <a:lnTo>
                  <a:pt x="13462" y="25273"/>
                </a:lnTo>
                <a:lnTo>
                  <a:pt x="12700" y="26543"/>
                </a:lnTo>
                <a:lnTo>
                  <a:pt x="12319" y="27813"/>
                </a:lnTo>
                <a:lnTo>
                  <a:pt x="12128" y="29083"/>
                </a:lnTo>
                <a:lnTo>
                  <a:pt x="12827" y="27813"/>
                </a:lnTo>
                <a:lnTo>
                  <a:pt x="12065" y="29514"/>
                </a:lnTo>
                <a:lnTo>
                  <a:pt x="12230" y="29514"/>
                </a:lnTo>
                <a:lnTo>
                  <a:pt x="31242" y="29514"/>
                </a:lnTo>
                <a:lnTo>
                  <a:pt x="31369" y="29083"/>
                </a:lnTo>
                <a:lnTo>
                  <a:pt x="31623" y="27813"/>
                </a:lnTo>
                <a:lnTo>
                  <a:pt x="33147" y="22733"/>
                </a:lnTo>
                <a:lnTo>
                  <a:pt x="33020" y="24003"/>
                </a:lnTo>
                <a:lnTo>
                  <a:pt x="33426" y="22733"/>
                </a:lnTo>
                <a:lnTo>
                  <a:pt x="37084" y="11303"/>
                </a:lnTo>
                <a:close/>
              </a:path>
              <a:path w="516890" h="222250">
                <a:moveTo>
                  <a:pt x="51308" y="1778"/>
                </a:moveTo>
                <a:lnTo>
                  <a:pt x="49530" y="0"/>
                </a:lnTo>
                <a:lnTo>
                  <a:pt x="45212" y="0"/>
                </a:lnTo>
                <a:lnTo>
                  <a:pt x="43434" y="1778"/>
                </a:lnTo>
                <a:lnTo>
                  <a:pt x="43434" y="6235"/>
                </a:lnTo>
                <a:lnTo>
                  <a:pt x="45212" y="8001"/>
                </a:lnTo>
                <a:lnTo>
                  <a:pt x="49530" y="8001"/>
                </a:lnTo>
                <a:lnTo>
                  <a:pt x="51308" y="6235"/>
                </a:lnTo>
                <a:lnTo>
                  <a:pt x="51308" y="4064"/>
                </a:lnTo>
                <a:lnTo>
                  <a:pt x="51308" y="1778"/>
                </a:lnTo>
                <a:close/>
              </a:path>
              <a:path w="516890" h="222250">
                <a:moveTo>
                  <a:pt x="409282" y="200228"/>
                </a:moveTo>
                <a:lnTo>
                  <a:pt x="408622" y="200596"/>
                </a:lnTo>
                <a:lnTo>
                  <a:pt x="409282" y="200228"/>
                </a:lnTo>
                <a:close/>
              </a:path>
              <a:path w="516890" h="222250">
                <a:moveTo>
                  <a:pt x="409943" y="199974"/>
                </a:moveTo>
                <a:close/>
              </a:path>
              <a:path w="516890" h="222250">
                <a:moveTo>
                  <a:pt x="428269" y="212534"/>
                </a:moveTo>
                <a:lnTo>
                  <a:pt x="428117" y="212572"/>
                </a:lnTo>
                <a:lnTo>
                  <a:pt x="428117" y="212788"/>
                </a:lnTo>
                <a:lnTo>
                  <a:pt x="428269" y="212572"/>
                </a:lnTo>
                <a:close/>
              </a:path>
              <a:path w="516890" h="222250">
                <a:moveTo>
                  <a:pt x="516636" y="142113"/>
                </a:moveTo>
                <a:lnTo>
                  <a:pt x="516559" y="140538"/>
                </a:lnTo>
                <a:lnTo>
                  <a:pt x="516255" y="139179"/>
                </a:lnTo>
                <a:lnTo>
                  <a:pt x="516255" y="142113"/>
                </a:lnTo>
                <a:lnTo>
                  <a:pt x="516255" y="142278"/>
                </a:lnTo>
                <a:lnTo>
                  <a:pt x="515721" y="143332"/>
                </a:lnTo>
                <a:lnTo>
                  <a:pt x="516178" y="142278"/>
                </a:lnTo>
                <a:lnTo>
                  <a:pt x="516255" y="142113"/>
                </a:lnTo>
                <a:lnTo>
                  <a:pt x="516255" y="139179"/>
                </a:lnTo>
                <a:lnTo>
                  <a:pt x="515556" y="136055"/>
                </a:lnTo>
                <a:lnTo>
                  <a:pt x="515493" y="135763"/>
                </a:lnTo>
                <a:lnTo>
                  <a:pt x="515112" y="135763"/>
                </a:lnTo>
                <a:lnTo>
                  <a:pt x="514426" y="134493"/>
                </a:lnTo>
                <a:lnTo>
                  <a:pt x="513168" y="132143"/>
                </a:lnTo>
                <a:lnTo>
                  <a:pt x="513092" y="131991"/>
                </a:lnTo>
                <a:lnTo>
                  <a:pt x="512470" y="131991"/>
                </a:lnTo>
                <a:lnTo>
                  <a:pt x="509943" y="129578"/>
                </a:lnTo>
                <a:lnTo>
                  <a:pt x="509943" y="130263"/>
                </a:lnTo>
                <a:lnTo>
                  <a:pt x="509016" y="129413"/>
                </a:lnTo>
                <a:lnTo>
                  <a:pt x="509143" y="129413"/>
                </a:lnTo>
                <a:lnTo>
                  <a:pt x="509943" y="130263"/>
                </a:lnTo>
                <a:lnTo>
                  <a:pt x="509943" y="129578"/>
                </a:lnTo>
                <a:lnTo>
                  <a:pt x="509778" y="129413"/>
                </a:lnTo>
                <a:lnTo>
                  <a:pt x="509651" y="129413"/>
                </a:lnTo>
                <a:lnTo>
                  <a:pt x="507149" y="126923"/>
                </a:lnTo>
                <a:lnTo>
                  <a:pt x="507034" y="126644"/>
                </a:lnTo>
                <a:lnTo>
                  <a:pt x="506806" y="125895"/>
                </a:lnTo>
                <a:lnTo>
                  <a:pt x="506742" y="125666"/>
                </a:lnTo>
                <a:lnTo>
                  <a:pt x="505333" y="124345"/>
                </a:lnTo>
                <a:lnTo>
                  <a:pt x="504088" y="123063"/>
                </a:lnTo>
                <a:lnTo>
                  <a:pt x="499198" y="118084"/>
                </a:lnTo>
                <a:lnTo>
                  <a:pt x="499198" y="149821"/>
                </a:lnTo>
                <a:lnTo>
                  <a:pt x="497332" y="148272"/>
                </a:lnTo>
                <a:lnTo>
                  <a:pt x="497001" y="147497"/>
                </a:lnTo>
                <a:lnTo>
                  <a:pt x="496900" y="147332"/>
                </a:lnTo>
                <a:lnTo>
                  <a:pt x="496735" y="146888"/>
                </a:lnTo>
                <a:lnTo>
                  <a:pt x="496976" y="147332"/>
                </a:lnTo>
                <a:lnTo>
                  <a:pt x="497179" y="147510"/>
                </a:lnTo>
                <a:lnTo>
                  <a:pt x="497471" y="148272"/>
                </a:lnTo>
                <a:lnTo>
                  <a:pt x="497586" y="148463"/>
                </a:lnTo>
                <a:lnTo>
                  <a:pt x="499198" y="149821"/>
                </a:lnTo>
                <a:lnTo>
                  <a:pt x="499198" y="118084"/>
                </a:lnTo>
                <a:lnTo>
                  <a:pt x="496354" y="115874"/>
                </a:lnTo>
                <a:lnTo>
                  <a:pt x="496354" y="136055"/>
                </a:lnTo>
                <a:lnTo>
                  <a:pt x="496074" y="137033"/>
                </a:lnTo>
                <a:lnTo>
                  <a:pt x="495554" y="137680"/>
                </a:lnTo>
                <a:lnTo>
                  <a:pt x="495554" y="144653"/>
                </a:lnTo>
                <a:lnTo>
                  <a:pt x="495236" y="143383"/>
                </a:lnTo>
                <a:lnTo>
                  <a:pt x="495554" y="144653"/>
                </a:lnTo>
                <a:lnTo>
                  <a:pt x="495554" y="137680"/>
                </a:lnTo>
                <a:lnTo>
                  <a:pt x="495007" y="138353"/>
                </a:lnTo>
                <a:lnTo>
                  <a:pt x="496062" y="137033"/>
                </a:lnTo>
                <a:lnTo>
                  <a:pt x="496354" y="136055"/>
                </a:lnTo>
                <a:lnTo>
                  <a:pt x="496354" y="115874"/>
                </a:lnTo>
                <a:lnTo>
                  <a:pt x="495808" y="115443"/>
                </a:lnTo>
                <a:lnTo>
                  <a:pt x="496443" y="115443"/>
                </a:lnTo>
                <a:lnTo>
                  <a:pt x="495350" y="114173"/>
                </a:lnTo>
                <a:lnTo>
                  <a:pt x="494284" y="112903"/>
                </a:lnTo>
                <a:lnTo>
                  <a:pt x="495046" y="114173"/>
                </a:lnTo>
                <a:lnTo>
                  <a:pt x="494855" y="113944"/>
                </a:lnTo>
                <a:lnTo>
                  <a:pt x="494855" y="141757"/>
                </a:lnTo>
                <a:lnTo>
                  <a:pt x="494639" y="142113"/>
                </a:lnTo>
                <a:lnTo>
                  <a:pt x="494588" y="142278"/>
                </a:lnTo>
                <a:lnTo>
                  <a:pt x="494652" y="140906"/>
                </a:lnTo>
                <a:lnTo>
                  <a:pt x="494715" y="141122"/>
                </a:lnTo>
                <a:lnTo>
                  <a:pt x="494804" y="141516"/>
                </a:lnTo>
                <a:lnTo>
                  <a:pt x="494855" y="141757"/>
                </a:lnTo>
                <a:lnTo>
                  <a:pt x="494855" y="113944"/>
                </a:lnTo>
                <a:lnTo>
                  <a:pt x="494601" y="113626"/>
                </a:lnTo>
                <a:lnTo>
                  <a:pt x="494601" y="138849"/>
                </a:lnTo>
                <a:lnTo>
                  <a:pt x="493966" y="139649"/>
                </a:lnTo>
                <a:lnTo>
                  <a:pt x="494030" y="143383"/>
                </a:lnTo>
                <a:lnTo>
                  <a:pt x="493903" y="141516"/>
                </a:lnTo>
                <a:lnTo>
                  <a:pt x="493852" y="140906"/>
                </a:lnTo>
                <a:lnTo>
                  <a:pt x="493776" y="139649"/>
                </a:lnTo>
                <a:lnTo>
                  <a:pt x="493382" y="139966"/>
                </a:lnTo>
                <a:lnTo>
                  <a:pt x="492887" y="140449"/>
                </a:lnTo>
                <a:lnTo>
                  <a:pt x="493318" y="139966"/>
                </a:lnTo>
                <a:lnTo>
                  <a:pt x="493623" y="139649"/>
                </a:lnTo>
                <a:lnTo>
                  <a:pt x="493649" y="135763"/>
                </a:lnTo>
                <a:lnTo>
                  <a:pt x="493661" y="136055"/>
                </a:lnTo>
                <a:lnTo>
                  <a:pt x="493763" y="139496"/>
                </a:lnTo>
                <a:lnTo>
                  <a:pt x="493776" y="139649"/>
                </a:lnTo>
                <a:lnTo>
                  <a:pt x="493966" y="139649"/>
                </a:lnTo>
                <a:lnTo>
                  <a:pt x="494601" y="138849"/>
                </a:lnTo>
                <a:lnTo>
                  <a:pt x="494601" y="113626"/>
                </a:lnTo>
                <a:lnTo>
                  <a:pt x="493014" y="111633"/>
                </a:lnTo>
                <a:lnTo>
                  <a:pt x="492252" y="110363"/>
                </a:lnTo>
                <a:lnTo>
                  <a:pt x="491020" y="108673"/>
                </a:lnTo>
                <a:lnTo>
                  <a:pt x="491020" y="141973"/>
                </a:lnTo>
                <a:lnTo>
                  <a:pt x="490156" y="140550"/>
                </a:lnTo>
                <a:lnTo>
                  <a:pt x="490689" y="141122"/>
                </a:lnTo>
                <a:lnTo>
                  <a:pt x="490804" y="141516"/>
                </a:lnTo>
                <a:lnTo>
                  <a:pt x="491020" y="141973"/>
                </a:lnTo>
                <a:lnTo>
                  <a:pt x="491020" y="108673"/>
                </a:lnTo>
                <a:lnTo>
                  <a:pt x="488251" y="104876"/>
                </a:lnTo>
                <a:lnTo>
                  <a:pt x="488251" y="149440"/>
                </a:lnTo>
                <a:lnTo>
                  <a:pt x="487807" y="149821"/>
                </a:lnTo>
                <a:lnTo>
                  <a:pt x="486854" y="150418"/>
                </a:lnTo>
                <a:lnTo>
                  <a:pt x="487680" y="149821"/>
                </a:lnTo>
                <a:lnTo>
                  <a:pt x="488251" y="149440"/>
                </a:lnTo>
                <a:lnTo>
                  <a:pt x="488251" y="104876"/>
                </a:lnTo>
                <a:lnTo>
                  <a:pt x="487070" y="103251"/>
                </a:lnTo>
                <a:lnTo>
                  <a:pt x="487070" y="149821"/>
                </a:lnTo>
                <a:lnTo>
                  <a:pt x="485648" y="151003"/>
                </a:lnTo>
                <a:lnTo>
                  <a:pt x="479679" y="151003"/>
                </a:lnTo>
                <a:lnTo>
                  <a:pt x="478193" y="151003"/>
                </a:lnTo>
                <a:lnTo>
                  <a:pt x="479806" y="149821"/>
                </a:lnTo>
                <a:lnTo>
                  <a:pt x="487070" y="149821"/>
                </a:lnTo>
                <a:lnTo>
                  <a:pt x="487070" y="103251"/>
                </a:lnTo>
                <a:lnTo>
                  <a:pt x="485775" y="101473"/>
                </a:lnTo>
                <a:lnTo>
                  <a:pt x="485394" y="101473"/>
                </a:lnTo>
                <a:lnTo>
                  <a:pt x="485063" y="101155"/>
                </a:lnTo>
                <a:lnTo>
                  <a:pt x="485063" y="146253"/>
                </a:lnTo>
                <a:lnTo>
                  <a:pt x="483844" y="147332"/>
                </a:lnTo>
                <a:lnTo>
                  <a:pt x="483946" y="146875"/>
                </a:lnTo>
                <a:lnTo>
                  <a:pt x="484174" y="146875"/>
                </a:lnTo>
                <a:lnTo>
                  <a:pt x="485063" y="146253"/>
                </a:lnTo>
                <a:lnTo>
                  <a:pt x="485063" y="101155"/>
                </a:lnTo>
                <a:lnTo>
                  <a:pt x="484073" y="100203"/>
                </a:lnTo>
                <a:lnTo>
                  <a:pt x="481457" y="97663"/>
                </a:lnTo>
                <a:lnTo>
                  <a:pt x="479806" y="95770"/>
                </a:lnTo>
                <a:lnTo>
                  <a:pt x="479806" y="149631"/>
                </a:lnTo>
                <a:lnTo>
                  <a:pt x="479590" y="149440"/>
                </a:lnTo>
                <a:lnTo>
                  <a:pt x="478536" y="148463"/>
                </a:lnTo>
                <a:lnTo>
                  <a:pt x="479386" y="149250"/>
                </a:lnTo>
                <a:lnTo>
                  <a:pt x="479679" y="149440"/>
                </a:lnTo>
                <a:lnTo>
                  <a:pt x="479806" y="149631"/>
                </a:lnTo>
                <a:lnTo>
                  <a:pt x="479806" y="95770"/>
                </a:lnTo>
                <a:lnTo>
                  <a:pt x="477520" y="93129"/>
                </a:lnTo>
                <a:lnTo>
                  <a:pt x="477520" y="127101"/>
                </a:lnTo>
                <a:lnTo>
                  <a:pt x="477215" y="126923"/>
                </a:lnTo>
                <a:lnTo>
                  <a:pt x="477418" y="126923"/>
                </a:lnTo>
                <a:lnTo>
                  <a:pt x="477520" y="127101"/>
                </a:lnTo>
                <a:lnTo>
                  <a:pt x="477520" y="93129"/>
                </a:lnTo>
                <a:lnTo>
                  <a:pt x="475945" y="91313"/>
                </a:lnTo>
                <a:lnTo>
                  <a:pt x="474853" y="90043"/>
                </a:lnTo>
                <a:lnTo>
                  <a:pt x="473748" y="88773"/>
                </a:lnTo>
                <a:lnTo>
                  <a:pt x="471551" y="86233"/>
                </a:lnTo>
                <a:lnTo>
                  <a:pt x="471043" y="84963"/>
                </a:lnTo>
                <a:lnTo>
                  <a:pt x="467106" y="81153"/>
                </a:lnTo>
                <a:lnTo>
                  <a:pt x="466598" y="81153"/>
                </a:lnTo>
                <a:lnTo>
                  <a:pt x="459486" y="74803"/>
                </a:lnTo>
                <a:lnTo>
                  <a:pt x="458597" y="73533"/>
                </a:lnTo>
                <a:lnTo>
                  <a:pt x="454533" y="70993"/>
                </a:lnTo>
                <a:lnTo>
                  <a:pt x="452374" y="69723"/>
                </a:lnTo>
                <a:lnTo>
                  <a:pt x="449897" y="68453"/>
                </a:lnTo>
                <a:lnTo>
                  <a:pt x="447421" y="67183"/>
                </a:lnTo>
                <a:lnTo>
                  <a:pt x="447827" y="68199"/>
                </a:lnTo>
                <a:lnTo>
                  <a:pt x="447929" y="68453"/>
                </a:lnTo>
                <a:lnTo>
                  <a:pt x="442976" y="65913"/>
                </a:lnTo>
                <a:lnTo>
                  <a:pt x="442341" y="64643"/>
                </a:lnTo>
                <a:lnTo>
                  <a:pt x="437261" y="63373"/>
                </a:lnTo>
                <a:lnTo>
                  <a:pt x="436499" y="62103"/>
                </a:lnTo>
                <a:lnTo>
                  <a:pt x="431368" y="60921"/>
                </a:lnTo>
                <a:lnTo>
                  <a:pt x="431609" y="60921"/>
                </a:lnTo>
                <a:lnTo>
                  <a:pt x="426212" y="59563"/>
                </a:lnTo>
                <a:lnTo>
                  <a:pt x="425323" y="58293"/>
                </a:lnTo>
                <a:lnTo>
                  <a:pt x="419989" y="57023"/>
                </a:lnTo>
                <a:lnTo>
                  <a:pt x="412711" y="55854"/>
                </a:lnTo>
                <a:lnTo>
                  <a:pt x="407797" y="54483"/>
                </a:lnTo>
                <a:lnTo>
                  <a:pt x="409067" y="54483"/>
                </a:lnTo>
                <a:lnTo>
                  <a:pt x="406641" y="53213"/>
                </a:lnTo>
                <a:lnTo>
                  <a:pt x="402793" y="51181"/>
                </a:lnTo>
                <a:lnTo>
                  <a:pt x="403326" y="52044"/>
                </a:lnTo>
                <a:lnTo>
                  <a:pt x="403479" y="52247"/>
                </a:lnTo>
                <a:lnTo>
                  <a:pt x="403504" y="52451"/>
                </a:lnTo>
                <a:lnTo>
                  <a:pt x="404241" y="53213"/>
                </a:lnTo>
                <a:lnTo>
                  <a:pt x="403301" y="52247"/>
                </a:lnTo>
                <a:lnTo>
                  <a:pt x="403275" y="52044"/>
                </a:lnTo>
                <a:lnTo>
                  <a:pt x="402932" y="51435"/>
                </a:lnTo>
                <a:lnTo>
                  <a:pt x="402932" y="62712"/>
                </a:lnTo>
                <a:lnTo>
                  <a:pt x="402590" y="63373"/>
                </a:lnTo>
                <a:lnTo>
                  <a:pt x="392557" y="63373"/>
                </a:lnTo>
                <a:lnTo>
                  <a:pt x="387985" y="63373"/>
                </a:lnTo>
                <a:lnTo>
                  <a:pt x="387604" y="63373"/>
                </a:lnTo>
                <a:lnTo>
                  <a:pt x="387324" y="62712"/>
                </a:lnTo>
                <a:lnTo>
                  <a:pt x="391096" y="62712"/>
                </a:lnTo>
                <a:lnTo>
                  <a:pt x="402932" y="62712"/>
                </a:lnTo>
                <a:lnTo>
                  <a:pt x="402932" y="51435"/>
                </a:lnTo>
                <a:lnTo>
                  <a:pt x="402793" y="51181"/>
                </a:lnTo>
                <a:lnTo>
                  <a:pt x="402526" y="50927"/>
                </a:lnTo>
                <a:lnTo>
                  <a:pt x="402463" y="50787"/>
                </a:lnTo>
                <a:lnTo>
                  <a:pt x="402056" y="50025"/>
                </a:lnTo>
                <a:lnTo>
                  <a:pt x="402056" y="50927"/>
                </a:lnTo>
                <a:lnTo>
                  <a:pt x="401929" y="50787"/>
                </a:lnTo>
                <a:lnTo>
                  <a:pt x="402056" y="50927"/>
                </a:lnTo>
                <a:lnTo>
                  <a:pt x="402056" y="50025"/>
                </a:lnTo>
                <a:lnTo>
                  <a:pt x="401789" y="49517"/>
                </a:lnTo>
                <a:lnTo>
                  <a:pt x="401789" y="52197"/>
                </a:lnTo>
                <a:lnTo>
                  <a:pt x="401637" y="51181"/>
                </a:lnTo>
                <a:lnTo>
                  <a:pt x="401777" y="52044"/>
                </a:lnTo>
                <a:lnTo>
                  <a:pt x="401789" y="52197"/>
                </a:lnTo>
                <a:lnTo>
                  <a:pt x="401789" y="49517"/>
                </a:lnTo>
                <a:lnTo>
                  <a:pt x="401586" y="49123"/>
                </a:lnTo>
                <a:lnTo>
                  <a:pt x="401586" y="50787"/>
                </a:lnTo>
                <a:lnTo>
                  <a:pt x="401002" y="50787"/>
                </a:lnTo>
                <a:lnTo>
                  <a:pt x="401002" y="51181"/>
                </a:lnTo>
                <a:lnTo>
                  <a:pt x="400177" y="49428"/>
                </a:lnTo>
                <a:lnTo>
                  <a:pt x="400431" y="49834"/>
                </a:lnTo>
                <a:lnTo>
                  <a:pt x="401002" y="49834"/>
                </a:lnTo>
                <a:lnTo>
                  <a:pt x="401586" y="50787"/>
                </a:lnTo>
                <a:lnTo>
                  <a:pt x="401586" y="49123"/>
                </a:lnTo>
                <a:lnTo>
                  <a:pt x="401066" y="48133"/>
                </a:lnTo>
                <a:lnTo>
                  <a:pt x="400685" y="48133"/>
                </a:lnTo>
                <a:lnTo>
                  <a:pt x="399669" y="46863"/>
                </a:lnTo>
                <a:lnTo>
                  <a:pt x="399148" y="46393"/>
                </a:lnTo>
                <a:lnTo>
                  <a:pt x="399148" y="47053"/>
                </a:lnTo>
                <a:lnTo>
                  <a:pt x="398818" y="46888"/>
                </a:lnTo>
                <a:lnTo>
                  <a:pt x="399122" y="47015"/>
                </a:lnTo>
                <a:lnTo>
                  <a:pt x="399148" y="46393"/>
                </a:lnTo>
                <a:lnTo>
                  <a:pt x="399046" y="46888"/>
                </a:lnTo>
                <a:lnTo>
                  <a:pt x="399046" y="46304"/>
                </a:lnTo>
                <a:lnTo>
                  <a:pt x="398272" y="45593"/>
                </a:lnTo>
                <a:lnTo>
                  <a:pt x="396621" y="44323"/>
                </a:lnTo>
                <a:lnTo>
                  <a:pt x="397776" y="45593"/>
                </a:lnTo>
                <a:lnTo>
                  <a:pt x="395351" y="43053"/>
                </a:lnTo>
                <a:lnTo>
                  <a:pt x="391414" y="43053"/>
                </a:lnTo>
                <a:lnTo>
                  <a:pt x="390144" y="43053"/>
                </a:lnTo>
                <a:lnTo>
                  <a:pt x="387858" y="44094"/>
                </a:lnTo>
                <a:lnTo>
                  <a:pt x="387858" y="62103"/>
                </a:lnTo>
                <a:lnTo>
                  <a:pt x="387146" y="60934"/>
                </a:lnTo>
                <a:lnTo>
                  <a:pt x="387540" y="60921"/>
                </a:lnTo>
                <a:lnTo>
                  <a:pt x="387565" y="61125"/>
                </a:lnTo>
                <a:lnTo>
                  <a:pt x="387400" y="61201"/>
                </a:lnTo>
                <a:lnTo>
                  <a:pt x="387858" y="62103"/>
                </a:lnTo>
                <a:lnTo>
                  <a:pt x="387858" y="44094"/>
                </a:lnTo>
                <a:lnTo>
                  <a:pt x="382536" y="46520"/>
                </a:lnTo>
                <a:lnTo>
                  <a:pt x="382536" y="50787"/>
                </a:lnTo>
                <a:lnTo>
                  <a:pt x="382498" y="50927"/>
                </a:lnTo>
                <a:lnTo>
                  <a:pt x="382397" y="51181"/>
                </a:lnTo>
                <a:lnTo>
                  <a:pt x="382282" y="52451"/>
                </a:lnTo>
                <a:lnTo>
                  <a:pt x="382168" y="52044"/>
                </a:lnTo>
                <a:lnTo>
                  <a:pt x="382397" y="51181"/>
                </a:lnTo>
                <a:lnTo>
                  <a:pt x="382536" y="50787"/>
                </a:lnTo>
                <a:lnTo>
                  <a:pt x="382536" y="46520"/>
                </a:lnTo>
                <a:lnTo>
                  <a:pt x="381762" y="46863"/>
                </a:lnTo>
                <a:lnTo>
                  <a:pt x="380085" y="50787"/>
                </a:lnTo>
                <a:lnTo>
                  <a:pt x="379615" y="52044"/>
                </a:lnTo>
                <a:lnTo>
                  <a:pt x="380492" y="57023"/>
                </a:lnTo>
                <a:lnTo>
                  <a:pt x="392684" y="70993"/>
                </a:lnTo>
                <a:lnTo>
                  <a:pt x="399923" y="74803"/>
                </a:lnTo>
                <a:lnTo>
                  <a:pt x="401193" y="74803"/>
                </a:lnTo>
                <a:lnTo>
                  <a:pt x="405892" y="76073"/>
                </a:lnTo>
                <a:lnTo>
                  <a:pt x="406273" y="76073"/>
                </a:lnTo>
                <a:lnTo>
                  <a:pt x="414147" y="78613"/>
                </a:lnTo>
                <a:lnTo>
                  <a:pt x="419608" y="79883"/>
                </a:lnTo>
                <a:lnTo>
                  <a:pt x="418719" y="79883"/>
                </a:lnTo>
                <a:lnTo>
                  <a:pt x="423799" y="82423"/>
                </a:lnTo>
                <a:lnTo>
                  <a:pt x="424053" y="82423"/>
                </a:lnTo>
                <a:lnTo>
                  <a:pt x="429387" y="83693"/>
                </a:lnTo>
                <a:lnTo>
                  <a:pt x="428625" y="83693"/>
                </a:lnTo>
                <a:lnTo>
                  <a:pt x="433578" y="86233"/>
                </a:lnTo>
                <a:lnTo>
                  <a:pt x="433070" y="84963"/>
                </a:lnTo>
                <a:lnTo>
                  <a:pt x="438023" y="87503"/>
                </a:lnTo>
                <a:lnTo>
                  <a:pt x="438658" y="88773"/>
                </a:lnTo>
                <a:lnTo>
                  <a:pt x="442595" y="89763"/>
                </a:lnTo>
                <a:lnTo>
                  <a:pt x="445516" y="92583"/>
                </a:lnTo>
                <a:lnTo>
                  <a:pt x="444627" y="91313"/>
                </a:lnTo>
                <a:lnTo>
                  <a:pt x="451739" y="97663"/>
                </a:lnTo>
                <a:lnTo>
                  <a:pt x="451358" y="97663"/>
                </a:lnTo>
                <a:lnTo>
                  <a:pt x="455295" y="101473"/>
                </a:lnTo>
                <a:lnTo>
                  <a:pt x="454787" y="100203"/>
                </a:lnTo>
                <a:lnTo>
                  <a:pt x="464947" y="111633"/>
                </a:lnTo>
                <a:lnTo>
                  <a:pt x="465074" y="112903"/>
                </a:lnTo>
                <a:lnTo>
                  <a:pt x="469049" y="116763"/>
                </a:lnTo>
                <a:lnTo>
                  <a:pt x="468668" y="116763"/>
                </a:lnTo>
                <a:lnTo>
                  <a:pt x="475107" y="124345"/>
                </a:lnTo>
                <a:lnTo>
                  <a:pt x="474941" y="123901"/>
                </a:lnTo>
                <a:lnTo>
                  <a:pt x="476656" y="126923"/>
                </a:lnTo>
                <a:lnTo>
                  <a:pt x="476148" y="126923"/>
                </a:lnTo>
                <a:lnTo>
                  <a:pt x="476148" y="131991"/>
                </a:lnTo>
                <a:lnTo>
                  <a:pt x="475996" y="132143"/>
                </a:lnTo>
                <a:lnTo>
                  <a:pt x="474472" y="133223"/>
                </a:lnTo>
                <a:lnTo>
                  <a:pt x="476135" y="131991"/>
                </a:lnTo>
                <a:lnTo>
                  <a:pt x="475881" y="132080"/>
                </a:lnTo>
                <a:lnTo>
                  <a:pt x="476123" y="131991"/>
                </a:lnTo>
                <a:lnTo>
                  <a:pt x="476148" y="126923"/>
                </a:lnTo>
                <a:lnTo>
                  <a:pt x="445973" y="126923"/>
                </a:lnTo>
                <a:lnTo>
                  <a:pt x="440309" y="125666"/>
                </a:lnTo>
                <a:lnTo>
                  <a:pt x="423291" y="125666"/>
                </a:lnTo>
                <a:lnTo>
                  <a:pt x="414337" y="124345"/>
                </a:lnTo>
                <a:lnTo>
                  <a:pt x="401091" y="124345"/>
                </a:lnTo>
                <a:lnTo>
                  <a:pt x="397637" y="123063"/>
                </a:lnTo>
                <a:lnTo>
                  <a:pt x="318643" y="123063"/>
                </a:lnTo>
                <a:lnTo>
                  <a:pt x="309549" y="124345"/>
                </a:lnTo>
                <a:lnTo>
                  <a:pt x="301929" y="124345"/>
                </a:lnTo>
                <a:lnTo>
                  <a:pt x="291249" y="125882"/>
                </a:lnTo>
                <a:lnTo>
                  <a:pt x="282041" y="126923"/>
                </a:lnTo>
                <a:lnTo>
                  <a:pt x="274713" y="126923"/>
                </a:lnTo>
                <a:lnTo>
                  <a:pt x="258064" y="128143"/>
                </a:lnTo>
                <a:lnTo>
                  <a:pt x="250558" y="128143"/>
                </a:lnTo>
                <a:lnTo>
                  <a:pt x="232664" y="129413"/>
                </a:lnTo>
                <a:lnTo>
                  <a:pt x="150876" y="129413"/>
                </a:lnTo>
                <a:lnTo>
                  <a:pt x="143637" y="128143"/>
                </a:lnTo>
                <a:lnTo>
                  <a:pt x="128016" y="128143"/>
                </a:lnTo>
                <a:lnTo>
                  <a:pt x="121399" y="126923"/>
                </a:lnTo>
                <a:lnTo>
                  <a:pt x="121704" y="126923"/>
                </a:lnTo>
                <a:lnTo>
                  <a:pt x="119900" y="126644"/>
                </a:lnTo>
                <a:lnTo>
                  <a:pt x="113525" y="125666"/>
                </a:lnTo>
                <a:lnTo>
                  <a:pt x="105714" y="124345"/>
                </a:lnTo>
                <a:lnTo>
                  <a:pt x="100126" y="124345"/>
                </a:lnTo>
                <a:lnTo>
                  <a:pt x="92837" y="123063"/>
                </a:lnTo>
                <a:lnTo>
                  <a:pt x="87630" y="123063"/>
                </a:lnTo>
                <a:lnTo>
                  <a:pt x="80772" y="121793"/>
                </a:lnTo>
                <a:lnTo>
                  <a:pt x="76708" y="121793"/>
                </a:lnTo>
                <a:lnTo>
                  <a:pt x="65532" y="119253"/>
                </a:lnTo>
                <a:lnTo>
                  <a:pt x="60579" y="117983"/>
                </a:lnTo>
                <a:lnTo>
                  <a:pt x="60960" y="117983"/>
                </a:lnTo>
                <a:lnTo>
                  <a:pt x="49390" y="114922"/>
                </a:lnTo>
                <a:lnTo>
                  <a:pt x="49593" y="115443"/>
                </a:lnTo>
                <a:lnTo>
                  <a:pt x="50088" y="116560"/>
                </a:lnTo>
                <a:lnTo>
                  <a:pt x="49352" y="114922"/>
                </a:lnTo>
                <a:lnTo>
                  <a:pt x="49022" y="114173"/>
                </a:lnTo>
                <a:lnTo>
                  <a:pt x="47371" y="114173"/>
                </a:lnTo>
                <a:lnTo>
                  <a:pt x="45466" y="112903"/>
                </a:lnTo>
                <a:lnTo>
                  <a:pt x="41833" y="112001"/>
                </a:lnTo>
                <a:lnTo>
                  <a:pt x="41656" y="111633"/>
                </a:lnTo>
                <a:lnTo>
                  <a:pt x="39814" y="110363"/>
                </a:lnTo>
                <a:lnTo>
                  <a:pt x="37973" y="109093"/>
                </a:lnTo>
                <a:lnTo>
                  <a:pt x="30353" y="105283"/>
                </a:lnTo>
                <a:lnTo>
                  <a:pt x="31369" y="105283"/>
                </a:lnTo>
                <a:lnTo>
                  <a:pt x="28448" y="104013"/>
                </a:lnTo>
                <a:lnTo>
                  <a:pt x="28829" y="104013"/>
                </a:lnTo>
                <a:lnTo>
                  <a:pt x="24257" y="100203"/>
                </a:lnTo>
                <a:lnTo>
                  <a:pt x="22733" y="98933"/>
                </a:lnTo>
                <a:lnTo>
                  <a:pt x="22352" y="98933"/>
                </a:lnTo>
                <a:lnTo>
                  <a:pt x="21450" y="97663"/>
                </a:lnTo>
                <a:lnTo>
                  <a:pt x="20574" y="96418"/>
                </a:lnTo>
                <a:lnTo>
                  <a:pt x="20281" y="95973"/>
                </a:lnTo>
                <a:lnTo>
                  <a:pt x="20421" y="96164"/>
                </a:lnTo>
                <a:lnTo>
                  <a:pt x="20447" y="95986"/>
                </a:lnTo>
                <a:lnTo>
                  <a:pt x="20205" y="95173"/>
                </a:lnTo>
                <a:lnTo>
                  <a:pt x="20091" y="94792"/>
                </a:lnTo>
                <a:lnTo>
                  <a:pt x="20091" y="95961"/>
                </a:lnTo>
                <a:lnTo>
                  <a:pt x="19697" y="95173"/>
                </a:lnTo>
                <a:lnTo>
                  <a:pt x="19304" y="94373"/>
                </a:lnTo>
                <a:lnTo>
                  <a:pt x="19519" y="94703"/>
                </a:lnTo>
                <a:lnTo>
                  <a:pt x="19824" y="95148"/>
                </a:lnTo>
                <a:lnTo>
                  <a:pt x="19532" y="94754"/>
                </a:lnTo>
                <a:lnTo>
                  <a:pt x="19697" y="95173"/>
                </a:lnTo>
                <a:lnTo>
                  <a:pt x="19888" y="95427"/>
                </a:lnTo>
                <a:lnTo>
                  <a:pt x="20091" y="95961"/>
                </a:lnTo>
                <a:lnTo>
                  <a:pt x="20091" y="94792"/>
                </a:lnTo>
                <a:lnTo>
                  <a:pt x="19913" y="94373"/>
                </a:lnTo>
                <a:lnTo>
                  <a:pt x="19812" y="93853"/>
                </a:lnTo>
                <a:lnTo>
                  <a:pt x="19964" y="94373"/>
                </a:lnTo>
                <a:lnTo>
                  <a:pt x="20066" y="93853"/>
                </a:lnTo>
                <a:lnTo>
                  <a:pt x="20066" y="92583"/>
                </a:lnTo>
                <a:lnTo>
                  <a:pt x="19456" y="87503"/>
                </a:lnTo>
                <a:lnTo>
                  <a:pt x="19304" y="86233"/>
                </a:lnTo>
                <a:lnTo>
                  <a:pt x="19304" y="74803"/>
                </a:lnTo>
                <a:lnTo>
                  <a:pt x="19558" y="73533"/>
                </a:lnTo>
                <a:lnTo>
                  <a:pt x="19646" y="70993"/>
                </a:lnTo>
                <a:lnTo>
                  <a:pt x="19748" y="69723"/>
                </a:lnTo>
                <a:lnTo>
                  <a:pt x="19837" y="68453"/>
                </a:lnTo>
                <a:lnTo>
                  <a:pt x="19177" y="69723"/>
                </a:lnTo>
                <a:lnTo>
                  <a:pt x="19748" y="68453"/>
                </a:lnTo>
                <a:lnTo>
                  <a:pt x="19862" y="68199"/>
                </a:lnTo>
                <a:lnTo>
                  <a:pt x="20320" y="67183"/>
                </a:lnTo>
                <a:lnTo>
                  <a:pt x="20828" y="65913"/>
                </a:lnTo>
                <a:lnTo>
                  <a:pt x="21234" y="63373"/>
                </a:lnTo>
                <a:lnTo>
                  <a:pt x="21336" y="62712"/>
                </a:lnTo>
                <a:lnTo>
                  <a:pt x="21437" y="62103"/>
                </a:lnTo>
                <a:lnTo>
                  <a:pt x="21577" y="61201"/>
                </a:lnTo>
                <a:lnTo>
                  <a:pt x="21628" y="60921"/>
                </a:lnTo>
                <a:lnTo>
                  <a:pt x="21729" y="60223"/>
                </a:lnTo>
                <a:lnTo>
                  <a:pt x="21844" y="59563"/>
                </a:lnTo>
                <a:lnTo>
                  <a:pt x="21844" y="60223"/>
                </a:lnTo>
                <a:lnTo>
                  <a:pt x="22047" y="59563"/>
                </a:lnTo>
                <a:lnTo>
                  <a:pt x="22136" y="59029"/>
                </a:lnTo>
                <a:lnTo>
                  <a:pt x="22263" y="58293"/>
                </a:lnTo>
                <a:lnTo>
                  <a:pt x="22466" y="57861"/>
                </a:lnTo>
                <a:lnTo>
                  <a:pt x="22707" y="57023"/>
                </a:lnTo>
                <a:lnTo>
                  <a:pt x="24358" y="51181"/>
                </a:lnTo>
                <a:lnTo>
                  <a:pt x="24472" y="50787"/>
                </a:lnTo>
                <a:lnTo>
                  <a:pt x="25831" y="47053"/>
                </a:lnTo>
                <a:lnTo>
                  <a:pt x="25908" y="46863"/>
                </a:lnTo>
                <a:lnTo>
                  <a:pt x="25654" y="46863"/>
                </a:lnTo>
                <a:lnTo>
                  <a:pt x="27813" y="41783"/>
                </a:lnTo>
                <a:lnTo>
                  <a:pt x="28067" y="40513"/>
                </a:lnTo>
                <a:lnTo>
                  <a:pt x="28740" y="37973"/>
                </a:lnTo>
                <a:lnTo>
                  <a:pt x="28829" y="37655"/>
                </a:lnTo>
                <a:lnTo>
                  <a:pt x="28575" y="37973"/>
                </a:lnTo>
                <a:lnTo>
                  <a:pt x="29083" y="36703"/>
                </a:lnTo>
                <a:lnTo>
                  <a:pt x="28829" y="37655"/>
                </a:lnTo>
                <a:lnTo>
                  <a:pt x="29591" y="36703"/>
                </a:lnTo>
                <a:lnTo>
                  <a:pt x="29832" y="35433"/>
                </a:lnTo>
                <a:lnTo>
                  <a:pt x="30353" y="32893"/>
                </a:lnTo>
                <a:lnTo>
                  <a:pt x="30734" y="31623"/>
                </a:lnTo>
                <a:lnTo>
                  <a:pt x="30988" y="30353"/>
                </a:lnTo>
                <a:lnTo>
                  <a:pt x="11938" y="30353"/>
                </a:lnTo>
                <a:lnTo>
                  <a:pt x="11684" y="30353"/>
                </a:lnTo>
                <a:lnTo>
                  <a:pt x="11049" y="31623"/>
                </a:lnTo>
                <a:lnTo>
                  <a:pt x="9906" y="35433"/>
                </a:lnTo>
                <a:lnTo>
                  <a:pt x="10033" y="34163"/>
                </a:lnTo>
                <a:lnTo>
                  <a:pt x="7874" y="40513"/>
                </a:lnTo>
                <a:lnTo>
                  <a:pt x="7620" y="40513"/>
                </a:lnTo>
                <a:lnTo>
                  <a:pt x="6223" y="45593"/>
                </a:lnTo>
                <a:lnTo>
                  <a:pt x="4457" y="50787"/>
                </a:lnTo>
                <a:lnTo>
                  <a:pt x="4051" y="52044"/>
                </a:lnTo>
                <a:lnTo>
                  <a:pt x="3937" y="53213"/>
                </a:lnTo>
                <a:lnTo>
                  <a:pt x="3022" y="55854"/>
                </a:lnTo>
                <a:lnTo>
                  <a:pt x="2451" y="59029"/>
                </a:lnTo>
                <a:lnTo>
                  <a:pt x="2374" y="59486"/>
                </a:lnTo>
                <a:lnTo>
                  <a:pt x="2374" y="60223"/>
                </a:lnTo>
                <a:lnTo>
                  <a:pt x="1905" y="62103"/>
                </a:lnTo>
                <a:lnTo>
                  <a:pt x="2057" y="61201"/>
                </a:lnTo>
                <a:lnTo>
                  <a:pt x="2108" y="60921"/>
                </a:lnTo>
                <a:lnTo>
                  <a:pt x="2374" y="60223"/>
                </a:lnTo>
                <a:lnTo>
                  <a:pt x="2374" y="59486"/>
                </a:lnTo>
                <a:lnTo>
                  <a:pt x="2235" y="60223"/>
                </a:lnTo>
                <a:lnTo>
                  <a:pt x="1397" y="62103"/>
                </a:lnTo>
                <a:lnTo>
                  <a:pt x="635" y="65913"/>
                </a:lnTo>
                <a:lnTo>
                  <a:pt x="533" y="67183"/>
                </a:lnTo>
                <a:lnTo>
                  <a:pt x="457" y="68199"/>
                </a:lnTo>
                <a:lnTo>
                  <a:pt x="342" y="69723"/>
                </a:lnTo>
                <a:lnTo>
                  <a:pt x="254" y="70993"/>
                </a:lnTo>
                <a:lnTo>
                  <a:pt x="381" y="70993"/>
                </a:lnTo>
                <a:lnTo>
                  <a:pt x="0" y="73533"/>
                </a:lnTo>
                <a:lnTo>
                  <a:pt x="25" y="90043"/>
                </a:lnTo>
                <a:lnTo>
                  <a:pt x="330" y="92583"/>
                </a:lnTo>
                <a:lnTo>
                  <a:pt x="508" y="93853"/>
                </a:lnTo>
                <a:lnTo>
                  <a:pt x="558" y="94373"/>
                </a:lnTo>
                <a:lnTo>
                  <a:pt x="584" y="94703"/>
                </a:lnTo>
                <a:lnTo>
                  <a:pt x="635" y="96418"/>
                </a:lnTo>
                <a:lnTo>
                  <a:pt x="762" y="97663"/>
                </a:lnTo>
                <a:lnTo>
                  <a:pt x="1778" y="102743"/>
                </a:lnTo>
                <a:lnTo>
                  <a:pt x="2794" y="105283"/>
                </a:lnTo>
                <a:lnTo>
                  <a:pt x="3937" y="106553"/>
                </a:lnTo>
                <a:lnTo>
                  <a:pt x="4953" y="107823"/>
                </a:lnTo>
                <a:lnTo>
                  <a:pt x="7493" y="111633"/>
                </a:lnTo>
                <a:lnTo>
                  <a:pt x="7112" y="110363"/>
                </a:lnTo>
                <a:lnTo>
                  <a:pt x="8509" y="112903"/>
                </a:lnTo>
                <a:lnTo>
                  <a:pt x="16129" y="119253"/>
                </a:lnTo>
                <a:lnTo>
                  <a:pt x="16510" y="119253"/>
                </a:lnTo>
                <a:lnTo>
                  <a:pt x="19304" y="121793"/>
                </a:lnTo>
                <a:lnTo>
                  <a:pt x="20447" y="123063"/>
                </a:lnTo>
                <a:lnTo>
                  <a:pt x="22085" y="123901"/>
                </a:lnTo>
                <a:lnTo>
                  <a:pt x="24638" y="128143"/>
                </a:lnTo>
                <a:lnTo>
                  <a:pt x="36601" y="132143"/>
                </a:lnTo>
                <a:lnTo>
                  <a:pt x="35814" y="130683"/>
                </a:lnTo>
                <a:lnTo>
                  <a:pt x="36525" y="131991"/>
                </a:lnTo>
                <a:lnTo>
                  <a:pt x="36601" y="132143"/>
                </a:lnTo>
                <a:lnTo>
                  <a:pt x="38366" y="132143"/>
                </a:lnTo>
                <a:lnTo>
                  <a:pt x="475691" y="132143"/>
                </a:lnTo>
                <a:lnTo>
                  <a:pt x="472567" y="133223"/>
                </a:lnTo>
                <a:lnTo>
                  <a:pt x="472211" y="133223"/>
                </a:lnTo>
                <a:lnTo>
                  <a:pt x="472211" y="138353"/>
                </a:lnTo>
                <a:lnTo>
                  <a:pt x="472186" y="139585"/>
                </a:lnTo>
                <a:lnTo>
                  <a:pt x="472186" y="138353"/>
                </a:lnTo>
                <a:lnTo>
                  <a:pt x="472211" y="133223"/>
                </a:lnTo>
                <a:lnTo>
                  <a:pt x="460756" y="133223"/>
                </a:lnTo>
                <a:lnTo>
                  <a:pt x="460756" y="143383"/>
                </a:lnTo>
                <a:lnTo>
                  <a:pt x="459803" y="144653"/>
                </a:lnTo>
                <a:lnTo>
                  <a:pt x="458673" y="146050"/>
                </a:lnTo>
                <a:lnTo>
                  <a:pt x="460756" y="143383"/>
                </a:lnTo>
                <a:lnTo>
                  <a:pt x="460756" y="133223"/>
                </a:lnTo>
                <a:lnTo>
                  <a:pt x="39878" y="133223"/>
                </a:lnTo>
                <a:lnTo>
                  <a:pt x="37211" y="133223"/>
                </a:lnTo>
                <a:lnTo>
                  <a:pt x="39243" y="134493"/>
                </a:lnTo>
                <a:lnTo>
                  <a:pt x="41656" y="134493"/>
                </a:lnTo>
                <a:lnTo>
                  <a:pt x="56159" y="138353"/>
                </a:lnTo>
                <a:lnTo>
                  <a:pt x="56426" y="138353"/>
                </a:lnTo>
                <a:lnTo>
                  <a:pt x="61620" y="139649"/>
                </a:lnTo>
                <a:lnTo>
                  <a:pt x="61912" y="139649"/>
                </a:lnTo>
                <a:lnTo>
                  <a:pt x="72771" y="142113"/>
                </a:lnTo>
                <a:lnTo>
                  <a:pt x="78613" y="142113"/>
                </a:lnTo>
                <a:lnTo>
                  <a:pt x="85471" y="143383"/>
                </a:lnTo>
                <a:lnTo>
                  <a:pt x="89789" y="143383"/>
                </a:lnTo>
                <a:lnTo>
                  <a:pt x="96901" y="144653"/>
                </a:lnTo>
                <a:lnTo>
                  <a:pt x="97155" y="144653"/>
                </a:lnTo>
                <a:lnTo>
                  <a:pt x="103530" y="146050"/>
                </a:lnTo>
                <a:lnTo>
                  <a:pt x="111125" y="146050"/>
                </a:lnTo>
                <a:lnTo>
                  <a:pt x="119684" y="147332"/>
                </a:lnTo>
                <a:lnTo>
                  <a:pt x="125857" y="148463"/>
                </a:lnTo>
                <a:lnTo>
                  <a:pt x="126111" y="148463"/>
                </a:lnTo>
                <a:lnTo>
                  <a:pt x="136118" y="149821"/>
                </a:lnTo>
                <a:lnTo>
                  <a:pt x="156527" y="149821"/>
                </a:lnTo>
                <a:lnTo>
                  <a:pt x="162941" y="151003"/>
                </a:lnTo>
                <a:lnTo>
                  <a:pt x="233553" y="151003"/>
                </a:lnTo>
                <a:lnTo>
                  <a:pt x="250393" y="149821"/>
                </a:lnTo>
                <a:lnTo>
                  <a:pt x="258051" y="149821"/>
                </a:lnTo>
                <a:lnTo>
                  <a:pt x="276593" y="148463"/>
                </a:lnTo>
                <a:lnTo>
                  <a:pt x="276974" y="148463"/>
                </a:lnTo>
                <a:lnTo>
                  <a:pt x="283489" y="147332"/>
                </a:lnTo>
                <a:lnTo>
                  <a:pt x="294754" y="147332"/>
                </a:lnTo>
                <a:lnTo>
                  <a:pt x="303720" y="146050"/>
                </a:lnTo>
                <a:lnTo>
                  <a:pt x="310565" y="146050"/>
                </a:lnTo>
                <a:lnTo>
                  <a:pt x="320421" y="144653"/>
                </a:lnTo>
                <a:lnTo>
                  <a:pt x="333375" y="144653"/>
                </a:lnTo>
                <a:lnTo>
                  <a:pt x="340233" y="143383"/>
                </a:lnTo>
                <a:lnTo>
                  <a:pt x="339725" y="144653"/>
                </a:lnTo>
                <a:lnTo>
                  <a:pt x="399161" y="144653"/>
                </a:lnTo>
                <a:lnTo>
                  <a:pt x="414274" y="146050"/>
                </a:lnTo>
                <a:lnTo>
                  <a:pt x="422224" y="146050"/>
                </a:lnTo>
                <a:lnTo>
                  <a:pt x="427215" y="147332"/>
                </a:lnTo>
                <a:lnTo>
                  <a:pt x="445871" y="147332"/>
                </a:lnTo>
                <a:lnTo>
                  <a:pt x="456031" y="148272"/>
                </a:lnTo>
                <a:lnTo>
                  <a:pt x="454710" y="149821"/>
                </a:lnTo>
                <a:lnTo>
                  <a:pt x="454990" y="149821"/>
                </a:lnTo>
                <a:lnTo>
                  <a:pt x="453644" y="152273"/>
                </a:lnTo>
                <a:lnTo>
                  <a:pt x="453009" y="152273"/>
                </a:lnTo>
                <a:lnTo>
                  <a:pt x="452374" y="153543"/>
                </a:lnTo>
                <a:lnTo>
                  <a:pt x="474726" y="153543"/>
                </a:lnTo>
                <a:lnTo>
                  <a:pt x="478078" y="151091"/>
                </a:lnTo>
                <a:lnTo>
                  <a:pt x="454025" y="168783"/>
                </a:lnTo>
                <a:lnTo>
                  <a:pt x="472986" y="154813"/>
                </a:lnTo>
                <a:lnTo>
                  <a:pt x="451612" y="154813"/>
                </a:lnTo>
                <a:lnTo>
                  <a:pt x="451421" y="154813"/>
                </a:lnTo>
                <a:lnTo>
                  <a:pt x="450469" y="156083"/>
                </a:lnTo>
                <a:lnTo>
                  <a:pt x="450850" y="156083"/>
                </a:lnTo>
                <a:lnTo>
                  <a:pt x="446532" y="159893"/>
                </a:lnTo>
                <a:lnTo>
                  <a:pt x="446786" y="159893"/>
                </a:lnTo>
                <a:lnTo>
                  <a:pt x="443992" y="162433"/>
                </a:lnTo>
                <a:lnTo>
                  <a:pt x="437769" y="168783"/>
                </a:lnTo>
                <a:lnTo>
                  <a:pt x="435356" y="171323"/>
                </a:lnTo>
                <a:lnTo>
                  <a:pt x="431711" y="174447"/>
                </a:lnTo>
                <a:lnTo>
                  <a:pt x="431711" y="208153"/>
                </a:lnTo>
                <a:lnTo>
                  <a:pt x="430657" y="209423"/>
                </a:lnTo>
                <a:lnTo>
                  <a:pt x="431114" y="208762"/>
                </a:lnTo>
                <a:lnTo>
                  <a:pt x="430784" y="209003"/>
                </a:lnTo>
                <a:lnTo>
                  <a:pt x="431546" y="208153"/>
                </a:lnTo>
                <a:lnTo>
                  <a:pt x="431266" y="208546"/>
                </a:lnTo>
                <a:lnTo>
                  <a:pt x="431711" y="208153"/>
                </a:lnTo>
                <a:lnTo>
                  <a:pt x="431711" y="174447"/>
                </a:lnTo>
                <a:lnTo>
                  <a:pt x="430911" y="175133"/>
                </a:lnTo>
                <a:lnTo>
                  <a:pt x="428752" y="177673"/>
                </a:lnTo>
                <a:lnTo>
                  <a:pt x="428498" y="177673"/>
                </a:lnTo>
                <a:lnTo>
                  <a:pt x="424815" y="182753"/>
                </a:lnTo>
                <a:lnTo>
                  <a:pt x="424561" y="182753"/>
                </a:lnTo>
                <a:lnTo>
                  <a:pt x="422783" y="184023"/>
                </a:lnTo>
                <a:lnTo>
                  <a:pt x="418846" y="189103"/>
                </a:lnTo>
                <a:lnTo>
                  <a:pt x="413639" y="195453"/>
                </a:lnTo>
                <a:lnTo>
                  <a:pt x="412699" y="196824"/>
                </a:lnTo>
                <a:lnTo>
                  <a:pt x="412496" y="197358"/>
                </a:lnTo>
                <a:lnTo>
                  <a:pt x="412965" y="197358"/>
                </a:lnTo>
                <a:lnTo>
                  <a:pt x="413207" y="197358"/>
                </a:lnTo>
                <a:lnTo>
                  <a:pt x="413004" y="197459"/>
                </a:lnTo>
                <a:lnTo>
                  <a:pt x="415988" y="197993"/>
                </a:lnTo>
                <a:lnTo>
                  <a:pt x="412584" y="197993"/>
                </a:lnTo>
                <a:lnTo>
                  <a:pt x="412229" y="197993"/>
                </a:lnTo>
                <a:lnTo>
                  <a:pt x="412115" y="200520"/>
                </a:lnTo>
                <a:lnTo>
                  <a:pt x="411899" y="200660"/>
                </a:lnTo>
                <a:lnTo>
                  <a:pt x="411048" y="201079"/>
                </a:lnTo>
                <a:lnTo>
                  <a:pt x="412115" y="200520"/>
                </a:lnTo>
                <a:lnTo>
                  <a:pt x="412115" y="197993"/>
                </a:lnTo>
                <a:lnTo>
                  <a:pt x="411861" y="197993"/>
                </a:lnTo>
                <a:lnTo>
                  <a:pt x="411721" y="197993"/>
                </a:lnTo>
                <a:lnTo>
                  <a:pt x="411518" y="197993"/>
                </a:lnTo>
                <a:lnTo>
                  <a:pt x="411518" y="198234"/>
                </a:lnTo>
                <a:lnTo>
                  <a:pt x="411365" y="198424"/>
                </a:lnTo>
                <a:lnTo>
                  <a:pt x="410375" y="199377"/>
                </a:lnTo>
                <a:lnTo>
                  <a:pt x="410552" y="199377"/>
                </a:lnTo>
                <a:lnTo>
                  <a:pt x="411124" y="199377"/>
                </a:lnTo>
                <a:lnTo>
                  <a:pt x="410857" y="199517"/>
                </a:lnTo>
                <a:lnTo>
                  <a:pt x="410857" y="201168"/>
                </a:lnTo>
                <a:lnTo>
                  <a:pt x="409092" y="202082"/>
                </a:lnTo>
                <a:lnTo>
                  <a:pt x="409422" y="201904"/>
                </a:lnTo>
                <a:lnTo>
                  <a:pt x="410857" y="201168"/>
                </a:lnTo>
                <a:lnTo>
                  <a:pt x="410857" y="199517"/>
                </a:lnTo>
                <a:lnTo>
                  <a:pt x="410121" y="199885"/>
                </a:lnTo>
                <a:lnTo>
                  <a:pt x="410019" y="200012"/>
                </a:lnTo>
                <a:lnTo>
                  <a:pt x="409829" y="200228"/>
                </a:lnTo>
                <a:lnTo>
                  <a:pt x="409409" y="200660"/>
                </a:lnTo>
                <a:lnTo>
                  <a:pt x="409067" y="201168"/>
                </a:lnTo>
                <a:lnTo>
                  <a:pt x="409409" y="200660"/>
                </a:lnTo>
                <a:lnTo>
                  <a:pt x="409689" y="200228"/>
                </a:lnTo>
                <a:lnTo>
                  <a:pt x="409867" y="200012"/>
                </a:lnTo>
                <a:lnTo>
                  <a:pt x="409549" y="200228"/>
                </a:lnTo>
                <a:lnTo>
                  <a:pt x="409702" y="200075"/>
                </a:lnTo>
                <a:lnTo>
                  <a:pt x="409867" y="200012"/>
                </a:lnTo>
                <a:lnTo>
                  <a:pt x="409536" y="200012"/>
                </a:lnTo>
                <a:lnTo>
                  <a:pt x="410260" y="199377"/>
                </a:lnTo>
                <a:lnTo>
                  <a:pt x="411124" y="198424"/>
                </a:lnTo>
                <a:lnTo>
                  <a:pt x="410375" y="199377"/>
                </a:lnTo>
                <a:lnTo>
                  <a:pt x="411276" y="198424"/>
                </a:lnTo>
                <a:lnTo>
                  <a:pt x="411518" y="198234"/>
                </a:lnTo>
                <a:lnTo>
                  <a:pt x="411518" y="197993"/>
                </a:lnTo>
                <a:lnTo>
                  <a:pt x="411099" y="197993"/>
                </a:lnTo>
                <a:lnTo>
                  <a:pt x="408965" y="200228"/>
                </a:lnTo>
                <a:lnTo>
                  <a:pt x="409282" y="200228"/>
                </a:lnTo>
                <a:lnTo>
                  <a:pt x="408863" y="200660"/>
                </a:lnTo>
                <a:lnTo>
                  <a:pt x="408774" y="201536"/>
                </a:lnTo>
                <a:lnTo>
                  <a:pt x="408520" y="201904"/>
                </a:lnTo>
                <a:lnTo>
                  <a:pt x="408470" y="202082"/>
                </a:lnTo>
                <a:lnTo>
                  <a:pt x="408355" y="202476"/>
                </a:lnTo>
                <a:lnTo>
                  <a:pt x="407809" y="202742"/>
                </a:lnTo>
                <a:lnTo>
                  <a:pt x="408305" y="202476"/>
                </a:lnTo>
                <a:lnTo>
                  <a:pt x="408470" y="202082"/>
                </a:lnTo>
                <a:lnTo>
                  <a:pt x="408470" y="201955"/>
                </a:lnTo>
                <a:lnTo>
                  <a:pt x="408343" y="202082"/>
                </a:lnTo>
                <a:lnTo>
                  <a:pt x="408774" y="201536"/>
                </a:lnTo>
                <a:lnTo>
                  <a:pt x="408774" y="200660"/>
                </a:lnTo>
                <a:lnTo>
                  <a:pt x="408559" y="200660"/>
                </a:lnTo>
                <a:lnTo>
                  <a:pt x="408063" y="201295"/>
                </a:lnTo>
                <a:lnTo>
                  <a:pt x="407797" y="201536"/>
                </a:lnTo>
                <a:lnTo>
                  <a:pt x="407797" y="201917"/>
                </a:lnTo>
                <a:lnTo>
                  <a:pt x="407631" y="202082"/>
                </a:lnTo>
                <a:lnTo>
                  <a:pt x="407238" y="202463"/>
                </a:lnTo>
                <a:lnTo>
                  <a:pt x="407517" y="202082"/>
                </a:lnTo>
                <a:lnTo>
                  <a:pt x="407797" y="201917"/>
                </a:lnTo>
                <a:lnTo>
                  <a:pt x="407797" y="201536"/>
                </a:lnTo>
                <a:lnTo>
                  <a:pt x="407377" y="201904"/>
                </a:lnTo>
                <a:lnTo>
                  <a:pt x="406781" y="202539"/>
                </a:lnTo>
                <a:lnTo>
                  <a:pt x="406781" y="214731"/>
                </a:lnTo>
                <a:lnTo>
                  <a:pt x="406666" y="211963"/>
                </a:lnTo>
                <a:lnTo>
                  <a:pt x="406539" y="209003"/>
                </a:lnTo>
                <a:lnTo>
                  <a:pt x="406527" y="208762"/>
                </a:lnTo>
                <a:lnTo>
                  <a:pt x="406654" y="208559"/>
                </a:lnTo>
                <a:lnTo>
                  <a:pt x="406781" y="214731"/>
                </a:lnTo>
                <a:lnTo>
                  <a:pt x="406781" y="202539"/>
                </a:lnTo>
                <a:lnTo>
                  <a:pt x="406590" y="202730"/>
                </a:lnTo>
                <a:lnTo>
                  <a:pt x="406755" y="202476"/>
                </a:lnTo>
                <a:lnTo>
                  <a:pt x="407327" y="201904"/>
                </a:lnTo>
                <a:lnTo>
                  <a:pt x="406844" y="201904"/>
                </a:lnTo>
                <a:lnTo>
                  <a:pt x="406361" y="202742"/>
                </a:lnTo>
                <a:lnTo>
                  <a:pt x="406501" y="202742"/>
                </a:lnTo>
                <a:lnTo>
                  <a:pt x="406273" y="202971"/>
                </a:lnTo>
                <a:lnTo>
                  <a:pt x="405942" y="203301"/>
                </a:lnTo>
                <a:lnTo>
                  <a:pt x="406158" y="203301"/>
                </a:lnTo>
                <a:lnTo>
                  <a:pt x="406146" y="209423"/>
                </a:lnTo>
                <a:lnTo>
                  <a:pt x="406133" y="214731"/>
                </a:lnTo>
                <a:lnTo>
                  <a:pt x="406158" y="203301"/>
                </a:lnTo>
                <a:lnTo>
                  <a:pt x="405853" y="203669"/>
                </a:lnTo>
                <a:lnTo>
                  <a:pt x="406057" y="203301"/>
                </a:lnTo>
                <a:lnTo>
                  <a:pt x="405587" y="203669"/>
                </a:lnTo>
                <a:lnTo>
                  <a:pt x="403352" y="205613"/>
                </a:lnTo>
                <a:lnTo>
                  <a:pt x="402907" y="208153"/>
                </a:lnTo>
                <a:lnTo>
                  <a:pt x="402793" y="208762"/>
                </a:lnTo>
                <a:lnTo>
                  <a:pt x="402971" y="208546"/>
                </a:lnTo>
                <a:lnTo>
                  <a:pt x="402869" y="208762"/>
                </a:lnTo>
                <a:lnTo>
                  <a:pt x="402755" y="209003"/>
                </a:lnTo>
                <a:lnTo>
                  <a:pt x="402678" y="209423"/>
                </a:lnTo>
                <a:lnTo>
                  <a:pt x="401955" y="210693"/>
                </a:lnTo>
                <a:lnTo>
                  <a:pt x="403161" y="214731"/>
                </a:lnTo>
                <a:lnTo>
                  <a:pt x="403517" y="215811"/>
                </a:lnTo>
                <a:lnTo>
                  <a:pt x="405015" y="216916"/>
                </a:lnTo>
                <a:lnTo>
                  <a:pt x="405460" y="217246"/>
                </a:lnTo>
                <a:lnTo>
                  <a:pt x="405168" y="217246"/>
                </a:lnTo>
                <a:lnTo>
                  <a:pt x="405015" y="216928"/>
                </a:lnTo>
                <a:lnTo>
                  <a:pt x="405752" y="218605"/>
                </a:lnTo>
                <a:lnTo>
                  <a:pt x="405917" y="218605"/>
                </a:lnTo>
                <a:lnTo>
                  <a:pt x="409448" y="222123"/>
                </a:lnTo>
                <a:lnTo>
                  <a:pt x="412115" y="222123"/>
                </a:lnTo>
                <a:lnTo>
                  <a:pt x="417576" y="222123"/>
                </a:lnTo>
                <a:lnTo>
                  <a:pt x="418084" y="222123"/>
                </a:lnTo>
                <a:lnTo>
                  <a:pt x="419087" y="221488"/>
                </a:lnTo>
                <a:lnTo>
                  <a:pt x="420624" y="220853"/>
                </a:lnTo>
                <a:lnTo>
                  <a:pt x="421119" y="220218"/>
                </a:lnTo>
                <a:lnTo>
                  <a:pt x="422148" y="219583"/>
                </a:lnTo>
                <a:lnTo>
                  <a:pt x="423291" y="219583"/>
                </a:lnTo>
                <a:lnTo>
                  <a:pt x="423799" y="219583"/>
                </a:lnTo>
                <a:lnTo>
                  <a:pt x="425958" y="217246"/>
                </a:lnTo>
                <a:lnTo>
                  <a:pt x="425754" y="217246"/>
                </a:lnTo>
                <a:lnTo>
                  <a:pt x="426123" y="216966"/>
                </a:lnTo>
                <a:lnTo>
                  <a:pt x="426453" y="216712"/>
                </a:lnTo>
                <a:lnTo>
                  <a:pt x="428282" y="214731"/>
                </a:lnTo>
                <a:lnTo>
                  <a:pt x="428498" y="214731"/>
                </a:lnTo>
                <a:lnTo>
                  <a:pt x="428472" y="213245"/>
                </a:lnTo>
                <a:lnTo>
                  <a:pt x="428269" y="213245"/>
                </a:lnTo>
                <a:lnTo>
                  <a:pt x="428104" y="213245"/>
                </a:lnTo>
                <a:lnTo>
                  <a:pt x="427964" y="213461"/>
                </a:lnTo>
                <a:lnTo>
                  <a:pt x="427443" y="213906"/>
                </a:lnTo>
                <a:lnTo>
                  <a:pt x="428091" y="213245"/>
                </a:lnTo>
                <a:lnTo>
                  <a:pt x="427723" y="213245"/>
                </a:lnTo>
                <a:lnTo>
                  <a:pt x="427634" y="213461"/>
                </a:lnTo>
                <a:lnTo>
                  <a:pt x="427139" y="213906"/>
                </a:lnTo>
                <a:lnTo>
                  <a:pt x="427723" y="213245"/>
                </a:lnTo>
                <a:lnTo>
                  <a:pt x="427863" y="212788"/>
                </a:lnTo>
                <a:lnTo>
                  <a:pt x="427926" y="212572"/>
                </a:lnTo>
                <a:lnTo>
                  <a:pt x="427609" y="212788"/>
                </a:lnTo>
                <a:lnTo>
                  <a:pt x="427901" y="212572"/>
                </a:lnTo>
                <a:lnTo>
                  <a:pt x="427736" y="212572"/>
                </a:lnTo>
                <a:lnTo>
                  <a:pt x="428028" y="212090"/>
                </a:lnTo>
                <a:lnTo>
                  <a:pt x="427545" y="212559"/>
                </a:lnTo>
                <a:lnTo>
                  <a:pt x="428053" y="211963"/>
                </a:lnTo>
                <a:lnTo>
                  <a:pt x="428066" y="208546"/>
                </a:lnTo>
                <a:lnTo>
                  <a:pt x="426935" y="209740"/>
                </a:lnTo>
                <a:lnTo>
                  <a:pt x="426935" y="215061"/>
                </a:lnTo>
                <a:lnTo>
                  <a:pt x="426872" y="215239"/>
                </a:lnTo>
                <a:lnTo>
                  <a:pt x="426542" y="215696"/>
                </a:lnTo>
                <a:lnTo>
                  <a:pt x="426935" y="215061"/>
                </a:lnTo>
                <a:lnTo>
                  <a:pt x="426935" y="209740"/>
                </a:lnTo>
                <a:lnTo>
                  <a:pt x="425665" y="211074"/>
                </a:lnTo>
                <a:lnTo>
                  <a:pt x="425665" y="214731"/>
                </a:lnTo>
                <a:lnTo>
                  <a:pt x="425069" y="215036"/>
                </a:lnTo>
                <a:lnTo>
                  <a:pt x="425577" y="214731"/>
                </a:lnTo>
                <a:lnTo>
                  <a:pt x="425665" y="211074"/>
                </a:lnTo>
                <a:lnTo>
                  <a:pt x="424332" y="212483"/>
                </a:lnTo>
                <a:lnTo>
                  <a:pt x="424332" y="214731"/>
                </a:lnTo>
                <a:lnTo>
                  <a:pt x="423837" y="215811"/>
                </a:lnTo>
                <a:lnTo>
                  <a:pt x="423557" y="216217"/>
                </a:lnTo>
                <a:lnTo>
                  <a:pt x="423557" y="216433"/>
                </a:lnTo>
                <a:lnTo>
                  <a:pt x="423430" y="216712"/>
                </a:lnTo>
                <a:lnTo>
                  <a:pt x="423303" y="217246"/>
                </a:lnTo>
                <a:lnTo>
                  <a:pt x="423151" y="217487"/>
                </a:lnTo>
                <a:lnTo>
                  <a:pt x="423202" y="217246"/>
                </a:lnTo>
                <a:lnTo>
                  <a:pt x="423430" y="216712"/>
                </a:lnTo>
                <a:lnTo>
                  <a:pt x="423100" y="216992"/>
                </a:lnTo>
                <a:lnTo>
                  <a:pt x="422960" y="217246"/>
                </a:lnTo>
                <a:lnTo>
                  <a:pt x="422681" y="217741"/>
                </a:lnTo>
                <a:lnTo>
                  <a:pt x="422440" y="217970"/>
                </a:lnTo>
                <a:lnTo>
                  <a:pt x="422440" y="218605"/>
                </a:lnTo>
                <a:lnTo>
                  <a:pt x="421665" y="219583"/>
                </a:lnTo>
                <a:lnTo>
                  <a:pt x="422427" y="218605"/>
                </a:lnTo>
                <a:lnTo>
                  <a:pt x="422440" y="217970"/>
                </a:lnTo>
                <a:lnTo>
                  <a:pt x="422186" y="218186"/>
                </a:lnTo>
                <a:lnTo>
                  <a:pt x="421982" y="218363"/>
                </a:lnTo>
                <a:lnTo>
                  <a:pt x="422046" y="218236"/>
                </a:lnTo>
                <a:lnTo>
                  <a:pt x="422198" y="218008"/>
                </a:lnTo>
                <a:lnTo>
                  <a:pt x="422287" y="217766"/>
                </a:lnTo>
                <a:lnTo>
                  <a:pt x="422440" y="217766"/>
                </a:lnTo>
                <a:lnTo>
                  <a:pt x="422630" y="217766"/>
                </a:lnTo>
                <a:lnTo>
                  <a:pt x="422922" y="217246"/>
                </a:lnTo>
                <a:lnTo>
                  <a:pt x="423037" y="217055"/>
                </a:lnTo>
                <a:lnTo>
                  <a:pt x="423240" y="216725"/>
                </a:lnTo>
                <a:lnTo>
                  <a:pt x="423100" y="216992"/>
                </a:lnTo>
                <a:lnTo>
                  <a:pt x="423392" y="216712"/>
                </a:lnTo>
                <a:lnTo>
                  <a:pt x="423557" y="216433"/>
                </a:lnTo>
                <a:lnTo>
                  <a:pt x="423557" y="216217"/>
                </a:lnTo>
                <a:lnTo>
                  <a:pt x="423405" y="216433"/>
                </a:lnTo>
                <a:lnTo>
                  <a:pt x="424307" y="214731"/>
                </a:lnTo>
                <a:lnTo>
                  <a:pt x="424332" y="212483"/>
                </a:lnTo>
                <a:lnTo>
                  <a:pt x="421614" y="215341"/>
                </a:lnTo>
                <a:lnTo>
                  <a:pt x="421614" y="218605"/>
                </a:lnTo>
                <a:lnTo>
                  <a:pt x="418338" y="219583"/>
                </a:lnTo>
                <a:lnTo>
                  <a:pt x="421601" y="218605"/>
                </a:lnTo>
                <a:lnTo>
                  <a:pt x="421614" y="215341"/>
                </a:lnTo>
                <a:lnTo>
                  <a:pt x="417576" y="219583"/>
                </a:lnTo>
                <a:lnTo>
                  <a:pt x="428053" y="208546"/>
                </a:lnTo>
                <a:lnTo>
                  <a:pt x="428104" y="211963"/>
                </a:lnTo>
                <a:lnTo>
                  <a:pt x="428244" y="211747"/>
                </a:lnTo>
                <a:lnTo>
                  <a:pt x="428358" y="209003"/>
                </a:lnTo>
                <a:lnTo>
                  <a:pt x="428358" y="208216"/>
                </a:lnTo>
                <a:lnTo>
                  <a:pt x="428447" y="210743"/>
                </a:lnTo>
                <a:lnTo>
                  <a:pt x="428320" y="211480"/>
                </a:lnTo>
                <a:lnTo>
                  <a:pt x="428320" y="211747"/>
                </a:lnTo>
                <a:lnTo>
                  <a:pt x="428117" y="211963"/>
                </a:lnTo>
                <a:lnTo>
                  <a:pt x="428117" y="212432"/>
                </a:lnTo>
                <a:lnTo>
                  <a:pt x="428282" y="212318"/>
                </a:lnTo>
                <a:lnTo>
                  <a:pt x="428294" y="211963"/>
                </a:lnTo>
                <a:lnTo>
                  <a:pt x="428294" y="212305"/>
                </a:lnTo>
                <a:lnTo>
                  <a:pt x="428459" y="212178"/>
                </a:lnTo>
                <a:lnTo>
                  <a:pt x="428752" y="211963"/>
                </a:lnTo>
                <a:lnTo>
                  <a:pt x="428815" y="211747"/>
                </a:lnTo>
                <a:lnTo>
                  <a:pt x="429056" y="211480"/>
                </a:lnTo>
                <a:lnTo>
                  <a:pt x="428752" y="211963"/>
                </a:lnTo>
                <a:lnTo>
                  <a:pt x="428459" y="212305"/>
                </a:lnTo>
                <a:lnTo>
                  <a:pt x="428294" y="212496"/>
                </a:lnTo>
                <a:lnTo>
                  <a:pt x="428117" y="212788"/>
                </a:lnTo>
                <a:lnTo>
                  <a:pt x="428282" y="212788"/>
                </a:lnTo>
                <a:lnTo>
                  <a:pt x="428472" y="212788"/>
                </a:lnTo>
                <a:lnTo>
                  <a:pt x="428790" y="212788"/>
                </a:lnTo>
                <a:lnTo>
                  <a:pt x="429094" y="212572"/>
                </a:lnTo>
                <a:lnTo>
                  <a:pt x="433705" y="209423"/>
                </a:lnTo>
                <a:lnTo>
                  <a:pt x="433451" y="209423"/>
                </a:lnTo>
                <a:lnTo>
                  <a:pt x="437007" y="206883"/>
                </a:lnTo>
                <a:lnTo>
                  <a:pt x="445820" y="201168"/>
                </a:lnTo>
                <a:lnTo>
                  <a:pt x="446595" y="200660"/>
                </a:lnTo>
                <a:lnTo>
                  <a:pt x="446659" y="200418"/>
                </a:lnTo>
                <a:lnTo>
                  <a:pt x="446722" y="200228"/>
                </a:lnTo>
                <a:lnTo>
                  <a:pt x="446874" y="200228"/>
                </a:lnTo>
                <a:lnTo>
                  <a:pt x="450723" y="196824"/>
                </a:lnTo>
                <a:lnTo>
                  <a:pt x="450951" y="196824"/>
                </a:lnTo>
                <a:lnTo>
                  <a:pt x="461899" y="189103"/>
                </a:lnTo>
                <a:lnTo>
                  <a:pt x="466471" y="186563"/>
                </a:lnTo>
                <a:lnTo>
                  <a:pt x="477227" y="179057"/>
                </a:lnTo>
                <a:lnTo>
                  <a:pt x="492379" y="168783"/>
                </a:lnTo>
                <a:lnTo>
                  <a:pt x="492887" y="167513"/>
                </a:lnTo>
                <a:lnTo>
                  <a:pt x="497078" y="164973"/>
                </a:lnTo>
                <a:lnTo>
                  <a:pt x="497332" y="164973"/>
                </a:lnTo>
                <a:lnTo>
                  <a:pt x="504571" y="158623"/>
                </a:lnTo>
                <a:lnTo>
                  <a:pt x="504063" y="158623"/>
                </a:lnTo>
                <a:lnTo>
                  <a:pt x="506603" y="157353"/>
                </a:lnTo>
                <a:lnTo>
                  <a:pt x="508000" y="156083"/>
                </a:lnTo>
                <a:lnTo>
                  <a:pt x="479298" y="156083"/>
                </a:lnTo>
                <a:lnTo>
                  <a:pt x="478790" y="156083"/>
                </a:lnTo>
                <a:lnTo>
                  <a:pt x="480949" y="154813"/>
                </a:lnTo>
                <a:lnTo>
                  <a:pt x="481457" y="154813"/>
                </a:lnTo>
                <a:lnTo>
                  <a:pt x="509181" y="154813"/>
                </a:lnTo>
                <a:lnTo>
                  <a:pt x="511556" y="152273"/>
                </a:lnTo>
                <a:lnTo>
                  <a:pt x="513511" y="149821"/>
                </a:lnTo>
                <a:lnTo>
                  <a:pt x="514045" y="149821"/>
                </a:lnTo>
                <a:lnTo>
                  <a:pt x="515327" y="147497"/>
                </a:lnTo>
                <a:lnTo>
                  <a:pt x="514438" y="148272"/>
                </a:lnTo>
                <a:lnTo>
                  <a:pt x="515213" y="147497"/>
                </a:lnTo>
                <a:lnTo>
                  <a:pt x="515340" y="147332"/>
                </a:lnTo>
                <a:lnTo>
                  <a:pt x="515518" y="146875"/>
                </a:lnTo>
                <a:lnTo>
                  <a:pt x="515721" y="146253"/>
                </a:lnTo>
                <a:lnTo>
                  <a:pt x="515937" y="146050"/>
                </a:lnTo>
                <a:lnTo>
                  <a:pt x="516636" y="144653"/>
                </a:lnTo>
                <a:lnTo>
                  <a:pt x="516636" y="142113"/>
                </a:lnTo>
                <a:close/>
              </a:path>
            </a:pathLst>
          </a:custGeom>
          <a:solidFill>
            <a:srgbClr val="FF40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0" name="object 11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4062" y="1020825"/>
            <a:ext cx="168275" cy="158750"/>
          </a:xfrm>
          <a:prstGeom prst="rect">
            <a:avLst/>
          </a:prstGeom>
        </p:spPr>
      </p:pic>
      <p:pic>
        <p:nvPicPr>
          <p:cNvPr id="111" name="object 11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15962" y="2982976"/>
            <a:ext cx="168275" cy="158750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46854" y="1473217"/>
            <a:ext cx="222482" cy="107280"/>
          </a:xfrm>
          <a:prstGeom prst="rect">
            <a:avLst/>
          </a:prstGeom>
        </p:spPr>
      </p:pic>
      <p:sp>
        <p:nvSpPr>
          <p:cNvPr id="113" name="object 1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8811" rIns="0" bIns="0" rtlCol="0" vert="horz">
            <a:spAutoFit/>
          </a:bodyPr>
          <a:lstStyle/>
          <a:p>
            <a:pPr marL="1413510">
              <a:lnSpc>
                <a:spcPct val="100000"/>
              </a:lnSpc>
              <a:spcBef>
                <a:spcPts val="105"/>
              </a:spcBef>
            </a:pPr>
            <a:r>
              <a:rPr dirty="0"/>
              <a:t>An</a:t>
            </a:r>
            <a:r>
              <a:rPr dirty="0" spc="-160"/>
              <a:t> </a:t>
            </a:r>
            <a:r>
              <a:rPr dirty="0"/>
              <a:t>alternative</a:t>
            </a:r>
            <a:r>
              <a:rPr dirty="0" spc="60"/>
              <a:t> </a:t>
            </a:r>
            <a:r>
              <a:rPr dirty="0"/>
              <a:t>to</a:t>
            </a:r>
            <a:r>
              <a:rPr dirty="0" spc="-160"/>
              <a:t> </a:t>
            </a:r>
            <a:r>
              <a:rPr dirty="0"/>
              <a:t>gradient</a:t>
            </a:r>
            <a:r>
              <a:rPr dirty="0" spc="10"/>
              <a:t> </a:t>
            </a:r>
            <a:r>
              <a:rPr dirty="0" spc="-10"/>
              <a:t>descent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5292" y="1036002"/>
            <a:ext cx="3518535" cy="24155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Normal</a:t>
            </a:r>
            <a:r>
              <a:rPr dirty="0" sz="1550" spc="160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equation</a:t>
            </a:r>
            <a:endParaRPr sz="15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Verdana"/>
                <a:cs typeface="Verdana"/>
              </a:rPr>
              <a:t>Only</a:t>
            </a:r>
            <a:r>
              <a:rPr dirty="0" sz="1550" spc="8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for</a:t>
            </a:r>
            <a:r>
              <a:rPr dirty="0" sz="1550" spc="12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linear</a:t>
            </a:r>
            <a:r>
              <a:rPr dirty="0" sz="1550" spc="120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regression</a:t>
            </a:r>
            <a:endParaRPr sz="15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Verdana"/>
                <a:cs typeface="Verdana"/>
              </a:rPr>
              <a:t>Solve</a:t>
            </a:r>
            <a:r>
              <a:rPr dirty="0" sz="1550" spc="10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for</a:t>
            </a:r>
            <a:r>
              <a:rPr dirty="0" sz="1550" spc="6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w,</a:t>
            </a:r>
            <a:r>
              <a:rPr dirty="0" sz="1550" spc="9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b</a:t>
            </a:r>
            <a:r>
              <a:rPr dirty="0" sz="1550" spc="6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without</a:t>
            </a:r>
            <a:endParaRPr sz="155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90"/>
              </a:spcBef>
            </a:pPr>
            <a:r>
              <a:rPr dirty="0" sz="1550" spc="-10"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  <a:p>
            <a:pPr marL="30480">
              <a:lnSpc>
                <a:spcPct val="100000"/>
              </a:lnSpc>
              <a:spcBef>
                <a:spcPts val="1545"/>
              </a:spcBef>
            </a:pPr>
            <a:r>
              <a:rPr dirty="0" sz="1550" spc="-10">
                <a:latin typeface="Verdana"/>
                <a:cs typeface="Verdana"/>
              </a:rPr>
              <a:t>Disadvantages</a:t>
            </a:r>
            <a:endParaRPr sz="1550">
              <a:latin typeface="Verdana"/>
              <a:cs typeface="Verdana"/>
            </a:endParaRPr>
          </a:p>
          <a:p>
            <a:pPr marL="37401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74015" algn="l"/>
              </a:tabLst>
            </a:pPr>
            <a:r>
              <a:rPr dirty="0" sz="1550">
                <a:latin typeface="Verdana"/>
                <a:cs typeface="Verdana"/>
              </a:rPr>
              <a:t>Doesn’t</a:t>
            </a:r>
            <a:r>
              <a:rPr dirty="0" sz="1550" spc="12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generalize</a:t>
            </a:r>
            <a:r>
              <a:rPr dirty="0" sz="1550" spc="10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to</a:t>
            </a:r>
            <a:r>
              <a:rPr dirty="0" sz="1550" spc="170">
                <a:latin typeface="Verdana"/>
                <a:cs typeface="Verdana"/>
              </a:rPr>
              <a:t> </a:t>
            </a:r>
            <a:r>
              <a:rPr dirty="0" sz="1550" spc="-20">
                <a:latin typeface="Verdana"/>
                <a:cs typeface="Verdana"/>
              </a:rPr>
              <a:t>other</a:t>
            </a:r>
            <a:endParaRPr sz="1550">
              <a:latin typeface="Verdana"/>
              <a:cs typeface="Verdana"/>
            </a:endParaRPr>
          </a:p>
          <a:p>
            <a:pPr marL="374015">
              <a:lnSpc>
                <a:spcPct val="100000"/>
              </a:lnSpc>
              <a:spcBef>
                <a:spcPts val="15"/>
              </a:spcBef>
            </a:pPr>
            <a:r>
              <a:rPr dirty="0" sz="1550">
                <a:latin typeface="Verdana"/>
                <a:cs typeface="Verdana"/>
              </a:rPr>
              <a:t>learning</a:t>
            </a:r>
            <a:r>
              <a:rPr dirty="0" sz="1550" spc="18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algorithms.</a:t>
            </a:r>
            <a:endParaRPr sz="1550">
              <a:latin typeface="Verdana"/>
              <a:cs typeface="Verdana"/>
            </a:endParaRPr>
          </a:p>
          <a:p>
            <a:pPr marL="37401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74015" algn="l"/>
              </a:tabLst>
            </a:pPr>
            <a:r>
              <a:rPr dirty="0" sz="1550">
                <a:latin typeface="Verdana"/>
                <a:cs typeface="Verdana"/>
              </a:rPr>
              <a:t>Slow</a:t>
            </a:r>
            <a:r>
              <a:rPr dirty="0" sz="1550" spc="7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when</a:t>
            </a:r>
            <a:r>
              <a:rPr dirty="0" sz="1550" spc="14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number</a:t>
            </a:r>
            <a:r>
              <a:rPr dirty="0" sz="1550" spc="25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of</a:t>
            </a:r>
            <a:r>
              <a:rPr dirty="0" sz="1550" spc="5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features</a:t>
            </a:r>
            <a:endParaRPr sz="1550">
              <a:latin typeface="Verdana"/>
              <a:cs typeface="Verdana"/>
            </a:endParaRPr>
          </a:p>
          <a:p>
            <a:pPr marL="374015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latin typeface="Verdana"/>
                <a:cs typeface="Verdana"/>
              </a:rPr>
              <a:t>is</a:t>
            </a:r>
            <a:r>
              <a:rPr dirty="0" sz="1550" spc="3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large</a:t>
            </a:r>
            <a:r>
              <a:rPr dirty="0" sz="1550" spc="15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(&gt;</a:t>
            </a:r>
            <a:r>
              <a:rPr dirty="0" sz="1550" spc="10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10,000)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7559" y="1169987"/>
            <a:ext cx="3460115" cy="197421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What</a:t>
            </a:r>
            <a:r>
              <a:rPr dirty="0" sz="1550" spc="7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you</a:t>
            </a:r>
            <a:r>
              <a:rPr dirty="0" sz="1550" spc="15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need</a:t>
            </a:r>
            <a:r>
              <a:rPr dirty="0" sz="1550" spc="9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to</a:t>
            </a:r>
            <a:r>
              <a:rPr dirty="0" sz="1550" spc="35">
                <a:latin typeface="Verdana"/>
                <a:cs typeface="Verdana"/>
              </a:rPr>
              <a:t> </a:t>
            </a:r>
            <a:r>
              <a:rPr dirty="0" sz="1550" spc="-20">
                <a:latin typeface="Verdana"/>
                <a:cs typeface="Verdana"/>
              </a:rPr>
              <a:t>know</a:t>
            </a:r>
            <a:endParaRPr sz="1550">
              <a:latin typeface="Verdana"/>
              <a:cs typeface="Verdana"/>
            </a:endParaRPr>
          </a:p>
          <a:p>
            <a:pPr marL="355600" marR="5080" indent="-343535">
              <a:lnSpc>
                <a:spcPct val="103699"/>
              </a:lnSpc>
              <a:spcBef>
                <a:spcPts val="2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Verdana"/>
                <a:cs typeface="Verdana"/>
              </a:rPr>
              <a:t>Normal</a:t>
            </a:r>
            <a:r>
              <a:rPr dirty="0" sz="1550" spc="15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equation</a:t>
            </a:r>
            <a:r>
              <a:rPr dirty="0" sz="1550" spc="204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method</a:t>
            </a:r>
            <a:r>
              <a:rPr dirty="0" sz="1550" spc="215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may </a:t>
            </a:r>
            <a:r>
              <a:rPr dirty="0" sz="1550">
                <a:latin typeface="Verdana"/>
                <a:cs typeface="Verdana"/>
              </a:rPr>
              <a:t>be</a:t>
            </a:r>
            <a:r>
              <a:rPr dirty="0" sz="1550" spc="4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used</a:t>
            </a:r>
            <a:r>
              <a:rPr dirty="0" sz="1550" spc="15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in</a:t>
            </a:r>
            <a:r>
              <a:rPr dirty="0" sz="1550" spc="-1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machine</a:t>
            </a:r>
            <a:r>
              <a:rPr dirty="0" sz="1550" spc="204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learning </a:t>
            </a:r>
            <a:r>
              <a:rPr dirty="0" sz="1550">
                <a:latin typeface="Verdana"/>
                <a:cs typeface="Verdana"/>
              </a:rPr>
              <a:t>libraries</a:t>
            </a:r>
            <a:r>
              <a:rPr dirty="0" sz="1550" spc="6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that</a:t>
            </a:r>
            <a:r>
              <a:rPr dirty="0" sz="1550" spc="204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implement</a:t>
            </a:r>
            <a:r>
              <a:rPr dirty="0" sz="1550" spc="210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linear regression.</a:t>
            </a:r>
            <a:endParaRPr sz="15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Verdana"/>
                <a:cs typeface="Verdana"/>
              </a:rPr>
              <a:t>Gradient</a:t>
            </a:r>
            <a:r>
              <a:rPr dirty="0" sz="1550" spc="19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descent</a:t>
            </a:r>
            <a:r>
              <a:rPr dirty="0" sz="1550" spc="11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is</a:t>
            </a:r>
            <a:r>
              <a:rPr dirty="0" sz="1550" spc="50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the</a:t>
            </a:r>
            <a:endParaRPr sz="1550">
              <a:latin typeface="Verdana"/>
              <a:cs typeface="Verdana"/>
            </a:endParaRPr>
          </a:p>
          <a:p>
            <a:pPr marL="355600" marR="440690">
              <a:lnSpc>
                <a:spcPct val="101099"/>
              </a:lnSpc>
              <a:spcBef>
                <a:spcPts val="70"/>
              </a:spcBef>
            </a:pPr>
            <a:r>
              <a:rPr dirty="0" sz="1550">
                <a:latin typeface="Verdana"/>
                <a:cs typeface="Verdana"/>
              </a:rPr>
              <a:t>recommended</a:t>
            </a:r>
            <a:r>
              <a:rPr dirty="0" sz="1550" spc="29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method</a:t>
            </a:r>
            <a:r>
              <a:rPr dirty="0" sz="1550" spc="210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for </a:t>
            </a:r>
            <a:r>
              <a:rPr dirty="0" sz="1550">
                <a:latin typeface="Verdana"/>
                <a:cs typeface="Verdana"/>
              </a:rPr>
              <a:t>finding</a:t>
            </a:r>
            <a:r>
              <a:rPr dirty="0" sz="1550" spc="21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parameters</a:t>
            </a:r>
            <a:r>
              <a:rPr dirty="0" sz="1550" spc="260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w,b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333" y="1106932"/>
            <a:ext cx="290676" cy="16637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622935" marR="5080" indent="152400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Practical</a:t>
            </a:r>
            <a:r>
              <a:rPr dirty="0" sz="3950" spc="5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Tips</a:t>
            </a:r>
            <a:r>
              <a:rPr dirty="0" sz="3950" spc="35">
                <a:solidFill>
                  <a:srgbClr val="0070EA"/>
                </a:solidFill>
              </a:rPr>
              <a:t> </a:t>
            </a:r>
            <a:r>
              <a:rPr dirty="0" sz="3950" spc="-25">
                <a:solidFill>
                  <a:srgbClr val="0070EA"/>
                </a:solidFill>
              </a:rPr>
              <a:t>for </a:t>
            </a: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5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</a:t>
            </a:r>
            <a:endParaRPr sz="39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024380" marR="5080" indent="-1221105">
              <a:lnSpc>
                <a:spcPct val="117300"/>
              </a:lnSpc>
              <a:spcBef>
                <a:spcPts val="90"/>
              </a:spcBef>
            </a:pP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Feature</a:t>
            </a:r>
            <a:r>
              <a:rPr dirty="0" sz="3950" spc="95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10">
                <a:solidFill>
                  <a:srgbClr val="000000"/>
                </a:solidFill>
                <a:latin typeface="Verdana"/>
                <a:cs typeface="Verdana"/>
              </a:rPr>
              <a:t>Scaling </a:t>
            </a: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Part</a:t>
            </a:r>
            <a:r>
              <a:rPr dirty="0" sz="3950" spc="7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50">
                <a:solidFill>
                  <a:srgbClr val="000000"/>
                </a:solidFill>
                <a:latin typeface="Verdana"/>
                <a:cs typeface="Verdana"/>
              </a:rPr>
              <a:t>1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7530" y="720090"/>
            <a:ext cx="49085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1714">
                <a:solidFill>
                  <a:srgbClr val="FF40FF"/>
                </a:solidFill>
                <a:latin typeface="Cambria Math"/>
                <a:cs typeface="Cambria Math"/>
              </a:rPr>
              <a:t>෣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5455" y="768286"/>
            <a:ext cx="283781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FF40FF"/>
                </a:solidFill>
                <a:latin typeface="Cambria Math"/>
                <a:cs typeface="Cambria Math"/>
              </a:rPr>
              <a:t>𝑝𝑟𝑖𝑐𝑒</a:t>
            </a:r>
            <a:r>
              <a:rPr dirty="0" sz="2000" spc="135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 spc="-9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13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-22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22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33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66769" y="604202"/>
            <a:ext cx="222250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sz="2000">
                <a:latin typeface="Cambria Math"/>
                <a:cs typeface="Cambria Math"/>
              </a:rPr>
              <a:t>:</a:t>
            </a:r>
            <a:r>
              <a:rPr dirty="0" sz="2000" spc="30">
                <a:latin typeface="Cambria Math"/>
                <a:cs typeface="Cambria Math"/>
              </a:rPr>
              <a:t> </a:t>
            </a:r>
            <a:r>
              <a:rPr dirty="0" sz="2000">
                <a:latin typeface="Arial"/>
                <a:cs typeface="Arial"/>
              </a:rPr>
              <a:t>size </a:t>
            </a:r>
            <a:r>
              <a:rPr dirty="0" sz="2000" spc="-10">
                <a:latin typeface="Arial"/>
                <a:cs typeface="Arial"/>
              </a:rPr>
              <a:t>(feet</a:t>
            </a:r>
            <a:r>
              <a:rPr dirty="0" baseline="24691" sz="2025" spc="-15">
                <a:latin typeface="Arial"/>
                <a:cs typeface="Arial"/>
              </a:rPr>
              <a:t>2</a:t>
            </a:r>
            <a:r>
              <a:rPr dirty="0" sz="2000" spc="-1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range: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Cambria Math"/>
                <a:cs typeface="Cambria Math"/>
              </a:rPr>
              <a:t>300</a:t>
            </a:r>
            <a:r>
              <a:rPr dirty="0" sz="2000" spc="-4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2,000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3004" y="598487"/>
            <a:ext cx="186563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sz="2000">
                <a:latin typeface="Cambria Math"/>
                <a:cs typeface="Cambria Math"/>
              </a:rPr>
              <a:t>:</a:t>
            </a:r>
            <a:r>
              <a:rPr dirty="0" sz="2000" spc="45">
                <a:latin typeface="Cambria Math"/>
                <a:cs typeface="Cambria Math"/>
              </a:rPr>
              <a:t>  </a:t>
            </a:r>
            <a:r>
              <a:rPr dirty="0" sz="2000">
                <a:latin typeface="Arial"/>
                <a:cs typeface="Arial"/>
              </a:rPr>
              <a:t>#</a:t>
            </a:r>
            <a:r>
              <a:rPr dirty="0" sz="2000" spc="2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bedrooms</a:t>
            </a:r>
            <a:endParaRPr sz="2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range: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Cambria Math"/>
                <a:cs typeface="Cambria Math"/>
              </a:rPr>
              <a:t>0</a:t>
            </a:r>
            <a:r>
              <a:rPr dirty="0" sz="2000" spc="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787" y="1559305"/>
            <a:ext cx="8168640" cy="290576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285"/>
              </a:spcBef>
            </a:pPr>
            <a:r>
              <a:rPr dirty="0" sz="2000">
                <a:latin typeface="Verdana"/>
                <a:cs typeface="Verdana"/>
              </a:rPr>
              <a:t>House: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44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2000</a:t>
            </a:r>
            <a:r>
              <a:rPr dirty="0" sz="2000">
                <a:latin typeface="Verdana"/>
                <a:cs typeface="Verdana"/>
              </a:rPr>
              <a:t>,</a:t>
            </a:r>
            <a:r>
              <a:rPr dirty="0" sz="2000" spc="-15"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44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7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5</a:t>
            </a:r>
            <a:r>
              <a:rPr dirty="0" sz="2000">
                <a:latin typeface="Verdana"/>
                <a:cs typeface="Verdana"/>
              </a:rPr>
              <a:t>,</a:t>
            </a:r>
            <a:r>
              <a:rPr dirty="0" sz="2000" spc="-20"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𝑝𝑟𝑖𝑐𝑒</a:t>
            </a:r>
            <a:r>
              <a:rPr dirty="0" sz="2000" spc="1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65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$500</a:t>
            </a:r>
            <a:r>
              <a:rPr dirty="0" sz="2000" spc="-10">
                <a:latin typeface="Verdana"/>
                <a:cs typeface="Verdana"/>
              </a:rPr>
              <a:t>k</a:t>
            </a:r>
            <a:endParaRPr sz="2000">
              <a:latin typeface="Verdana"/>
              <a:cs typeface="Verdana"/>
            </a:endParaRPr>
          </a:p>
          <a:p>
            <a:pPr algn="ctr" marR="595630">
              <a:lnSpc>
                <a:spcPct val="100000"/>
              </a:lnSpc>
              <a:spcBef>
                <a:spcPts val="1190"/>
              </a:spcBef>
            </a:pPr>
            <a:r>
              <a:rPr dirty="0" sz="2000">
                <a:latin typeface="Verdana"/>
                <a:cs typeface="Verdana"/>
              </a:rPr>
              <a:t>size</a:t>
            </a:r>
            <a:r>
              <a:rPr dirty="0" sz="2000" spc="-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the</a:t>
            </a:r>
            <a:r>
              <a:rPr dirty="0" sz="2000" spc="-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parameters</a:t>
            </a:r>
            <a:r>
              <a:rPr dirty="0" sz="2000" spc="-220">
                <a:latin typeface="Verdana"/>
                <a:cs typeface="Verdana"/>
              </a:rPr>
              <a:t> </a:t>
            </a:r>
            <a:r>
              <a:rPr dirty="0" sz="2000" spc="-9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142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-209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95"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2000" spc="-25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 marL="152400">
              <a:lnSpc>
                <a:spcPct val="100000"/>
              </a:lnSpc>
              <a:spcBef>
                <a:spcPts val="2290"/>
              </a:spcBef>
              <a:tabLst>
                <a:tab pos="1363345" algn="l"/>
                <a:tab pos="2507615" algn="l"/>
                <a:tab pos="4324985" algn="l"/>
                <a:tab pos="5526405" algn="l"/>
                <a:tab pos="6623050" algn="l"/>
              </a:tabLst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40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 </a:t>
            </a:r>
            <a:r>
              <a:rPr dirty="0" sz="2000" spc="-25">
                <a:latin typeface="Cambria Math"/>
                <a:cs typeface="Cambria Math"/>
              </a:rPr>
              <a:t>50,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75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-112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0.1,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 spc="12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50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50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419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5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0.1,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75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-104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60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50,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 spc="12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60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50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000">
              <a:latin typeface="Cambria Math"/>
              <a:cs typeface="Cambria Math"/>
            </a:endParaRPr>
          </a:p>
          <a:p>
            <a:pPr marL="217170">
              <a:lnSpc>
                <a:spcPct val="100000"/>
              </a:lnSpc>
              <a:tabLst>
                <a:tab pos="4335780" algn="l"/>
              </a:tabLst>
            </a:pPr>
            <a:r>
              <a:rPr dirty="0" sz="2000">
                <a:solidFill>
                  <a:srgbClr val="FF40FF"/>
                </a:solidFill>
                <a:latin typeface="Cambria Math"/>
                <a:cs typeface="Cambria Math"/>
              </a:rPr>
              <a:t>𝑝</a:t>
            </a:r>
            <a:r>
              <a:rPr dirty="0" baseline="11111" sz="3000">
                <a:solidFill>
                  <a:srgbClr val="FF40FF"/>
                </a:solidFill>
                <a:latin typeface="Cambria Math"/>
                <a:cs typeface="Cambria Math"/>
              </a:rPr>
              <a:t>෣</a:t>
            </a:r>
            <a:r>
              <a:rPr dirty="0" sz="2000">
                <a:solidFill>
                  <a:srgbClr val="FF40FF"/>
                </a:solidFill>
                <a:latin typeface="Cambria Math"/>
                <a:cs typeface="Cambria Math"/>
              </a:rPr>
              <a:t>𝑟𝑖𝑐𝑒</a:t>
            </a:r>
            <a:r>
              <a:rPr dirty="0" sz="2000" spc="55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4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50</a:t>
            </a:r>
            <a:r>
              <a:rPr dirty="0" sz="2000" spc="-6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∗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2000</a:t>
            </a:r>
            <a:r>
              <a:rPr dirty="0" sz="2000" spc="1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-8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0.1</a:t>
            </a:r>
            <a:r>
              <a:rPr dirty="0" sz="2000" spc="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∗</a:t>
            </a:r>
            <a:r>
              <a:rPr dirty="0" sz="2000" spc="-7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5</a:t>
            </a:r>
            <a:r>
              <a:rPr dirty="0" sz="2000" spc="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-10"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50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baseline="1388" sz="3000">
                <a:solidFill>
                  <a:srgbClr val="FF40FF"/>
                </a:solidFill>
                <a:latin typeface="Cambria Math"/>
                <a:cs typeface="Cambria Math"/>
              </a:rPr>
              <a:t>𝑝</a:t>
            </a:r>
            <a:r>
              <a:rPr dirty="0" baseline="11111" sz="3000">
                <a:solidFill>
                  <a:srgbClr val="FF40FF"/>
                </a:solidFill>
                <a:latin typeface="Cambria Math"/>
                <a:cs typeface="Cambria Math"/>
              </a:rPr>
              <a:t>෣</a:t>
            </a:r>
            <a:r>
              <a:rPr dirty="0" baseline="1388" sz="3000">
                <a:solidFill>
                  <a:srgbClr val="FF40FF"/>
                </a:solidFill>
                <a:latin typeface="Cambria Math"/>
                <a:cs typeface="Cambria Math"/>
              </a:rPr>
              <a:t>𝑟𝑖𝑐𝑒</a:t>
            </a:r>
            <a:r>
              <a:rPr dirty="0" baseline="1388" sz="3000" spc="89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baseline="1388" sz="3000">
                <a:latin typeface="Cambria Math"/>
                <a:cs typeface="Cambria Math"/>
              </a:rPr>
              <a:t>=</a:t>
            </a:r>
            <a:r>
              <a:rPr dirty="0" baseline="1388" sz="3000" spc="225">
                <a:latin typeface="Cambria Math"/>
                <a:cs typeface="Cambria Math"/>
              </a:rPr>
              <a:t> </a:t>
            </a:r>
            <a:r>
              <a:rPr dirty="0" baseline="1388" sz="3000">
                <a:solidFill>
                  <a:srgbClr val="0096FF"/>
                </a:solidFill>
                <a:latin typeface="Cambria Math"/>
                <a:cs typeface="Cambria Math"/>
              </a:rPr>
              <a:t>0.1</a:t>
            </a:r>
            <a:r>
              <a:rPr dirty="0" baseline="1388" sz="3000" spc="-97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baseline="1388" sz="3000">
                <a:latin typeface="Cambria Math"/>
                <a:cs typeface="Cambria Math"/>
              </a:rPr>
              <a:t>∗</a:t>
            </a:r>
            <a:r>
              <a:rPr dirty="0" baseline="1388" sz="3000" spc="15">
                <a:latin typeface="Cambria Math"/>
                <a:cs typeface="Cambria Math"/>
              </a:rPr>
              <a:t> </a:t>
            </a:r>
            <a:r>
              <a:rPr dirty="0" baseline="1388" sz="3000">
                <a:solidFill>
                  <a:srgbClr val="FF9300"/>
                </a:solidFill>
                <a:latin typeface="Cambria Math"/>
                <a:cs typeface="Cambria Math"/>
              </a:rPr>
              <a:t>2000𝑘</a:t>
            </a:r>
            <a:r>
              <a:rPr dirty="0" baseline="1388" sz="3000" spc="-9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1388" sz="3000">
                <a:latin typeface="Cambria Math"/>
                <a:cs typeface="Cambria Math"/>
              </a:rPr>
              <a:t>+ </a:t>
            </a:r>
            <a:r>
              <a:rPr dirty="0" baseline="1388" sz="3000">
                <a:solidFill>
                  <a:srgbClr val="0096FF"/>
                </a:solidFill>
                <a:latin typeface="Cambria Math"/>
                <a:cs typeface="Cambria Math"/>
              </a:rPr>
              <a:t>50</a:t>
            </a:r>
            <a:r>
              <a:rPr dirty="0" baseline="1388" sz="3000" spc="1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baseline="1388" sz="3000">
                <a:latin typeface="Cambria Math"/>
                <a:cs typeface="Cambria Math"/>
              </a:rPr>
              <a:t>∗</a:t>
            </a:r>
            <a:r>
              <a:rPr dirty="0" baseline="1388" sz="3000" spc="15">
                <a:latin typeface="Cambria Math"/>
                <a:cs typeface="Cambria Math"/>
              </a:rPr>
              <a:t> </a:t>
            </a:r>
            <a:r>
              <a:rPr dirty="0" baseline="1388" sz="3000">
                <a:solidFill>
                  <a:srgbClr val="FF9300"/>
                </a:solidFill>
                <a:latin typeface="Cambria Math"/>
                <a:cs typeface="Cambria Math"/>
              </a:rPr>
              <a:t>5</a:t>
            </a:r>
            <a:r>
              <a:rPr dirty="0" baseline="1388" sz="3000" spc="1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1388" sz="3000">
                <a:latin typeface="Cambria Math"/>
                <a:cs typeface="Cambria Math"/>
              </a:rPr>
              <a:t>+</a:t>
            </a:r>
            <a:r>
              <a:rPr dirty="0" baseline="1388" sz="3000" spc="-112">
                <a:latin typeface="Cambria Math"/>
                <a:cs typeface="Cambria Math"/>
              </a:rPr>
              <a:t> </a:t>
            </a:r>
            <a:r>
              <a:rPr dirty="0" baseline="1388" sz="3000" spc="-989">
                <a:solidFill>
                  <a:srgbClr val="0096FF"/>
                </a:solidFill>
                <a:latin typeface="Cambria Math"/>
                <a:cs typeface="Cambria Math"/>
              </a:rPr>
              <a:t>50</a:t>
            </a:r>
            <a:endParaRPr baseline="1388" sz="3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000">
              <a:latin typeface="Cambria Math"/>
              <a:cs typeface="Cambria Math"/>
            </a:endParaRPr>
          </a:p>
          <a:p>
            <a:pPr marL="217170">
              <a:lnSpc>
                <a:spcPct val="100000"/>
              </a:lnSpc>
              <a:tabLst>
                <a:tab pos="4335780" algn="l"/>
              </a:tabLst>
            </a:pPr>
            <a:r>
              <a:rPr dirty="0" sz="2000">
                <a:solidFill>
                  <a:srgbClr val="FF40FF"/>
                </a:solidFill>
                <a:latin typeface="Cambria Math"/>
                <a:cs typeface="Cambria Math"/>
              </a:rPr>
              <a:t>𝑝</a:t>
            </a:r>
            <a:r>
              <a:rPr dirty="0" baseline="9722" sz="3000">
                <a:solidFill>
                  <a:srgbClr val="FF40FF"/>
                </a:solidFill>
                <a:latin typeface="Cambria Math"/>
                <a:cs typeface="Cambria Math"/>
              </a:rPr>
              <a:t>෣</a:t>
            </a:r>
            <a:r>
              <a:rPr dirty="0" sz="2000">
                <a:solidFill>
                  <a:srgbClr val="FF40FF"/>
                </a:solidFill>
                <a:latin typeface="Cambria Math"/>
                <a:cs typeface="Cambria Math"/>
              </a:rPr>
              <a:t>𝑟𝑖𝑐𝑒</a:t>
            </a:r>
            <a:r>
              <a:rPr dirty="0" sz="2000" spc="30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10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$</a:t>
            </a:r>
            <a:r>
              <a:rPr dirty="0" sz="2000" spc="-10">
                <a:solidFill>
                  <a:srgbClr val="FF40FF"/>
                </a:solidFill>
                <a:latin typeface="Cambria Math"/>
                <a:cs typeface="Cambria Math"/>
              </a:rPr>
              <a:t>100,050.5</a:t>
            </a:r>
            <a:r>
              <a:rPr dirty="0" sz="2000" spc="-10">
                <a:solidFill>
                  <a:srgbClr val="FF40FF"/>
                </a:solidFill>
                <a:latin typeface="Verdana"/>
                <a:cs typeface="Verdana"/>
              </a:rPr>
              <a:t>k</a:t>
            </a:r>
            <a:r>
              <a:rPr dirty="0" sz="2000">
                <a:solidFill>
                  <a:srgbClr val="FF40FF"/>
                </a:solidFill>
                <a:latin typeface="Verdana"/>
                <a:cs typeface="Verdana"/>
              </a:rPr>
              <a:t>	</a:t>
            </a:r>
            <a:r>
              <a:rPr dirty="0" baseline="1388" sz="3000">
                <a:solidFill>
                  <a:srgbClr val="FF40FF"/>
                </a:solidFill>
                <a:latin typeface="Cambria Math"/>
                <a:cs typeface="Cambria Math"/>
              </a:rPr>
              <a:t>𝑝</a:t>
            </a:r>
            <a:r>
              <a:rPr dirty="0" baseline="11111" sz="3000">
                <a:solidFill>
                  <a:srgbClr val="FF40FF"/>
                </a:solidFill>
                <a:latin typeface="Cambria Math"/>
                <a:cs typeface="Cambria Math"/>
              </a:rPr>
              <a:t>෣</a:t>
            </a:r>
            <a:r>
              <a:rPr dirty="0" baseline="1388" sz="3000">
                <a:solidFill>
                  <a:srgbClr val="FF40FF"/>
                </a:solidFill>
                <a:latin typeface="Cambria Math"/>
                <a:cs typeface="Cambria Math"/>
              </a:rPr>
              <a:t>𝑟𝑖𝑐𝑒</a:t>
            </a:r>
            <a:r>
              <a:rPr dirty="0" baseline="1388" sz="3000" spc="44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baseline="1388" sz="3000">
                <a:latin typeface="Cambria Math"/>
                <a:cs typeface="Cambria Math"/>
              </a:rPr>
              <a:t>=</a:t>
            </a:r>
            <a:r>
              <a:rPr dirty="0" baseline="1388" sz="3000" spc="165">
                <a:latin typeface="Cambria Math"/>
                <a:cs typeface="Cambria Math"/>
              </a:rPr>
              <a:t> </a:t>
            </a:r>
            <a:r>
              <a:rPr dirty="0" baseline="1388" sz="3000" spc="-15">
                <a:latin typeface="Cambria Math"/>
                <a:cs typeface="Cambria Math"/>
              </a:rPr>
              <a:t>$</a:t>
            </a:r>
            <a:r>
              <a:rPr dirty="0" baseline="1388" sz="3000" spc="-15">
                <a:solidFill>
                  <a:srgbClr val="FF40FF"/>
                </a:solidFill>
                <a:latin typeface="Cambria Math"/>
                <a:cs typeface="Cambria Math"/>
              </a:rPr>
              <a:t>500</a:t>
            </a:r>
            <a:r>
              <a:rPr dirty="0" baseline="1388" sz="3000" spc="-15">
                <a:solidFill>
                  <a:srgbClr val="FF40FF"/>
                </a:solidFill>
                <a:latin typeface="Verdana"/>
                <a:cs typeface="Verdana"/>
              </a:rPr>
              <a:t>k</a:t>
            </a:r>
            <a:endParaRPr baseline="1388" sz="30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797" y="1116583"/>
            <a:ext cx="103466" cy="1600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6730" y="1336166"/>
            <a:ext cx="505777" cy="17640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4913" y="1835530"/>
            <a:ext cx="413512" cy="13754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67169" y="1811908"/>
            <a:ext cx="953388" cy="24891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73593" y="1764664"/>
            <a:ext cx="1076832" cy="2406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90113" y="3818153"/>
            <a:ext cx="353034" cy="17906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70473" y="3677665"/>
            <a:ext cx="1153529" cy="9398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62625" y="3857371"/>
            <a:ext cx="618871" cy="1549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23734" y="3686175"/>
            <a:ext cx="692531" cy="9893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58532" y="3857650"/>
            <a:ext cx="637286" cy="17368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03689" y="1301877"/>
            <a:ext cx="248934" cy="19659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520314" y="1125474"/>
            <a:ext cx="1173988" cy="35191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589014" y="4222889"/>
            <a:ext cx="586612" cy="16346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386781" y="4103738"/>
            <a:ext cx="1397554" cy="248894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7210425" y="1277238"/>
            <a:ext cx="648970" cy="380365"/>
            <a:chOff x="7210425" y="1277238"/>
            <a:chExt cx="648970" cy="380365"/>
          </a:xfrm>
        </p:grpSpPr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00468" y="1277238"/>
              <a:ext cx="558418" cy="21285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10425" y="1476375"/>
              <a:ext cx="180975" cy="180975"/>
            </a:xfrm>
            <a:prstGeom prst="rect">
              <a:avLst/>
            </a:prstGeom>
          </p:spPr>
        </p:pic>
      </p:grp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xfrm>
            <a:off x="2078354" y="129539"/>
            <a:ext cx="5228590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</a:t>
            </a:r>
            <a:r>
              <a:rPr dirty="0" spc="-105"/>
              <a:t> </a:t>
            </a:r>
            <a:r>
              <a:rPr dirty="0"/>
              <a:t>and</a:t>
            </a:r>
            <a:r>
              <a:rPr dirty="0" spc="-100"/>
              <a:t> </a:t>
            </a:r>
            <a:r>
              <a:rPr dirty="0"/>
              <a:t>parameter</a:t>
            </a:r>
            <a:r>
              <a:rPr dirty="0" spc="-30"/>
              <a:t> </a:t>
            </a:r>
            <a:r>
              <a:rPr dirty="0" spc="-10"/>
              <a:t>values</a:t>
            </a:r>
          </a:p>
        </p:txBody>
      </p:sp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037444" y="1245361"/>
            <a:ext cx="648980" cy="35483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861274" y="3656710"/>
            <a:ext cx="343746" cy="291465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591050" y="1457325"/>
            <a:ext cx="180975" cy="18097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429125" y="2009775"/>
            <a:ext cx="180975" cy="171450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342900" y="2462276"/>
            <a:ext cx="8225790" cy="2061845"/>
            <a:chOff x="342900" y="2462276"/>
            <a:chExt cx="8225790" cy="2061845"/>
          </a:xfrm>
        </p:grpSpPr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36302" y="3098800"/>
              <a:ext cx="594877" cy="20294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35938" y="3824859"/>
              <a:ext cx="906951" cy="18242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10061" y="3831209"/>
              <a:ext cx="151552" cy="18007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29761" y="3817493"/>
              <a:ext cx="146685" cy="17518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529201" y="2462276"/>
              <a:ext cx="0" cy="2061845"/>
            </a:xfrm>
            <a:custGeom>
              <a:avLst/>
              <a:gdLst/>
              <a:ahLst/>
              <a:cxnLst/>
              <a:rect l="l" t="t" r="r" b="b"/>
              <a:pathLst>
                <a:path w="0" h="2061845">
                  <a:moveTo>
                    <a:pt x="0" y="0"/>
                  </a:moveTo>
                  <a:lnTo>
                    <a:pt x="0" y="2061514"/>
                  </a:lnTo>
                </a:path>
              </a:pathLst>
            </a:custGeom>
            <a:ln w="254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05123" y="2565400"/>
              <a:ext cx="440943" cy="1905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780064" y="2557018"/>
              <a:ext cx="451447" cy="15748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62525" y="3324225"/>
              <a:ext cx="180975" cy="1809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69740" y="3775964"/>
              <a:ext cx="144525" cy="15316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129651" y="3697605"/>
              <a:ext cx="286941" cy="5511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135746" y="3822319"/>
              <a:ext cx="432434" cy="17402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2900" y="2609850"/>
              <a:ext cx="180975" cy="1809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962650" y="3130042"/>
              <a:ext cx="863418" cy="4037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673891" y="4199623"/>
              <a:ext cx="1514060" cy="27282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22380" y="3675507"/>
              <a:ext cx="1176293" cy="12179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855637" y="3676142"/>
              <a:ext cx="740207" cy="97281"/>
            </a:xfrm>
            <a:prstGeom prst="rect">
              <a:avLst/>
            </a:prstGeom>
          </p:spPr>
        </p:pic>
      </p:grp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894967" y="655701"/>
          <a:ext cx="5455920" cy="111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/>
                <a:gridCol w="1867535"/>
                <a:gridCol w="2051685"/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>
                          <a:latin typeface="Verdana"/>
                          <a:cs typeface="Verdana"/>
                        </a:rPr>
                        <a:t>size</a:t>
                      </a:r>
                      <a:r>
                        <a:rPr dirty="0" sz="1400" spc="-10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1400" spc="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feature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solidFill>
                            <a:srgbClr val="FF9300"/>
                          </a:solidFill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dirty="0" baseline="-15873" sz="1575" spc="-37">
                          <a:solidFill>
                            <a:srgbClr val="FF9300"/>
                          </a:solidFill>
                          <a:latin typeface="Cambria Math"/>
                          <a:cs typeface="Cambria Math"/>
                        </a:rPr>
                        <a:t>𝑗</a:t>
                      </a:r>
                      <a:endParaRPr baseline="-15873" sz="1575">
                        <a:latin typeface="Cambria Math"/>
                        <a:cs typeface="Cambria Math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400">
                          <a:latin typeface="Verdana"/>
                          <a:cs typeface="Verdana"/>
                        </a:rPr>
                        <a:t>size</a:t>
                      </a:r>
                      <a:r>
                        <a:rPr dirty="0" sz="1400" spc="-1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1400" spc="-1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parameter</a:t>
                      </a:r>
                      <a:r>
                        <a:rPr dirty="0" sz="1400" spc="4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solidFill>
                            <a:srgbClr val="0096FF"/>
                          </a:solidFill>
                          <a:latin typeface="Cambria Math"/>
                          <a:cs typeface="Cambria Math"/>
                        </a:rPr>
                        <a:t>𝑤</a:t>
                      </a:r>
                      <a:r>
                        <a:rPr dirty="0" baseline="-15873" sz="1575" spc="-37">
                          <a:solidFill>
                            <a:srgbClr val="0096FF"/>
                          </a:solidFill>
                          <a:latin typeface="Cambria Math"/>
                          <a:cs typeface="Cambria Math"/>
                        </a:rPr>
                        <a:t>𝑗</a:t>
                      </a:r>
                      <a:endParaRPr baseline="-15873" sz="1575">
                        <a:latin typeface="Cambria Math"/>
                        <a:cs typeface="Cambria Math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>
                          <a:latin typeface="Verdana"/>
                          <a:cs typeface="Verdana"/>
                        </a:rPr>
                        <a:t>size</a:t>
                      </a:r>
                      <a:r>
                        <a:rPr dirty="0" sz="1400" spc="-8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>
                          <a:latin typeface="Verdana"/>
                          <a:cs typeface="Verdana"/>
                        </a:rPr>
                        <a:t>in</a:t>
                      </a:r>
                      <a:r>
                        <a:rPr dirty="0" sz="1400" spc="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latin typeface="Verdana"/>
                          <a:cs typeface="Verdana"/>
                        </a:rPr>
                        <a:t>feet</a:t>
                      </a:r>
                      <a:r>
                        <a:rPr dirty="0" baseline="27777" sz="1350" spc="-30">
                          <a:latin typeface="Cambria Math"/>
                          <a:cs typeface="Cambria Math"/>
                        </a:rPr>
                        <a:t>2</a:t>
                      </a:r>
                      <a:endParaRPr baseline="27777" sz="1350">
                        <a:latin typeface="Cambria Math"/>
                        <a:cs typeface="Cambria Math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400" spc="-10">
                          <a:latin typeface="Verdana"/>
                          <a:cs typeface="Verdana"/>
                        </a:rPr>
                        <a:t>#bedrooms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3533775" y="1152525"/>
            <a:ext cx="1013460" cy="114300"/>
          </a:xfrm>
          <a:custGeom>
            <a:avLst/>
            <a:gdLst/>
            <a:ahLst/>
            <a:cxnLst/>
            <a:rect l="l" t="t" r="r" b="b"/>
            <a:pathLst>
              <a:path w="10134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013460" h="114300">
                <a:moveTo>
                  <a:pt x="898651" y="0"/>
                </a:moveTo>
                <a:lnTo>
                  <a:pt x="898651" y="114300"/>
                </a:lnTo>
                <a:lnTo>
                  <a:pt x="974851" y="76200"/>
                </a:lnTo>
                <a:lnTo>
                  <a:pt x="917701" y="76200"/>
                </a:lnTo>
                <a:lnTo>
                  <a:pt x="917701" y="38100"/>
                </a:lnTo>
                <a:lnTo>
                  <a:pt x="974851" y="38100"/>
                </a:lnTo>
                <a:lnTo>
                  <a:pt x="898651" y="0"/>
                </a:lnTo>
                <a:close/>
              </a:path>
              <a:path w="10134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013460" h="114300">
                <a:moveTo>
                  <a:pt x="89865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898651" y="76200"/>
                </a:lnTo>
                <a:lnTo>
                  <a:pt x="898651" y="38100"/>
                </a:lnTo>
                <a:close/>
              </a:path>
              <a:path w="1013460" h="114300">
                <a:moveTo>
                  <a:pt x="974851" y="38100"/>
                </a:moveTo>
                <a:lnTo>
                  <a:pt x="917701" y="38100"/>
                </a:lnTo>
                <a:lnTo>
                  <a:pt x="917701" y="76200"/>
                </a:lnTo>
                <a:lnTo>
                  <a:pt x="974851" y="76200"/>
                </a:lnTo>
                <a:lnTo>
                  <a:pt x="1012951" y="57150"/>
                </a:lnTo>
                <a:lnTo>
                  <a:pt x="974851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29250" y="1162050"/>
            <a:ext cx="511175" cy="114300"/>
          </a:xfrm>
          <a:custGeom>
            <a:avLst/>
            <a:gdLst/>
            <a:ahLst/>
            <a:cxnLst/>
            <a:rect l="l" t="t" r="r" b="b"/>
            <a:pathLst>
              <a:path w="5111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11175" h="114300">
                <a:moveTo>
                  <a:pt x="396748" y="0"/>
                </a:moveTo>
                <a:lnTo>
                  <a:pt x="396748" y="114300"/>
                </a:lnTo>
                <a:lnTo>
                  <a:pt x="472948" y="76200"/>
                </a:lnTo>
                <a:lnTo>
                  <a:pt x="415798" y="76200"/>
                </a:lnTo>
                <a:lnTo>
                  <a:pt x="415798" y="38100"/>
                </a:lnTo>
                <a:lnTo>
                  <a:pt x="472948" y="38100"/>
                </a:lnTo>
                <a:lnTo>
                  <a:pt x="396748" y="0"/>
                </a:lnTo>
                <a:close/>
              </a:path>
              <a:path w="5111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11175" h="114300">
                <a:moveTo>
                  <a:pt x="39674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96748" y="76200"/>
                </a:lnTo>
                <a:lnTo>
                  <a:pt x="396748" y="38100"/>
                </a:lnTo>
                <a:close/>
              </a:path>
              <a:path w="511175" h="114300">
                <a:moveTo>
                  <a:pt x="472948" y="38100"/>
                </a:moveTo>
                <a:lnTo>
                  <a:pt x="415798" y="38100"/>
                </a:lnTo>
                <a:lnTo>
                  <a:pt x="415798" y="76200"/>
                </a:lnTo>
                <a:lnTo>
                  <a:pt x="472948" y="76200"/>
                </a:lnTo>
                <a:lnTo>
                  <a:pt x="511048" y="57150"/>
                </a:lnTo>
                <a:lnTo>
                  <a:pt x="472948" y="3810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33775" y="1562100"/>
            <a:ext cx="511175" cy="114300"/>
          </a:xfrm>
          <a:custGeom>
            <a:avLst/>
            <a:gdLst/>
            <a:ahLst/>
            <a:cxnLst/>
            <a:rect l="l" t="t" r="r" b="b"/>
            <a:pathLst>
              <a:path w="5111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11175" h="114300">
                <a:moveTo>
                  <a:pt x="396748" y="0"/>
                </a:moveTo>
                <a:lnTo>
                  <a:pt x="396748" y="114300"/>
                </a:lnTo>
                <a:lnTo>
                  <a:pt x="472948" y="76200"/>
                </a:lnTo>
                <a:lnTo>
                  <a:pt x="415798" y="76200"/>
                </a:lnTo>
                <a:lnTo>
                  <a:pt x="415798" y="38100"/>
                </a:lnTo>
                <a:lnTo>
                  <a:pt x="472948" y="38100"/>
                </a:lnTo>
                <a:lnTo>
                  <a:pt x="396748" y="0"/>
                </a:lnTo>
                <a:close/>
              </a:path>
              <a:path w="511175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11175" h="114300">
                <a:moveTo>
                  <a:pt x="39674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96748" y="76200"/>
                </a:lnTo>
                <a:lnTo>
                  <a:pt x="396748" y="38100"/>
                </a:lnTo>
                <a:close/>
              </a:path>
              <a:path w="511175" h="114300">
                <a:moveTo>
                  <a:pt x="472948" y="38100"/>
                </a:moveTo>
                <a:lnTo>
                  <a:pt x="415798" y="38100"/>
                </a:lnTo>
                <a:lnTo>
                  <a:pt x="415798" y="76200"/>
                </a:lnTo>
                <a:lnTo>
                  <a:pt x="472948" y="76200"/>
                </a:lnTo>
                <a:lnTo>
                  <a:pt x="511048" y="57150"/>
                </a:lnTo>
                <a:lnTo>
                  <a:pt x="472948" y="3810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429250" y="1562100"/>
            <a:ext cx="1013460" cy="114300"/>
          </a:xfrm>
          <a:custGeom>
            <a:avLst/>
            <a:gdLst/>
            <a:ahLst/>
            <a:cxnLst/>
            <a:rect l="l" t="t" r="r" b="b"/>
            <a:pathLst>
              <a:path w="10134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1013460" h="114300">
                <a:moveTo>
                  <a:pt x="898651" y="0"/>
                </a:moveTo>
                <a:lnTo>
                  <a:pt x="898651" y="114300"/>
                </a:lnTo>
                <a:lnTo>
                  <a:pt x="974851" y="76200"/>
                </a:lnTo>
                <a:lnTo>
                  <a:pt x="917701" y="76200"/>
                </a:lnTo>
                <a:lnTo>
                  <a:pt x="917701" y="38100"/>
                </a:lnTo>
                <a:lnTo>
                  <a:pt x="974851" y="38100"/>
                </a:lnTo>
                <a:lnTo>
                  <a:pt x="898651" y="0"/>
                </a:lnTo>
                <a:close/>
              </a:path>
              <a:path w="10134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1013460" h="114300">
                <a:moveTo>
                  <a:pt x="898651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898651" y="76200"/>
                </a:lnTo>
                <a:lnTo>
                  <a:pt x="898651" y="38100"/>
                </a:lnTo>
                <a:close/>
              </a:path>
              <a:path w="1013460" h="114300">
                <a:moveTo>
                  <a:pt x="974851" y="38100"/>
                </a:moveTo>
                <a:lnTo>
                  <a:pt x="917701" y="38100"/>
                </a:lnTo>
                <a:lnTo>
                  <a:pt x="917701" y="76200"/>
                </a:lnTo>
                <a:lnTo>
                  <a:pt x="974851" y="76200"/>
                </a:lnTo>
                <a:lnTo>
                  <a:pt x="1012951" y="57150"/>
                </a:lnTo>
                <a:lnTo>
                  <a:pt x="974851" y="3810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55978" y="1949704"/>
            <a:ext cx="114935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0">
                <a:solidFill>
                  <a:srgbClr val="FF9300"/>
                </a:solidFill>
                <a:latin typeface="Verdana"/>
                <a:cs typeface="Verdana"/>
              </a:rPr>
              <a:t>Features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3451" y="1949704"/>
            <a:ext cx="150241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10">
                <a:solidFill>
                  <a:srgbClr val="0096FF"/>
                </a:solidFill>
                <a:latin typeface="Verdana"/>
                <a:cs typeface="Verdana"/>
              </a:rPr>
              <a:t>Parameters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457323"/>
            <a:ext cx="2035175" cy="182304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37588" y="4251642"/>
            <a:ext cx="12172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8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feet</a:t>
            </a:r>
            <a:r>
              <a:rPr dirty="0" baseline="27777" sz="1350" spc="-30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435" y="2931477"/>
            <a:ext cx="1045210" cy="4622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5520" y="2466848"/>
            <a:ext cx="2228723" cy="180531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502909" y="4269740"/>
            <a:ext cx="12553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873" sz="157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16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feet</a:t>
            </a:r>
            <a:r>
              <a:rPr dirty="0" baseline="27777" sz="1350" spc="-15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8051" y="2931477"/>
            <a:ext cx="1042669" cy="4622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51435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873" sz="1575" spc="-37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620" y="3889184"/>
            <a:ext cx="125920" cy="1333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618" y="3664203"/>
            <a:ext cx="114896" cy="13080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4167251" y="1986026"/>
            <a:ext cx="0" cy="2421255"/>
          </a:xfrm>
          <a:custGeom>
            <a:avLst/>
            <a:gdLst/>
            <a:ahLst/>
            <a:cxnLst/>
            <a:rect l="l" t="t" r="r" b="b"/>
            <a:pathLst>
              <a:path w="0" h="2421254">
                <a:moveTo>
                  <a:pt x="0" y="0"/>
                </a:moveTo>
                <a:lnTo>
                  <a:pt x="0" y="2421178"/>
                </a:lnTo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84426" y="2389123"/>
            <a:ext cx="1689481" cy="34061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40319" y="2729102"/>
            <a:ext cx="585977" cy="362966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375653" y="2378201"/>
            <a:ext cx="1537970" cy="645160"/>
            <a:chOff x="6375653" y="2378201"/>
            <a:chExt cx="1537970" cy="64516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75653" y="2802889"/>
              <a:ext cx="1150747" cy="22021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308976" y="2389631"/>
              <a:ext cx="604520" cy="238760"/>
            </a:xfrm>
            <a:custGeom>
              <a:avLst/>
              <a:gdLst/>
              <a:ahLst/>
              <a:cxnLst/>
              <a:rect l="l" t="t" r="r" b="b"/>
              <a:pathLst>
                <a:path w="604520" h="238760">
                  <a:moveTo>
                    <a:pt x="528447" y="0"/>
                  </a:moveTo>
                  <a:lnTo>
                    <a:pt x="525018" y="9651"/>
                  </a:lnTo>
                  <a:lnTo>
                    <a:pt x="538807" y="15654"/>
                  </a:lnTo>
                  <a:lnTo>
                    <a:pt x="550656" y="23955"/>
                  </a:lnTo>
                  <a:lnTo>
                    <a:pt x="574746" y="62404"/>
                  </a:lnTo>
                  <a:lnTo>
                    <a:pt x="582676" y="117982"/>
                  </a:lnTo>
                  <a:lnTo>
                    <a:pt x="581794" y="138955"/>
                  </a:lnTo>
                  <a:lnTo>
                    <a:pt x="568578" y="190373"/>
                  </a:lnTo>
                  <a:lnTo>
                    <a:pt x="538968" y="222573"/>
                  </a:lnTo>
                  <a:lnTo>
                    <a:pt x="525399" y="228600"/>
                  </a:lnTo>
                  <a:lnTo>
                    <a:pt x="528447" y="238251"/>
                  </a:lnTo>
                  <a:lnTo>
                    <a:pt x="573952" y="211195"/>
                  </a:lnTo>
                  <a:lnTo>
                    <a:pt x="599519" y="161258"/>
                  </a:lnTo>
                  <a:lnTo>
                    <a:pt x="604393" y="119253"/>
                  </a:lnTo>
                  <a:lnTo>
                    <a:pt x="603170" y="97647"/>
                  </a:lnTo>
                  <a:lnTo>
                    <a:pt x="603156" y="97397"/>
                  </a:lnTo>
                  <a:lnTo>
                    <a:pt x="593302" y="58638"/>
                  </a:lnTo>
                  <a:lnTo>
                    <a:pt x="560816" y="15319"/>
                  </a:lnTo>
                  <a:lnTo>
                    <a:pt x="545685" y="6260"/>
                  </a:lnTo>
                  <a:lnTo>
                    <a:pt x="528447" y="0"/>
                  </a:lnTo>
                  <a:close/>
                </a:path>
                <a:path w="604520" h="238760">
                  <a:moveTo>
                    <a:pt x="75946" y="0"/>
                  </a:moveTo>
                  <a:lnTo>
                    <a:pt x="30440" y="27164"/>
                  </a:lnTo>
                  <a:lnTo>
                    <a:pt x="4873" y="77184"/>
                  </a:lnTo>
                  <a:lnTo>
                    <a:pt x="70" y="117982"/>
                  </a:lnTo>
                  <a:lnTo>
                    <a:pt x="0" y="119253"/>
                  </a:lnTo>
                  <a:lnTo>
                    <a:pt x="1097" y="138955"/>
                  </a:lnTo>
                  <a:lnTo>
                    <a:pt x="1216" y="141089"/>
                  </a:lnTo>
                  <a:lnTo>
                    <a:pt x="4873" y="161258"/>
                  </a:lnTo>
                  <a:lnTo>
                    <a:pt x="19557" y="196595"/>
                  </a:lnTo>
                  <a:lnTo>
                    <a:pt x="58634" y="232011"/>
                  </a:lnTo>
                  <a:lnTo>
                    <a:pt x="75946" y="238251"/>
                  </a:lnTo>
                  <a:lnTo>
                    <a:pt x="78867" y="228600"/>
                  </a:lnTo>
                  <a:lnTo>
                    <a:pt x="65317" y="222573"/>
                  </a:lnTo>
                  <a:lnTo>
                    <a:pt x="53625" y="214201"/>
                  </a:lnTo>
                  <a:lnTo>
                    <a:pt x="29646" y="175186"/>
                  </a:lnTo>
                  <a:lnTo>
                    <a:pt x="21770" y="119253"/>
                  </a:lnTo>
                  <a:lnTo>
                    <a:pt x="21717" y="117982"/>
                  </a:lnTo>
                  <a:lnTo>
                    <a:pt x="25241" y="79121"/>
                  </a:lnTo>
                  <a:lnTo>
                    <a:pt x="43815" y="34565"/>
                  </a:lnTo>
                  <a:lnTo>
                    <a:pt x="79248" y="9651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391145" y="2378201"/>
              <a:ext cx="199390" cy="62230"/>
            </a:xfrm>
            <a:custGeom>
              <a:avLst/>
              <a:gdLst/>
              <a:ahLst/>
              <a:cxnLst/>
              <a:rect l="l" t="t" r="r" b="b"/>
              <a:pathLst>
                <a:path w="199390" h="62230">
                  <a:moveTo>
                    <a:pt x="167894" y="0"/>
                  </a:moveTo>
                  <a:lnTo>
                    <a:pt x="161162" y="7493"/>
                  </a:lnTo>
                  <a:lnTo>
                    <a:pt x="181355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81355" y="36830"/>
                  </a:lnTo>
                  <a:lnTo>
                    <a:pt x="161162" y="54229"/>
                  </a:lnTo>
                  <a:lnTo>
                    <a:pt x="167894" y="61849"/>
                  </a:lnTo>
                  <a:lnTo>
                    <a:pt x="199389" y="34543"/>
                  </a:lnTo>
                  <a:lnTo>
                    <a:pt x="199389" y="27305"/>
                  </a:lnTo>
                  <a:lnTo>
                    <a:pt x="16789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176134" y="2314829"/>
            <a:ext cx="66040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4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80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1817116" y="99060"/>
            <a:ext cx="5560060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</a:t>
            </a:r>
            <a:r>
              <a:rPr dirty="0" spc="-120"/>
              <a:t> </a:t>
            </a:r>
            <a:r>
              <a:rPr dirty="0"/>
              <a:t>size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114"/>
              <a:t> </a:t>
            </a:r>
            <a:r>
              <a:rPr dirty="0"/>
              <a:t>parameter</a:t>
            </a:r>
            <a:r>
              <a:rPr dirty="0" spc="-40"/>
              <a:t> </a:t>
            </a:r>
            <a:r>
              <a:rPr dirty="0" spc="-20"/>
              <a:t>size</a:t>
            </a:r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80990" y="2533650"/>
            <a:ext cx="676910" cy="1352550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4" y="780923"/>
            <a:ext cx="2567178" cy="376250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71853" y="2496756"/>
            <a:ext cx="12172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8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feet</a:t>
            </a:r>
            <a:r>
              <a:rPr dirty="0" baseline="27777" sz="1350" spc="-30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9" y="1280223"/>
            <a:ext cx="1044575" cy="4622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48944" y="705484"/>
            <a:ext cx="6892925" cy="1749425"/>
            <a:chOff x="748944" y="705484"/>
            <a:chExt cx="6892925" cy="17494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944" y="2196845"/>
              <a:ext cx="126029" cy="1333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2784" y="1981199"/>
              <a:ext cx="114884" cy="1308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5532" y="705484"/>
              <a:ext cx="2995802" cy="174929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35015" y="2402903"/>
            <a:ext cx="12553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873" sz="157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157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10">
                <a:latin typeface="Arial"/>
                <a:cs typeface="Arial"/>
              </a:rPr>
              <a:t> feet</a:t>
            </a:r>
            <a:r>
              <a:rPr dirty="0" baseline="27777" sz="1350" spc="-15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86276" y="1284605"/>
            <a:ext cx="1042669" cy="4635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4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873" sz="1575" spc="-37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037578" y="1312925"/>
            <a:ext cx="604520" cy="250190"/>
            <a:chOff x="7037578" y="1312925"/>
            <a:chExt cx="604520" cy="250190"/>
          </a:xfrm>
        </p:grpSpPr>
        <p:sp>
          <p:nvSpPr>
            <p:cNvPr id="12" name="object 12"/>
            <p:cNvSpPr/>
            <p:nvPr/>
          </p:nvSpPr>
          <p:spPr>
            <a:xfrm>
              <a:off x="7037578" y="1324482"/>
              <a:ext cx="604520" cy="238125"/>
            </a:xfrm>
            <a:custGeom>
              <a:avLst/>
              <a:gdLst/>
              <a:ahLst/>
              <a:cxnLst/>
              <a:rect l="l" t="t" r="r" b="b"/>
              <a:pathLst>
                <a:path w="604520" h="238125">
                  <a:moveTo>
                    <a:pt x="528574" y="0"/>
                  </a:moveTo>
                  <a:lnTo>
                    <a:pt x="525145" y="9651"/>
                  </a:lnTo>
                  <a:lnTo>
                    <a:pt x="538934" y="15652"/>
                  </a:lnTo>
                  <a:lnTo>
                    <a:pt x="550783" y="23939"/>
                  </a:lnTo>
                  <a:lnTo>
                    <a:pt x="574873" y="62277"/>
                  </a:lnTo>
                  <a:lnTo>
                    <a:pt x="581888" y="97287"/>
                  </a:lnTo>
                  <a:lnTo>
                    <a:pt x="581921" y="97520"/>
                  </a:lnTo>
                  <a:lnTo>
                    <a:pt x="582802" y="117855"/>
                  </a:lnTo>
                  <a:lnTo>
                    <a:pt x="581921" y="138884"/>
                  </a:lnTo>
                  <a:lnTo>
                    <a:pt x="579278" y="157972"/>
                  </a:lnTo>
                  <a:lnTo>
                    <a:pt x="560655" y="203398"/>
                  </a:lnTo>
                  <a:lnTo>
                    <a:pt x="525526" y="228472"/>
                  </a:lnTo>
                  <a:lnTo>
                    <a:pt x="528574" y="238125"/>
                  </a:lnTo>
                  <a:lnTo>
                    <a:pt x="574079" y="211139"/>
                  </a:lnTo>
                  <a:lnTo>
                    <a:pt x="599598" y="161242"/>
                  </a:lnTo>
                  <a:lnTo>
                    <a:pt x="604520" y="119125"/>
                  </a:lnTo>
                  <a:lnTo>
                    <a:pt x="603296" y="97520"/>
                  </a:lnTo>
                  <a:lnTo>
                    <a:pt x="603283" y="97287"/>
                  </a:lnTo>
                  <a:lnTo>
                    <a:pt x="593429" y="58564"/>
                  </a:lnTo>
                  <a:lnTo>
                    <a:pt x="560943" y="15208"/>
                  </a:lnTo>
                  <a:lnTo>
                    <a:pt x="545812" y="6187"/>
                  </a:lnTo>
                  <a:lnTo>
                    <a:pt x="528574" y="0"/>
                  </a:lnTo>
                  <a:close/>
                </a:path>
                <a:path w="604520" h="238125">
                  <a:moveTo>
                    <a:pt x="76073" y="0"/>
                  </a:moveTo>
                  <a:lnTo>
                    <a:pt x="30567" y="27039"/>
                  </a:lnTo>
                  <a:lnTo>
                    <a:pt x="4937" y="77104"/>
                  </a:lnTo>
                  <a:lnTo>
                    <a:pt x="71" y="117855"/>
                  </a:lnTo>
                  <a:lnTo>
                    <a:pt x="0" y="119125"/>
                  </a:lnTo>
                  <a:lnTo>
                    <a:pt x="1114" y="138884"/>
                  </a:lnTo>
                  <a:lnTo>
                    <a:pt x="11090" y="179758"/>
                  </a:lnTo>
                  <a:lnTo>
                    <a:pt x="43497" y="222932"/>
                  </a:lnTo>
                  <a:lnTo>
                    <a:pt x="76073" y="238125"/>
                  </a:lnTo>
                  <a:lnTo>
                    <a:pt x="78994" y="228472"/>
                  </a:lnTo>
                  <a:lnTo>
                    <a:pt x="65444" y="222448"/>
                  </a:lnTo>
                  <a:lnTo>
                    <a:pt x="53752" y="214090"/>
                  </a:lnTo>
                  <a:lnTo>
                    <a:pt x="29700" y="175131"/>
                  </a:lnTo>
                  <a:lnTo>
                    <a:pt x="21770" y="119125"/>
                  </a:lnTo>
                  <a:lnTo>
                    <a:pt x="21717" y="117855"/>
                  </a:lnTo>
                  <a:lnTo>
                    <a:pt x="22600" y="97520"/>
                  </a:lnTo>
                  <a:lnTo>
                    <a:pt x="35941" y="47370"/>
                  </a:lnTo>
                  <a:lnTo>
                    <a:pt x="65659" y="15652"/>
                  </a:lnTo>
                  <a:lnTo>
                    <a:pt x="79375" y="9651"/>
                  </a:lnTo>
                  <a:lnTo>
                    <a:pt x="76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119747" y="1312925"/>
              <a:ext cx="200025" cy="62230"/>
            </a:xfrm>
            <a:custGeom>
              <a:avLst/>
              <a:gdLst/>
              <a:ahLst/>
              <a:cxnLst/>
              <a:rect l="l" t="t" r="r" b="b"/>
              <a:pathLst>
                <a:path w="200025" h="62230">
                  <a:moveTo>
                    <a:pt x="168021" y="0"/>
                  </a:moveTo>
                  <a:lnTo>
                    <a:pt x="161289" y="7620"/>
                  </a:lnTo>
                  <a:lnTo>
                    <a:pt x="181355" y="25019"/>
                  </a:lnTo>
                  <a:lnTo>
                    <a:pt x="0" y="25019"/>
                  </a:lnTo>
                  <a:lnTo>
                    <a:pt x="0" y="36829"/>
                  </a:lnTo>
                  <a:lnTo>
                    <a:pt x="181355" y="36829"/>
                  </a:lnTo>
                  <a:lnTo>
                    <a:pt x="161289" y="54356"/>
                  </a:lnTo>
                  <a:lnTo>
                    <a:pt x="168021" y="61849"/>
                  </a:lnTo>
                  <a:lnTo>
                    <a:pt x="199517" y="34544"/>
                  </a:lnTo>
                  <a:lnTo>
                    <a:pt x="199517" y="27304"/>
                  </a:lnTo>
                  <a:lnTo>
                    <a:pt x="168021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904608" y="1248092"/>
            <a:ext cx="6604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44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7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72050" y="2619248"/>
            <a:ext cx="1861693" cy="161498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313679" y="4113212"/>
            <a:ext cx="12553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873" sz="157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16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feet</a:t>
            </a:r>
            <a:r>
              <a:rPr dirty="0" baseline="27777" sz="1350" spc="-30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39234" y="3020377"/>
            <a:ext cx="1044575" cy="6731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3429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873" sz="1575" spc="-37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 marL="38100" marR="30480">
              <a:lnSpc>
                <a:spcPts val="1650"/>
              </a:lnSpc>
              <a:spcBef>
                <a:spcPts val="13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 rescaled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047230" y="3120644"/>
            <a:ext cx="604520" cy="250190"/>
            <a:chOff x="7047230" y="3120644"/>
            <a:chExt cx="604520" cy="250190"/>
          </a:xfrm>
        </p:grpSpPr>
        <p:sp>
          <p:nvSpPr>
            <p:cNvPr id="19" name="object 19"/>
            <p:cNvSpPr/>
            <p:nvPr/>
          </p:nvSpPr>
          <p:spPr>
            <a:xfrm>
              <a:off x="7047230" y="3132074"/>
              <a:ext cx="604520" cy="238760"/>
            </a:xfrm>
            <a:custGeom>
              <a:avLst/>
              <a:gdLst/>
              <a:ahLst/>
              <a:cxnLst/>
              <a:rect l="l" t="t" r="r" b="b"/>
              <a:pathLst>
                <a:path w="604520" h="238760">
                  <a:moveTo>
                    <a:pt x="528447" y="0"/>
                  </a:moveTo>
                  <a:lnTo>
                    <a:pt x="525145" y="9778"/>
                  </a:lnTo>
                  <a:lnTo>
                    <a:pt x="538934" y="15708"/>
                  </a:lnTo>
                  <a:lnTo>
                    <a:pt x="550783" y="23971"/>
                  </a:lnTo>
                  <a:lnTo>
                    <a:pt x="574853" y="62404"/>
                  </a:lnTo>
                  <a:lnTo>
                    <a:pt x="581782" y="97414"/>
                  </a:lnTo>
                  <a:lnTo>
                    <a:pt x="581814" y="97647"/>
                  </a:lnTo>
                  <a:lnTo>
                    <a:pt x="581794" y="139009"/>
                  </a:lnTo>
                  <a:lnTo>
                    <a:pt x="568578" y="190373"/>
                  </a:lnTo>
                  <a:lnTo>
                    <a:pt x="539075" y="222573"/>
                  </a:lnTo>
                  <a:lnTo>
                    <a:pt x="525526" y="228600"/>
                  </a:lnTo>
                  <a:lnTo>
                    <a:pt x="528447" y="238251"/>
                  </a:lnTo>
                  <a:lnTo>
                    <a:pt x="573952" y="211195"/>
                  </a:lnTo>
                  <a:lnTo>
                    <a:pt x="599582" y="161305"/>
                  </a:lnTo>
                  <a:lnTo>
                    <a:pt x="604520" y="119252"/>
                  </a:lnTo>
                  <a:lnTo>
                    <a:pt x="603296" y="97647"/>
                  </a:lnTo>
                  <a:lnTo>
                    <a:pt x="603283" y="97414"/>
                  </a:lnTo>
                  <a:lnTo>
                    <a:pt x="593429" y="58691"/>
                  </a:lnTo>
                  <a:lnTo>
                    <a:pt x="560927" y="15319"/>
                  </a:lnTo>
                  <a:lnTo>
                    <a:pt x="545758" y="6260"/>
                  </a:lnTo>
                  <a:lnTo>
                    <a:pt x="528447" y="0"/>
                  </a:lnTo>
                  <a:close/>
                </a:path>
                <a:path w="604520" h="238760">
                  <a:moveTo>
                    <a:pt x="75946" y="0"/>
                  </a:moveTo>
                  <a:lnTo>
                    <a:pt x="30565" y="27164"/>
                  </a:lnTo>
                  <a:lnTo>
                    <a:pt x="4937" y="77231"/>
                  </a:lnTo>
                  <a:lnTo>
                    <a:pt x="71" y="117982"/>
                  </a:lnTo>
                  <a:lnTo>
                    <a:pt x="0" y="119252"/>
                  </a:lnTo>
                  <a:lnTo>
                    <a:pt x="1099" y="139009"/>
                  </a:lnTo>
                  <a:lnTo>
                    <a:pt x="10983" y="179814"/>
                  </a:lnTo>
                  <a:lnTo>
                    <a:pt x="43465" y="222996"/>
                  </a:lnTo>
                  <a:lnTo>
                    <a:pt x="75946" y="238251"/>
                  </a:lnTo>
                  <a:lnTo>
                    <a:pt x="78994" y="228600"/>
                  </a:lnTo>
                  <a:lnTo>
                    <a:pt x="65424" y="222573"/>
                  </a:lnTo>
                  <a:lnTo>
                    <a:pt x="53689" y="214201"/>
                  </a:lnTo>
                  <a:lnTo>
                    <a:pt x="29646" y="175204"/>
                  </a:lnTo>
                  <a:lnTo>
                    <a:pt x="21770" y="119252"/>
                  </a:lnTo>
                  <a:lnTo>
                    <a:pt x="21717" y="117982"/>
                  </a:lnTo>
                  <a:lnTo>
                    <a:pt x="22598" y="97647"/>
                  </a:lnTo>
                  <a:lnTo>
                    <a:pt x="35814" y="47498"/>
                  </a:lnTo>
                  <a:lnTo>
                    <a:pt x="65639" y="15708"/>
                  </a:lnTo>
                  <a:lnTo>
                    <a:pt x="79375" y="9778"/>
                  </a:lnTo>
                  <a:lnTo>
                    <a:pt x="759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129399" y="3120644"/>
              <a:ext cx="200025" cy="62230"/>
            </a:xfrm>
            <a:custGeom>
              <a:avLst/>
              <a:gdLst/>
              <a:ahLst/>
              <a:cxnLst/>
              <a:rect l="l" t="t" r="r" b="b"/>
              <a:pathLst>
                <a:path w="200025" h="62230">
                  <a:moveTo>
                    <a:pt x="167894" y="0"/>
                  </a:moveTo>
                  <a:lnTo>
                    <a:pt x="161290" y="7619"/>
                  </a:lnTo>
                  <a:lnTo>
                    <a:pt x="181355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81355" y="36830"/>
                  </a:lnTo>
                  <a:lnTo>
                    <a:pt x="161290" y="54356"/>
                  </a:lnTo>
                  <a:lnTo>
                    <a:pt x="167894" y="61849"/>
                  </a:lnTo>
                  <a:lnTo>
                    <a:pt x="199517" y="34543"/>
                  </a:lnTo>
                  <a:lnTo>
                    <a:pt x="199517" y="27305"/>
                  </a:lnTo>
                  <a:lnTo>
                    <a:pt x="16789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914133" y="3059112"/>
            <a:ext cx="6604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4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80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4289" y="4106545"/>
            <a:ext cx="12172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8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feet</a:t>
            </a:r>
            <a:r>
              <a:rPr dirty="0" baseline="27777" sz="1350" spc="-30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77" y="2949257"/>
            <a:ext cx="1042669" cy="6731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>
              <a:lnSpc>
                <a:spcPts val="1670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</a:t>
            </a:r>
            <a:endParaRPr sz="1400">
              <a:latin typeface="Arial"/>
              <a:cs typeface="Arial"/>
            </a:endParaRPr>
          </a:p>
          <a:p>
            <a:pPr algn="ctr" marR="1270">
              <a:lnSpc>
                <a:spcPts val="1670"/>
              </a:lnSpc>
            </a:pPr>
            <a:r>
              <a:rPr dirty="0" sz="1400" spc="-10">
                <a:latin typeface="Arial"/>
                <a:cs typeface="Arial"/>
              </a:rPr>
              <a:t>rescaled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55128" y="721105"/>
            <a:ext cx="585977" cy="362839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1298828" y="22860"/>
            <a:ext cx="5871210" cy="74358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</a:t>
            </a:r>
            <a:r>
              <a:rPr dirty="0" spc="-135"/>
              <a:t> </a:t>
            </a:r>
            <a:r>
              <a:rPr dirty="0"/>
              <a:t>size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130"/>
              <a:t> </a:t>
            </a:r>
            <a:r>
              <a:rPr dirty="0"/>
              <a:t>gradient</a:t>
            </a:r>
            <a:r>
              <a:rPr dirty="0" spc="25"/>
              <a:t> </a:t>
            </a:r>
            <a:r>
              <a:rPr dirty="0" spc="-10"/>
              <a:t>descent</a:t>
            </a:r>
          </a:p>
          <a:p>
            <a:pPr marL="150495">
              <a:lnSpc>
                <a:spcPct val="100000"/>
              </a:lnSpc>
              <a:tabLst>
                <a:tab pos="4003675" algn="l"/>
              </a:tabLst>
            </a:pPr>
            <a:r>
              <a:rPr dirty="0" sz="2000" spc="-10">
                <a:solidFill>
                  <a:srgbClr val="FF9300"/>
                </a:solidFill>
              </a:rPr>
              <a:t>Features</a:t>
            </a:r>
            <a:r>
              <a:rPr dirty="0" sz="2000">
                <a:solidFill>
                  <a:srgbClr val="FF9300"/>
                </a:solidFill>
              </a:rPr>
              <a:t>	</a:t>
            </a:r>
            <a:r>
              <a:rPr dirty="0" sz="2000" spc="-10">
                <a:solidFill>
                  <a:srgbClr val="0096FF"/>
                </a:solidFill>
              </a:rPr>
              <a:t>Parameters</a:t>
            </a:r>
            <a:endParaRPr sz="2000"/>
          </a:p>
        </p:txBody>
      </p:sp>
      <p:sp>
        <p:nvSpPr>
          <p:cNvPr id="26" name="object 26"/>
          <p:cNvSpPr txBox="1"/>
          <p:nvPr/>
        </p:nvSpPr>
        <p:spPr>
          <a:xfrm>
            <a:off x="1549019" y="4343110"/>
            <a:ext cx="71628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 sz="1400" spc="-10">
                <a:latin typeface="Arial"/>
                <a:cs typeface="Arial"/>
              </a:rPr>
              <a:t>rescaled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86984" y="4350095"/>
            <a:ext cx="716280" cy="227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70"/>
              </a:lnSpc>
            </a:pPr>
            <a:r>
              <a:rPr dirty="0" sz="1400" spc="-10">
                <a:latin typeface="Arial"/>
                <a:cs typeface="Arial"/>
              </a:rPr>
              <a:t>rescaled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622935" marR="5080" indent="152400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Practical</a:t>
            </a:r>
            <a:r>
              <a:rPr dirty="0" sz="3950" spc="5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Tips</a:t>
            </a:r>
            <a:r>
              <a:rPr dirty="0" sz="3950" spc="35">
                <a:solidFill>
                  <a:srgbClr val="0070EA"/>
                </a:solidFill>
              </a:rPr>
              <a:t> </a:t>
            </a:r>
            <a:r>
              <a:rPr dirty="0" sz="3950" spc="-25">
                <a:solidFill>
                  <a:srgbClr val="0070EA"/>
                </a:solidFill>
              </a:rPr>
              <a:t>for </a:t>
            </a: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5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</a:t>
            </a:r>
            <a:endParaRPr sz="39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084705" marR="5080" indent="-1220470">
              <a:lnSpc>
                <a:spcPct val="117300"/>
              </a:lnSpc>
              <a:spcBef>
                <a:spcPts val="90"/>
              </a:spcBef>
            </a:pP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Feature</a:t>
            </a:r>
            <a:r>
              <a:rPr dirty="0" sz="3950" spc="95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10">
                <a:solidFill>
                  <a:srgbClr val="000000"/>
                </a:solidFill>
                <a:latin typeface="Verdana"/>
                <a:cs typeface="Verdana"/>
              </a:rPr>
              <a:t>Scaling </a:t>
            </a: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Part</a:t>
            </a:r>
            <a:r>
              <a:rPr dirty="0" sz="3950" spc="7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50">
                <a:solidFill>
                  <a:srgbClr val="000000"/>
                </a:solidFill>
                <a:latin typeface="Verdana"/>
                <a:cs typeface="Verdana"/>
              </a:rPr>
              <a:t>2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875" y="504698"/>
            <a:ext cx="2032380" cy="18366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964944" y="1981136"/>
            <a:ext cx="787400" cy="4629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00025" marR="30480" indent="-162560">
              <a:lnSpc>
                <a:spcPct val="103000"/>
              </a:lnSpc>
              <a:spcBef>
                <a:spcPts val="75"/>
              </a:spcBef>
            </a:pPr>
            <a:r>
              <a:rPr dirty="0" sz="1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104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in </a:t>
            </a:r>
            <a:r>
              <a:rPr dirty="0" sz="1400" spc="-10">
                <a:latin typeface="Arial"/>
                <a:cs typeface="Arial"/>
              </a:rPr>
              <a:t>feet</a:t>
            </a:r>
            <a:r>
              <a:rPr dirty="0" baseline="27777" sz="1350" spc="-15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1472" y="908748"/>
            <a:ext cx="1042669" cy="4622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031" y="1921382"/>
            <a:ext cx="125823" cy="1333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1661" y="1705736"/>
            <a:ext cx="114896" cy="1308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04054" y="1052766"/>
            <a:ext cx="1983739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300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6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54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6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2000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54825" y="1056703"/>
            <a:ext cx="126746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0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4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0194" y="2221166"/>
            <a:ext cx="1473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64019" y="2325941"/>
            <a:ext cx="6883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FF9300"/>
                </a:solidFill>
                <a:latin typeface="Cambria Math"/>
                <a:cs typeface="Cambria Math"/>
              </a:rPr>
              <a:t>2,𝑠𝑐𝑎𝑙𝑒𝑑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26933" y="2049462"/>
            <a:ext cx="1473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72933" y="2097087"/>
            <a:ext cx="5289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0864" sz="2700">
                <a:latin typeface="Cambria Math"/>
                <a:cs typeface="Cambria Math"/>
              </a:rPr>
              <a:t>=</a:t>
            </a:r>
            <a:r>
              <a:rPr dirty="0" baseline="-30864" sz="2700" spc="-15">
                <a:latin typeface="Cambria Math"/>
                <a:cs typeface="Cambria Math"/>
              </a:rPr>
              <a:t> </a:t>
            </a:r>
            <a:r>
              <a:rPr dirty="0" u="sng" sz="1350" spc="200">
                <a:solidFill>
                  <a:srgbClr val="FF93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 </a:t>
            </a:r>
            <a:r>
              <a:rPr dirty="0" u="sng" sz="1350" spc="-50">
                <a:solidFill>
                  <a:srgbClr val="FF93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74940" y="2373947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5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5419" y="2221166"/>
            <a:ext cx="1473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09719" y="2325941"/>
            <a:ext cx="69913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FF9300"/>
                </a:solidFill>
                <a:latin typeface="Cambria Math"/>
                <a:cs typeface="Cambria Math"/>
              </a:rPr>
              <a:t>1,𝑠𝑐𝑎𝑙𝑒𝑑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25540" y="2049462"/>
            <a:ext cx="1473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18378" y="2097087"/>
            <a:ext cx="81406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34035" algn="l"/>
                <a:tab pos="775335" algn="l"/>
              </a:tabLst>
            </a:pPr>
            <a:r>
              <a:rPr dirty="0" baseline="-30864" sz="2700">
                <a:latin typeface="Cambria Math"/>
                <a:cs typeface="Cambria Math"/>
              </a:rPr>
              <a:t>= </a:t>
            </a:r>
            <a:r>
              <a:rPr dirty="0" u="sng" sz="1350">
                <a:solidFill>
                  <a:srgbClr val="FF93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dirty="0" u="sng" sz="1350" spc="-50">
                <a:solidFill>
                  <a:srgbClr val="FF93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sng" sz="1350">
                <a:solidFill>
                  <a:srgbClr val="FF9300"/>
                </a:solidFill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82284" y="2373947"/>
            <a:ext cx="5207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ambria Math"/>
                <a:cs typeface="Cambria Math"/>
              </a:rPr>
              <a:t>2000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51578" y="3330511"/>
            <a:ext cx="224091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0.15</a:t>
            </a:r>
            <a:r>
              <a:rPr dirty="0" sz="2000" spc="17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15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1,𝑠𝑐𝑎𝑙𝑒𝑑</a:t>
            </a:r>
            <a:r>
              <a:rPr dirty="0" baseline="-16666" sz="2250" spc="45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24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33793" y="3387661"/>
            <a:ext cx="189738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>
                <a:latin typeface="Cambria Math"/>
                <a:cs typeface="Cambria Math"/>
              </a:rPr>
              <a:t>0</a:t>
            </a:r>
            <a:r>
              <a:rPr dirty="0" baseline="12500" sz="3000" spc="247">
                <a:latin typeface="Cambria Math"/>
                <a:cs typeface="Cambria Math"/>
              </a:rPr>
              <a:t> </a:t>
            </a:r>
            <a:r>
              <a:rPr dirty="0" baseline="12500" sz="3000">
                <a:latin typeface="Cambria Math"/>
                <a:cs typeface="Cambria Math"/>
              </a:rPr>
              <a:t>≤</a:t>
            </a:r>
            <a:r>
              <a:rPr dirty="0" baseline="12500" sz="3000" spc="209">
                <a:latin typeface="Cambria Math"/>
                <a:cs typeface="Cambria Math"/>
              </a:rPr>
              <a:t> </a:t>
            </a:r>
            <a:r>
              <a:rPr dirty="0" baseline="12500" sz="3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500">
                <a:solidFill>
                  <a:srgbClr val="FF9300"/>
                </a:solidFill>
                <a:latin typeface="Cambria Math"/>
                <a:cs typeface="Cambria Math"/>
              </a:rPr>
              <a:t>2,𝑠𝑐𝑎𝑙𝑒𝑑</a:t>
            </a:r>
            <a:r>
              <a:rPr dirty="0" sz="1500" spc="38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12500" sz="3000">
                <a:latin typeface="Cambria Math"/>
                <a:cs typeface="Cambria Math"/>
              </a:rPr>
              <a:t>≤</a:t>
            </a:r>
            <a:r>
              <a:rPr dirty="0" baseline="12500" sz="3000" spc="217">
                <a:latin typeface="Cambria Math"/>
                <a:cs typeface="Cambria Math"/>
              </a:rPr>
              <a:t> </a:t>
            </a:r>
            <a:r>
              <a:rPr dirty="0" baseline="12500" sz="3000" spc="-75">
                <a:latin typeface="Cambria Math"/>
                <a:cs typeface="Cambria Math"/>
              </a:rPr>
              <a:t>1</a:t>
            </a:r>
            <a:endParaRPr baseline="12500" sz="3000">
              <a:latin typeface="Cambria Math"/>
              <a:cs typeface="Cambria Math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21071" y="1588642"/>
            <a:ext cx="267842" cy="53086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3876" y="2617977"/>
            <a:ext cx="220599" cy="77343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85253" y="1474469"/>
            <a:ext cx="317373" cy="71754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17105" y="2653664"/>
            <a:ext cx="310819" cy="74041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5924574" y="1387094"/>
            <a:ext cx="509905" cy="46990"/>
          </a:xfrm>
          <a:custGeom>
            <a:avLst/>
            <a:gdLst/>
            <a:ahLst/>
            <a:cxnLst/>
            <a:rect l="l" t="t" r="r" b="b"/>
            <a:pathLst>
              <a:path w="509904" h="46990">
                <a:moveTo>
                  <a:pt x="156366" y="26923"/>
                </a:moveTo>
                <a:lnTo>
                  <a:pt x="24994" y="26923"/>
                </a:lnTo>
                <a:lnTo>
                  <a:pt x="15610" y="29336"/>
                </a:lnTo>
                <a:lnTo>
                  <a:pt x="15469" y="29336"/>
                </a:lnTo>
                <a:lnTo>
                  <a:pt x="5233" y="32888"/>
                </a:lnTo>
                <a:lnTo>
                  <a:pt x="2134" y="34035"/>
                </a:lnTo>
                <a:lnTo>
                  <a:pt x="452" y="37083"/>
                </a:lnTo>
                <a:lnTo>
                  <a:pt x="382" y="37210"/>
                </a:lnTo>
                <a:lnTo>
                  <a:pt x="299" y="37361"/>
                </a:lnTo>
                <a:lnTo>
                  <a:pt x="0" y="37361"/>
                </a:lnTo>
                <a:lnTo>
                  <a:pt x="2134" y="44830"/>
                </a:lnTo>
                <a:lnTo>
                  <a:pt x="5817" y="46989"/>
                </a:lnTo>
                <a:lnTo>
                  <a:pt x="9373" y="46227"/>
                </a:lnTo>
                <a:lnTo>
                  <a:pt x="19660" y="43814"/>
                </a:lnTo>
                <a:lnTo>
                  <a:pt x="28185" y="41988"/>
                </a:lnTo>
                <a:lnTo>
                  <a:pt x="28541" y="41852"/>
                </a:lnTo>
                <a:lnTo>
                  <a:pt x="30645" y="41528"/>
                </a:lnTo>
                <a:lnTo>
                  <a:pt x="36106" y="41147"/>
                </a:lnTo>
                <a:lnTo>
                  <a:pt x="34900" y="41147"/>
                </a:lnTo>
                <a:lnTo>
                  <a:pt x="42647" y="40131"/>
                </a:lnTo>
                <a:lnTo>
                  <a:pt x="49251" y="39623"/>
                </a:lnTo>
                <a:lnTo>
                  <a:pt x="49008" y="39623"/>
                </a:lnTo>
                <a:lnTo>
                  <a:pt x="100056" y="32168"/>
                </a:lnTo>
                <a:lnTo>
                  <a:pt x="99745" y="32168"/>
                </a:lnTo>
                <a:lnTo>
                  <a:pt x="111677" y="30691"/>
                </a:lnTo>
                <a:lnTo>
                  <a:pt x="111482" y="30691"/>
                </a:lnTo>
                <a:lnTo>
                  <a:pt x="131172" y="28503"/>
                </a:lnTo>
                <a:lnTo>
                  <a:pt x="130301" y="28503"/>
                </a:lnTo>
                <a:lnTo>
                  <a:pt x="141008" y="27812"/>
                </a:lnTo>
                <a:lnTo>
                  <a:pt x="140745" y="27812"/>
                </a:lnTo>
                <a:lnTo>
                  <a:pt x="156366" y="26923"/>
                </a:lnTo>
                <a:close/>
              </a:path>
              <a:path w="509904" h="46990">
                <a:moveTo>
                  <a:pt x="29519" y="41702"/>
                </a:moveTo>
                <a:lnTo>
                  <a:pt x="28541" y="41852"/>
                </a:lnTo>
                <a:lnTo>
                  <a:pt x="28185" y="41988"/>
                </a:lnTo>
                <a:lnTo>
                  <a:pt x="29519" y="41702"/>
                </a:lnTo>
                <a:close/>
              </a:path>
              <a:path w="509904" h="46990">
                <a:moveTo>
                  <a:pt x="490787" y="37083"/>
                </a:moveTo>
                <a:lnTo>
                  <a:pt x="491574" y="37361"/>
                </a:lnTo>
                <a:lnTo>
                  <a:pt x="490844" y="37361"/>
                </a:lnTo>
                <a:lnTo>
                  <a:pt x="496037" y="38226"/>
                </a:lnTo>
                <a:lnTo>
                  <a:pt x="493632" y="38226"/>
                </a:lnTo>
                <a:lnTo>
                  <a:pt x="495120" y="40131"/>
                </a:lnTo>
                <a:lnTo>
                  <a:pt x="495557" y="40131"/>
                </a:lnTo>
                <a:lnTo>
                  <a:pt x="499847" y="41147"/>
                </a:lnTo>
                <a:lnTo>
                  <a:pt x="503784" y="39115"/>
                </a:lnTo>
                <a:lnTo>
                  <a:pt x="504309" y="38861"/>
                </a:lnTo>
                <a:lnTo>
                  <a:pt x="495148" y="38861"/>
                </a:lnTo>
                <a:lnTo>
                  <a:pt x="492258" y="37210"/>
                </a:lnTo>
                <a:lnTo>
                  <a:pt x="491465" y="37210"/>
                </a:lnTo>
                <a:lnTo>
                  <a:pt x="490787" y="37083"/>
                </a:lnTo>
                <a:close/>
              </a:path>
              <a:path w="509904" h="46990">
                <a:moveTo>
                  <a:pt x="491495" y="36445"/>
                </a:moveTo>
                <a:lnTo>
                  <a:pt x="491592" y="36829"/>
                </a:lnTo>
                <a:lnTo>
                  <a:pt x="495148" y="38861"/>
                </a:lnTo>
                <a:lnTo>
                  <a:pt x="499366" y="38861"/>
                </a:lnTo>
                <a:lnTo>
                  <a:pt x="498878" y="38461"/>
                </a:lnTo>
                <a:lnTo>
                  <a:pt x="494786" y="38461"/>
                </a:lnTo>
                <a:lnTo>
                  <a:pt x="494362" y="38226"/>
                </a:lnTo>
                <a:lnTo>
                  <a:pt x="493632" y="38226"/>
                </a:lnTo>
                <a:lnTo>
                  <a:pt x="492955" y="37361"/>
                </a:lnTo>
                <a:lnTo>
                  <a:pt x="491869" y="36829"/>
                </a:lnTo>
                <a:lnTo>
                  <a:pt x="491495" y="36445"/>
                </a:lnTo>
                <a:close/>
              </a:path>
              <a:path w="509904" h="46990">
                <a:moveTo>
                  <a:pt x="508257" y="30691"/>
                </a:moveTo>
                <a:lnTo>
                  <a:pt x="489409" y="30691"/>
                </a:lnTo>
                <a:lnTo>
                  <a:pt x="499366" y="38861"/>
                </a:lnTo>
                <a:lnTo>
                  <a:pt x="504309" y="38861"/>
                </a:lnTo>
                <a:lnTo>
                  <a:pt x="507721" y="37210"/>
                </a:lnTo>
                <a:lnTo>
                  <a:pt x="509642" y="32888"/>
                </a:lnTo>
                <a:lnTo>
                  <a:pt x="509813" y="32888"/>
                </a:lnTo>
                <a:lnTo>
                  <a:pt x="509445" y="31368"/>
                </a:lnTo>
                <a:lnTo>
                  <a:pt x="508356" y="31368"/>
                </a:lnTo>
                <a:lnTo>
                  <a:pt x="508257" y="30691"/>
                </a:lnTo>
                <a:close/>
              </a:path>
              <a:path w="509904" h="46990">
                <a:moveTo>
                  <a:pt x="491994" y="36067"/>
                </a:moveTo>
                <a:lnTo>
                  <a:pt x="492240" y="36445"/>
                </a:lnTo>
                <a:lnTo>
                  <a:pt x="492739" y="37083"/>
                </a:lnTo>
                <a:lnTo>
                  <a:pt x="492838" y="37210"/>
                </a:lnTo>
                <a:lnTo>
                  <a:pt x="492955" y="37361"/>
                </a:lnTo>
                <a:lnTo>
                  <a:pt x="494223" y="38226"/>
                </a:lnTo>
                <a:lnTo>
                  <a:pt x="494362" y="38226"/>
                </a:lnTo>
                <a:lnTo>
                  <a:pt x="494786" y="38461"/>
                </a:lnTo>
                <a:lnTo>
                  <a:pt x="491994" y="36067"/>
                </a:lnTo>
                <a:close/>
              </a:path>
              <a:path w="509904" h="46990">
                <a:moveTo>
                  <a:pt x="495042" y="36067"/>
                </a:moveTo>
                <a:lnTo>
                  <a:pt x="491994" y="36067"/>
                </a:lnTo>
                <a:lnTo>
                  <a:pt x="494786" y="38461"/>
                </a:lnTo>
                <a:lnTo>
                  <a:pt x="498872" y="38461"/>
                </a:lnTo>
                <a:lnTo>
                  <a:pt x="498627" y="38226"/>
                </a:lnTo>
                <a:lnTo>
                  <a:pt x="497240" y="37361"/>
                </a:lnTo>
                <a:lnTo>
                  <a:pt x="495042" y="36067"/>
                </a:lnTo>
                <a:close/>
              </a:path>
              <a:path w="509904" h="46990">
                <a:moveTo>
                  <a:pt x="492955" y="37361"/>
                </a:moveTo>
                <a:lnTo>
                  <a:pt x="493632" y="38226"/>
                </a:lnTo>
                <a:lnTo>
                  <a:pt x="494223" y="38226"/>
                </a:lnTo>
                <a:lnTo>
                  <a:pt x="492955" y="37361"/>
                </a:lnTo>
                <a:close/>
              </a:path>
              <a:path w="509904" h="46990">
                <a:moveTo>
                  <a:pt x="489409" y="30691"/>
                </a:moveTo>
                <a:lnTo>
                  <a:pt x="489433" y="31368"/>
                </a:lnTo>
                <a:lnTo>
                  <a:pt x="489542" y="32168"/>
                </a:lnTo>
                <a:lnTo>
                  <a:pt x="489640" y="32888"/>
                </a:lnTo>
                <a:lnTo>
                  <a:pt x="498711" y="38226"/>
                </a:lnTo>
                <a:lnTo>
                  <a:pt x="497538" y="37361"/>
                </a:lnTo>
                <a:lnTo>
                  <a:pt x="489409" y="30691"/>
                </a:lnTo>
                <a:close/>
              </a:path>
              <a:path w="509904" h="46990">
                <a:moveTo>
                  <a:pt x="489640" y="32888"/>
                </a:moveTo>
                <a:lnTo>
                  <a:pt x="489698" y="33312"/>
                </a:lnTo>
                <a:lnTo>
                  <a:pt x="490628" y="35051"/>
                </a:lnTo>
                <a:lnTo>
                  <a:pt x="490937" y="35686"/>
                </a:lnTo>
                <a:lnTo>
                  <a:pt x="491495" y="36445"/>
                </a:lnTo>
                <a:lnTo>
                  <a:pt x="491869" y="36829"/>
                </a:lnTo>
                <a:lnTo>
                  <a:pt x="492955" y="37361"/>
                </a:lnTo>
                <a:lnTo>
                  <a:pt x="491945" y="36067"/>
                </a:lnTo>
                <a:lnTo>
                  <a:pt x="495042" y="36067"/>
                </a:lnTo>
                <a:lnTo>
                  <a:pt x="489640" y="32888"/>
                </a:lnTo>
                <a:close/>
              </a:path>
              <a:path w="509904" h="46990">
                <a:moveTo>
                  <a:pt x="490068" y="36829"/>
                </a:moveTo>
                <a:lnTo>
                  <a:pt x="490787" y="37083"/>
                </a:lnTo>
                <a:lnTo>
                  <a:pt x="491465" y="37210"/>
                </a:lnTo>
                <a:lnTo>
                  <a:pt x="490068" y="36829"/>
                </a:lnTo>
                <a:close/>
              </a:path>
              <a:path w="509904" h="46990">
                <a:moveTo>
                  <a:pt x="491592" y="36829"/>
                </a:moveTo>
                <a:lnTo>
                  <a:pt x="490068" y="36829"/>
                </a:lnTo>
                <a:lnTo>
                  <a:pt x="491465" y="37210"/>
                </a:lnTo>
                <a:lnTo>
                  <a:pt x="492258" y="37210"/>
                </a:lnTo>
                <a:lnTo>
                  <a:pt x="491592" y="36829"/>
                </a:lnTo>
                <a:close/>
              </a:path>
              <a:path w="509904" h="46990">
                <a:moveTo>
                  <a:pt x="469109" y="30691"/>
                </a:moveTo>
                <a:lnTo>
                  <a:pt x="471006" y="31368"/>
                </a:lnTo>
                <a:lnTo>
                  <a:pt x="473163" y="32168"/>
                </a:lnTo>
                <a:lnTo>
                  <a:pt x="480670" y="34670"/>
                </a:lnTo>
                <a:lnTo>
                  <a:pt x="483972" y="35686"/>
                </a:lnTo>
                <a:lnTo>
                  <a:pt x="485369" y="36067"/>
                </a:lnTo>
                <a:lnTo>
                  <a:pt x="490787" y="37083"/>
                </a:lnTo>
                <a:lnTo>
                  <a:pt x="490068" y="36829"/>
                </a:lnTo>
                <a:lnTo>
                  <a:pt x="491592" y="36829"/>
                </a:lnTo>
                <a:lnTo>
                  <a:pt x="490968" y="35686"/>
                </a:lnTo>
                <a:lnTo>
                  <a:pt x="490469" y="35051"/>
                </a:lnTo>
                <a:lnTo>
                  <a:pt x="489814" y="34162"/>
                </a:lnTo>
                <a:lnTo>
                  <a:pt x="489729" y="33539"/>
                </a:lnTo>
                <a:lnTo>
                  <a:pt x="489479" y="32888"/>
                </a:lnTo>
                <a:lnTo>
                  <a:pt x="489433" y="31368"/>
                </a:lnTo>
                <a:lnTo>
                  <a:pt x="489348" y="30860"/>
                </a:lnTo>
                <a:lnTo>
                  <a:pt x="469748" y="30860"/>
                </a:lnTo>
                <a:lnTo>
                  <a:pt x="469109" y="30691"/>
                </a:lnTo>
                <a:close/>
              </a:path>
              <a:path w="509904" h="46990">
                <a:moveTo>
                  <a:pt x="489819" y="33539"/>
                </a:moveTo>
                <a:lnTo>
                  <a:pt x="489814" y="34162"/>
                </a:lnTo>
                <a:lnTo>
                  <a:pt x="490937" y="35686"/>
                </a:lnTo>
                <a:lnTo>
                  <a:pt x="490628" y="35051"/>
                </a:lnTo>
                <a:lnTo>
                  <a:pt x="489819" y="33539"/>
                </a:lnTo>
                <a:close/>
              </a:path>
              <a:path w="509904" h="46990">
                <a:moveTo>
                  <a:pt x="489640" y="32888"/>
                </a:moveTo>
                <a:lnTo>
                  <a:pt x="489479" y="32888"/>
                </a:lnTo>
                <a:lnTo>
                  <a:pt x="489642" y="33312"/>
                </a:lnTo>
                <a:lnTo>
                  <a:pt x="489640" y="32888"/>
                </a:lnTo>
                <a:close/>
              </a:path>
              <a:path w="509904" h="46990">
                <a:moveTo>
                  <a:pt x="507525" y="25411"/>
                </a:moveTo>
                <a:lnTo>
                  <a:pt x="507578" y="26034"/>
                </a:lnTo>
                <a:lnTo>
                  <a:pt x="508257" y="30691"/>
                </a:lnTo>
                <a:lnTo>
                  <a:pt x="508356" y="31368"/>
                </a:lnTo>
                <a:lnTo>
                  <a:pt x="508719" y="29336"/>
                </a:lnTo>
                <a:lnTo>
                  <a:pt x="508750" y="28503"/>
                </a:lnTo>
                <a:lnTo>
                  <a:pt x="508525" y="27812"/>
                </a:lnTo>
                <a:lnTo>
                  <a:pt x="507525" y="25411"/>
                </a:lnTo>
                <a:close/>
              </a:path>
              <a:path w="509904" h="46990">
                <a:moveTo>
                  <a:pt x="508818" y="28781"/>
                </a:moveTo>
                <a:lnTo>
                  <a:pt x="508477" y="30691"/>
                </a:lnTo>
                <a:lnTo>
                  <a:pt x="508356" y="31368"/>
                </a:lnTo>
                <a:lnTo>
                  <a:pt x="509445" y="31368"/>
                </a:lnTo>
                <a:lnTo>
                  <a:pt x="508818" y="28781"/>
                </a:lnTo>
                <a:close/>
              </a:path>
              <a:path w="509904" h="46990">
                <a:moveTo>
                  <a:pt x="455814" y="27232"/>
                </a:moveTo>
                <a:lnTo>
                  <a:pt x="469154" y="30691"/>
                </a:lnTo>
                <a:lnTo>
                  <a:pt x="469748" y="30860"/>
                </a:lnTo>
                <a:lnTo>
                  <a:pt x="489348" y="30860"/>
                </a:lnTo>
                <a:lnTo>
                  <a:pt x="489320" y="30691"/>
                </a:lnTo>
                <a:lnTo>
                  <a:pt x="508257" y="30691"/>
                </a:lnTo>
                <a:lnTo>
                  <a:pt x="508059" y="29336"/>
                </a:lnTo>
                <a:lnTo>
                  <a:pt x="507938" y="28503"/>
                </a:lnTo>
                <a:lnTo>
                  <a:pt x="507837" y="27812"/>
                </a:lnTo>
                <a:lnTo>
                  <a:pt x="458368" y="27812"/>
                </a:lnTo>
                <a:lnTo>
                  <a:pt x="455814" y="27232"/>
                </a:lnTo>
                <a:close/>
              </a:path>
              <a:path w="509904" h="46990">
                <a:moveTo>
                  <a:pt x="506846" y="23240"/>
                </a:moveTo>
                <a:lnTo>
                  <a:pt x="506902" y="23621"/>
                </a:lnTo>
                <a:lnTo>
                  <a:pt x="507086" y="24002"/>
                </a:lnTo>
                <a:lnTo>
                  <a:pt x="507227" y="24510"/>
                </a:lnTo>
                <a:lnTo>
                  <a:pt x="507263" y="24637"/>
                </a:lnTo>
                <a:lnTo>
                  <a:pt x="507398" y="24803"/>
                </a:lnTo>
                <a:lnTo>
                  <a:pt x="507525" y="25411"/>
                </a:lnTo>
                <a:lnTo>
                  <a:pt x="508525" y="27812"/>
                </a:lnTo>
                <a:lnTo>
                  <a:pt x="508755" y="28503"/>
                </a:lnTo>
                <a:lnTo>
                  <a:pt x="508991" y="27812"/>
                </a:lnTo>
                <a:lnTo>
                  <a:pt x="508170" y="24803"/>
                </a:lnTo>
                <a:lnTo>
                  <a:pt x="507932" y="24637"/>
                </a:lnTo>
                <a:lnTo>
                  <a:pt x="506846" y="23240"/>
                </a:lnTo>
                <a:close/>
              </a:path>
              <a:path w="509904" h="46990">
                <a:moveTo>
                  <a:pt x="499215" y="19430"/>
                </a:moveTo>
                <a:lnTo>
                  <a:pt x="344907" y="19430"/>
                </a:lnTo>
                <a:lnTo>
                  <a:pt x="358623" y="19811"/>
                </a:lnTo>
                <a:lnTo>
                  <a:pt x="389484" y="19938"/>
                </a:lnTo>
                <a:lnTo>
                  <a:pt x="401295" y="19938"/>
                </a:lnTo>
                <a:lnTo>
                  <a:pt x="409169" y="20192"/>
                </a:lnTo>
                <a:lnTo>
                  <a:pt x="417268" y="20626"/>
                </a:lnTo>
                <a:lnTo>
                  <a:pt x="416287" y="20626"/>
                </a:lnTo>
                <a:lnTo>
                  <a:pt x="421279" y="21153"/>
                </a:lnTo>
                <a:lnTo>
                  <a:pt x="435196" y="23240"/>
                </a:lnTo>
                <a:lnTo>
                  <a:pt x="448094" y="25411"/>
                </a:lnTo>
                <a:lnTo>
                  <a:pt x="447804" y="25411"/>
                </a:lnTo>
                <a:lnTo>
                  <a:pt x="458368" y="27812"/>
                </a:lnTo>
                <a:lnTo>
                  <a:pt x="507837" y="27812"/>
                </a:lnTo>
                <a:lnTo>
                  <a:pt x="507578" y="26034"/>
                </a:lnTo>
                <a:lnTo>
                  <a:pt x="507487" y="25411"/>
                </a:lnTo>
                <a:lnTo>
                  <a:pt x="507398" y="24803"/>
                </a:lnTo>
                <a:lnTo>
                  <a:pt x="507090" y="24637"/>
                </a:lnTo>
                <a:lnTo>
                  <a:pt x="502288" y="21462"/>
                </a:lnTo>
                <a:lnTo>
                  <a:pt x="423206" y="21462"/>
                </a:lnTo>
                <a:lnTo>
                  <a:pt x="422008" y="21153"/>
                </a:lnTo>
                <a:lnTo>
                  <a:pt x="501820" y="21153"/>
                </a:lnTo>
                <a:lnTo>
                  <a:pt x="499215" y="19430"/>
                </a:lnTo>
                <a:close/>
              </a:path>
              <a:path w="509904" h="46990">
                <a:moveTo>
                  <a:pt x="188443" y="25411"/>
                </a:moveTo>
                <a:lnTo>
                  <a:pt x="31641" y="25411"/>
                </a:lnTo>
                <a:lnTo>
                  <a:pt x="29058" y="25780"/>
                </a:lnTo>
                <a:lnTo>
                  <a:pt x="28042" y="26034"/>
                </a:lnTo>
                <a:lnTo>
                  <a:pt x="24867" y="26923"/>
                </a:lnTo>
                <a:lnTo>
                  <a:pt x="155528" y="26923"/>
                </a:lnTo>
                <a:lnTo>
                  <a:pt x="188443" y="25411"/>
                </a:lnTo>
                <a:close/>
              </a:path>
              <a:path w="509904" h="46990">
                <a:moveTo>
                  <a:pt x="35916" y="24510"/>
                </a:moveTo>
                <a:lnTo>
                  <a:pt x="31926" y="25411"/>
                </a:lnTo>
                <a:lnTo>
                  <a:pt x="187881" y="25411"/>
                </a:lnTo>
                <a:lnTo>
                  <a:pt x="216489" y="24803"/>
                </a:lnTo>
                <a:lnTo>
                  <a:pt x="210182" y="24803"/>
                </a:lnTo>
                <a:lnTo>
                  <a:pt x="212827" y="24637"/>
                </a:lnTo>
                <a:lnTo>
                  <a:pt x="35789" y="24637"/>
                </a:lnTo>
                <a:lnTo>
                  <a:pt x="35916" y="24510"/>
                </a:lnTo>
                <a:close/>
              </a:path>
              <a:path w="509904" h="46990">
                <a:moveTo>
                  <a:pt x="502006" y="18414"/>
                </a:moveTo>
                <a:lnTo>
                  <a:pt x="496926" y="18414"/>
                </a:lnTo>
                <a:lnTo>
                  <a:pt x="498446" y="18922"/>
                </a:lnTo>
                <a:lnTo>
                  <a:pt x="507340" y="24803"/>
                </a:lnTo>
                <a:lnTo>
                  <a:pt x="507227" y="24510"/>
                </a:lnTo>
                <a:lnTo>
                  <a:pt x="507086" y="24002"/>
                </a:lnTo>
                <a:lnTo>
                  <a:pt x="506535" y="22859"/>
                </a:lnTo>
                <a:lnTo>
                  <a:pt x="504716" y="20626"/>
                </a:lnTo>
                <a:lnTo>
                  <a:pt x="503873" y="20192"/>
                </a:lnTo>
                <a:lnTo>
                  <a:pt x="502272" y="19430"/>
                </a:lnTo>
                <a:lnTo>
                  <a:pt x="503619" y="19430"/>
                </a:lnTo>
                <a:lnTo>
                  <a:pt x="502006" y="18414"/>
                </a:lnTo>
                <a:close/>
              </a:path>
              <a:path w="509904" h="46990">
                <a:moveTo>
                  <a:pt x="407433" y="761"/>
                </a:moveTo>
                <a:lnTo>
                  <a:pt x="300965" y="761"/>
                </a:lnTo>
                <a:lnTo>
                  <a:pt x="289789" y="1523"/>
                </a:lnTo>
                <a:lnTo>
                  <a:pt x="289535" y="1523"/>
                </a:lnTo>
                <a:lnTo>
                  <a:pt x="277461" y="2621"/>
                </a:lnTo>
                <a:lnTo>
                  <a:pt x="249234" y="4464"/>
                </a:lnTo>
                <a:lnTo>
                  <a:pt x="235621" y="5094"/>
                </a:lnTo>
                <a:lnTo>
                  <a:pt x="218288" y="5460"/>
                </a:lnTo>
                <a:lnTo>
                  <a:pt x="217907" y="5460"/>
                </a:lnTo>
                <a:lnTo>
                  <a:pt x="205388" y="6235"/>
                </a:lnTo>
                <a:lnTo>
                  <a:pt x="188062" y="6603"/>
                </a:lnTo>
                <a:lnTo>
                  <a:pt x="187681" y="6603"/>
                </a:lnTo>
                <a:lnTo>
                  <a:pt x="174346" y="7365"/>
                </a:lnTo>
                <a:lnTo>
                  <a:pt x="157582" y="8127"/>
                </a:lnTo>
                <a:lnTo>
                  <a:pt x="157328" y="8127"/>
                </a:lnTo>
                <a:lnTo>
                  <a:pt x="130023" y="10032"/>
                </a:lnTo>
                <a:lnTo>
                  <a:pt x="129515" y="10032"/>
                </a:lnTo>
                <a:lnTo>
                  <a:pt x="111227" y="12318"/>
                </a:lnTo>
                <a:lnTo>
                  <a:pt x="110973" y="12318"/>
                </a:lnTo>
                <a:lnTo>
                  <a:pt x="97638" y="14223"/>
                </a:lnTo>
                <a:lnTo>
                  <a:pt x="51791" y="21462"/>
                </a:lnTo>
                <a:lnTo>
                  <a:pt x="46457" y="22859"/>
                </a:lnTo>
                <a:lnTo>
                  <a:pt x="45550" y="22859"/>
                </a:lnTo>
                <a:lnTo>
                  <a:pt x="39726" y="23621"/>
                </a:lnTo>
                <a:lnTo>
                  <a:pt x="35789" y="24637"/>
                </a:lnTo>
                <a:lnTo>
                  <a:pt x="212827" y="24637"/>
                </a:lnTo>
                <a:lnTo>
                  <a:pt x="214859" y="24510"/>
                </a:lnTo>
                <a:lnTo>
                  <a:pt x="202798" y="24510"/>
                </a:lnTo>
                <a:lnTo>
                  <a:pt x="236703" y="24002"/>
                </a:lnTo>
                <a:lnTo>
                  <a:pt x="236957" y="24002"/>
                </a:lnTo>
                <a:lnTo>
                  <a:pt x="279883" y="21462"/>
                </a:lnTo>
                <a:lnTo>
                  <a:pt x="280137" y="21462"/>
                </a:lnTo>
                <a:lnTo>
                  <a:pt x="294107" y="20192"/>
                </a:lnTo>
                <a:lnTo>
                  <a:pt x="294783" y="20192"/>
                </a:lnTo>
                <a:lnTo>
                  <a:pt x="300368" y="19811"/>
                </a:lnTo>
                <a:lnTo>
                  <a:pt x="296964" y="19811"/>
                </a:lnTo>
                <a:lnTo>
                  <a:pt x="312014" y="19430"/>
                </a:lnTo>
                <a:lnTo>
                  <a:pt x="331064" y="19430"/>
                </a:lnTo>
                <a:lnTo>
                  <a:pt x="318702" y="18922"/>
                </a:lnTo>
                <a:lnTo>
                  <a:pt x="498450" y="18922"/>
                </a:lnTo>
                <a:lnTo>
                  <a:pt x="495275" y="18414"/>
                </a:lnTo>
                <a:lnTo>
                  <a:pt x="496926" y="18414"/>
                </a:lnTo>
                <a:lnTo>
                  <a:pt x="496164" y="18160"/>
                </a:lnTo>
                <a:lnTo>
                  <a:pt x="494894" y="17779"/>
                </a:lnTo>
                <a:lnTo>
                  <a:pt x="491004" y="17144"/>
                </a:lnTo>
                <a:lnTo>
                  <a:pt x="490195" y="17144"/>
                </a:lnTo>
                <a:lnTo>
                  <a:pt x="488671" y="16763"/>
                </a:lnTo>
                <a:lnTo>
                  <a:pt x="489094" y="16763"/>
                </a:lnTo>
                <a:lnTo>
                  <a:pt x="486893" y="16001"/>
                </a:lnTo>
                <a:lnTo>
                  <a:pt x="479654" y="13588"/>
                </a:lnTo>
                <a:lnTo>
                  <a:pt x="479527" y="13588"/>
                </a:lnTo>
                <a:lnTo>
                  <a:pt x="479273" y="13461"/>
                </a:lnTo>
                <a:lnTo>
                  <a:pt x="474828" y="11937"/>
                </a:lnTo>
                <a:lnTo>
                  <a:pt x="462509" y="8635"/>
                </a:lnTo>
                <a:lnTo>
                  <a:pt x="462128" y="8635"/>
                </a:lnTo>
                <a:lnTo>
                  <a:pt x="451565" y="6235"/>
                </a:lnTo>
                <a:lnTo>
                  <a:pt x="452042" y="6235"/>
                </a:lnTo>
                <a:lnTo>
                  <a:pt x="437490" y="3809"/>
                </a:lnTo>
                <a:lnTo>
                  <a:pt x="425425" y="2031"/>
                </a:lnTo>
                <a:lnTo>
                  <a:pt x="426364" y="2031"/>
                </a:lnTo>
                <a:lnTo>
                  <a:pt x="417678" y="1269"/>
                </a:lnTo>
                <a:lnTo>
                  <a:pt x="417297" y="1269"/>
                </a:lnTo>
                <a:lnTo>
                  <a:pt x="407433" y="761"/>
                </a:lnTo>
                <a:close/>
              </a:path>
              <a:path w="509904" h="46990">
                <a:moveTo>
                  <a:pt x="503619" y="19430"/>
                </a:moveTo>
                <a:lnTo>
                  <a:pt x="502272" y="19430"/>
                </a:lnTo>
                <a:lnTo>
                  <a:pt x="503873" y="20192"/>
                </a:lnTo>
                <a:lnTo>
                  <a:pt x="504716" y="20626"/>
                </a:lnTo>
                <a:lnTo>
                  <a:pt x="506555" y="22859"/>
                </a:lnTo>
                <a:lnTo>
                  <a:pt x="506230" y="22225"/>
                </a:lnTo>
                <a:lnTo>
                  <a:pt x="505460" y="20626"/>
                </a:lnTo>
                <a:lnTo>
                  <a:pt x="504830" y="20192"/>
                </a:lnTo>
                <a:lnTo>
                  <a:pt x="503619" y="19430"/>
                </a:lnTo>
                <a:close/>
              </a:path>
              <a:path w="509904" h="46990">
                <a:moveTo>
                  <a:pt x="501820" y="21153"/>
                </a:moveTo>
                <a:lnTo>
                  <a:pt x="422008" y="21153"/>
                </a:lnTo>
                <a:lnTo>
                  <a:pt x="423206" y="21462"/>
                </a:lnTo>
                <a:lnTo>
                  <a:pt x="502288" y="21462"/>
                </a:lnTo>
                <a:lnTo>
                  <a:pt x="501820" y="21153"/>
                </a:lnTo>
                <a:close/>
              </a:path>
              <a:path w="509904" h="46990">
                <a:moveTo>
                  <a:pt x="294784" y="20192"/>
                </a:moveTo>
                <a:lnTo>
                  <a:pt x="294107" y="20192"/>
                </a:lnTo>
                <a:lnTo>
                  <a:pt x="289334" y="20626"/>
                </a:lnTo>
                <a:lnTo>
                  <a:pt x="288420" y="20626"/>
                </a:lnTo>
                <a:lnTo>
                  <a:pt x="294784" y="20192"/>
                </a:lnTo>
                <a:close/>
              </a:path>
              <a:path w="509904" h="46990">
                <a:moveTo>
                  <a:pt x="325899" y="18922"/>
                </a:moveTo>
                <a:lnTo>
                  <a:pt x="318702" y="18922"/>
                </a:lnTo>
                <a:lnTo>
                  <a:pt x="331064" y="19430"/>
                </a:lnTo>
                <a:lnTo>
                  <a:pt x="312014" y="19430"/>
                </a:lnTo>
                <a:lnTo>
                  <a:pt x="325899" y="18922"/>
                </a:lnTo>
                <a:close/>
              </a:path>
              <a:path w="509904" h="46990">
                <a:moveTo>
                  <a:pt x="492481" y="18922"/>
                </a:moveTo>
                <a:lnTo>
                  <a:pt x="325899" y="18922"/>
                </a:lnTo>
                <a:lnTo>
                  <a:pt x="312014" y="19430"/>
                </a:lnTo>
                <a:lnTo>
                  <a:pt x="505181" y="19430"/>
                </a:lnTo>
                <a:lnTo>
                  <a:pt x="492481" y="18922"/>
                </a:lnTo>
                <a:close/>
              </a:path>
              <a:path w="509904" h="46990">
                <a:moveTo>
                  <a:pt x="496926" y="18414"/>
                </a:moveTo>
                <a:lnTo>
                  <a:pt x="495275" y="18414"/>
                </a:lnTo>
                <a:lnTo>
                  <a:pt x="498450" y="18922"/>
                </a:lnTo>
                <a:lnTo>
                  <a:pt x="496926" y="18414"/>
                </a:lnTo>
                <a:close/>
              </a:path>
              <a:path w="509904" h="46990">
                <a:moveTo>
                  <a:pt x="488671" y="16763"/>
                </a:moveTo>
                <a:lnTo>
                  <a:pt x="490195" y="17144"/>
                </a:lnTo>
                <a:lnTo>
                  <a:pt x="489472" y="16894"/>
                </a:lnTo>
                <a:lnTo>
                  <a:pt x="488671" y="16763"/>
                </a:lnTo>
                <a:close/>
              </a:path>
              <a:path w="509904" h="46990">
                <a:moveTo>
                  <a:pt x="489472" y="16894"/>
                </a:moveTo>
                <a:lnTo>
                  <a:pt x="490195" y="17144"/>
                </a:lnTo>
                <a:lnTo>
                  <a:pt x="491004" y="17144"/>
                </a:lnTo>
                <a:lnTo>
                  <a:pt x="489472" y="16894"/>
                </a:lnTo>
                <a:close/>
              </a:path>
              <a:path w="509904" h="46990">
                <a:moveTo>
                  <a:pt x="489094" y="16763"/>
                </a:moveTo>
                <a:lnTo>
                  <a:pt x="488671" y="16763"/>
                </a:lnTo>
                <a:lnTo>
                  <a:pt x="489472" y="16894"/>
                </a:lnTo>
                <a:lnTo>
                  <a:pt x="489094" y="16763"/>
                </a:lnTo>
                <a:close/>
              </a:path>
              <a:path w="509904" h="46990">
                <a:moveTo>
                  <a:pt x="479273" y="13461"/>
                </a:moveTo>
                <a:lnTo>
                  <a:pt x="479527" y="13588"/>
                </a:lnTo>
                <a:lnTo>
                  <a:pt x="479654" y="13588"/>
                </a:lnTo>
                <a:lnTo>
                  <a:pt x="479273" y="13461"/>
                </a:lnTo>
                <a:close/>
              </a:path>
              <a:path w="509904" h="46990">
                <a:moveTo>
                  <a:pt x="322428" y="0"/>
                </a:moveTo>
                <a:lnTo>
                  <a:pt x="321793" y="0"/>
                </a:lnTo>
                <a:lnTo>
                  <a:pt x="301219" y="761"/>
                </a:lnTo>
                <a:lnTo>
                  <a:pt x="341224" y="761"/>
                </a:lnTo>
                <a:lnTo>
                  <a:pt x="322428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56197" y="1537969"/>
            <a:ext cx="221868" cy="103377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7923656" y="1394205"/>
            <a:ext cx="229235" cy="29845"/>
          </a:xfrm>
          <a:custGeom>
            <a:avLst/>
            <a:gdLst/>
            <a:ahLst/>
            <a:cxnLst/>
            <a:rect l="l" t="t" r="r" b="b"/>
            <a:pathLst>
              <a:path w="229234" h="29844">
                <a:moveTo>
                  <a:pt x="217932" y="8509"/>
                </a:moveTo>
                <a:lnTo>
                  <a:pt x="213995" y="10541"/>
                </a:lnTo>
                <a:lnTo>
                  <a:pt x="211582" y="11811"/>
                </a:lnTo>
                <a:lnTo>
                  <a:pt x="210185" y="12446"/>
                </a:lnTo>
                <a:lnTo>
                  <a:pt x="209296" y="13843"/>
                </a:lnTo>
                <a:lnTo>
                  <a:pt x="209169" y="15367"/>
                </a:lnTo>
                <a:lnTo>
                  <a:pt x="208893" y="17297"/>
                </a:lnTo>
                <a:lnTo>
                  <a:pt x="208776" y="18161"/>
                </a:lnTo>
                <a:lnTo>
                  <a:pt x="208695" y="19050"/>
                </a:lnTo>
                <a:lnTo>
                  <a:pt x="208625" y="19823"/>
                </a:lnTo>
                <a:lnTo>
                  <a:pt x="208532" y="22448"/>
                </a:lnTo>
                <a:lnTo>
                  <a:pt x="210693" y="26289"/>
                </a:lnTo>
                <a:lnTo>
                  <a:pt x="214630" y="27940"/>
                </a:lnTo>
                <a:lnTo>
                  <a:pt x="218440" y="29591"/>
                </a:lnTo>
                <a:lnTo>
                  <a:pt x="226714" y="24078"/>
                </a:lnTo>
                <a:lnTo>
                  <a:pt x="228521" y="21226"/>
                </a:lnTo>
                <a:lnTo>
                  <a:pt x="228585" y="17297"/>
                </a:lnTo>
                <a:lnTo>
                  <a:pt x="226103" y="13299"/>
                </a:lnTo>
                <a:lnTo>
                  <a:pt x="223466" y="10342"/>
                </a:lnTo>
                <a:lnTo>
                  <a:pt x="221328" y="9184"/>
                </a:lnTo>
                <a:lnTo>
                  <a:pt x="221504" y="9184"/>
                </a:lnTo>
                <a:lnTo>
                  <a:pt x="217932" y="8509"/>
                </a:lnTo>
                <a:close/>
              </a:path>
              <a:path w="229234" h="29844">
                <a:moveTo>
                  <a:pt x="193352" y="24530"/>
                </a:moveTo>
                <a:lnTo>
                  <a:pt x="199771" y="26670"/>
                </a:lnTo>
                <a:lnTo>
                  <a:pt x="201549" y="27051"/>
                </a:lnTo>
                <a:lnTo>
                  <a:pt x="204882" y="27559"/>
                </a:lnTo>
                <a:lnTo>
                  <a:pt x="210142" y="28575"/>
                </a:lnTo>
                <a:lnTo>
                  <a:pt x="211328" y="28829"/>
                </a:lnTo>
                <a:lnTo>
                  <a:pt x="213360" y="29083"/>
                </a:lnTo>
                <a:lnTo>
                  <a:pt x="217267" y="29083"/>
                </a:lnTo>
                <a:lnTo>
                  <a:pt x="214630" y="27940"/>
                </a:lnTo>
                <a:lnTo>
                  <a:pt x="210693" y="26289"/>
                </a:lnTo>
                <a:lnTo>
                  <a:pt x="209835" y="24765"/>
                </a:lnTo>
                <a:lnTo>
                  <a:pt x="194564" y="24765"/>
                </a:lnTo>
                <a:lnTo>
                  <a:pt x="193352" y="24530"/>
                </a:lnTo>
                <a:close/>
              </a:path>
              <a:path w="229234" h="29844">
                <a:moveTo>
                  <a:pt x="221923" y="28829"/>
                </a:moveTo>
                <a:lnTo>
                  <a:pt x="220726" y="29083"/>
                </a:lnTo>
                <a:lnTo>
                  <a:pt x="221488" y="29083"/>
                </a:lnTo>
                <a:lnTo>
                  <a:pt x="221923" y="28829"/>
                </a:lnTo>
                <a:close/>
              </a:path>
              <a:path w="229234" h="29844">
                <a:moveTo>
                  <a:pt x="223547" y="27940"/>
                </a:moveTo>
                <a:lnTo>
                  <a:pt x="222358" y="28575"/>
                </a:lnTo>
                <a:lnTo>
                  <a:pt x="221923" y="28829"/>
                </a:lnTo>
                <a:lnTo>
                  <a:pt x="223012" y="28575"/>
                </a:lnTo>
                <a:lnTo>
                  <a:pt x="223547" y="27940"/>
                </a:lnTo>
                <a:close/>
              </a:path>
              <a:path w="229234" h="29844">
                <a:moveTo>
                  <a:pt x="226267" y="24765"/>
                </a:moveTo>
                <a:lnTo>
                  <a:pt x="224939" y="26289"/>
                </a:lnTo>
                <a:lnTo>
                  <a:pt x="223547" y="27940"/>
                </a:lnTo>
                <a:lnTo>
                  <a:pt x="224100" y="27559"/>
                </a:lnTo>
                <a:lnTo>
                  <a:pt x="224362" y="27559"/>
                </a:lnTo>
                <a:lnTo>
                  <a:pt x="226267" y="24765"/>
                </a:lnTo>
                <a:close/>
              </a:path>
              <a:path w="229234" h="29844">
                <a:moveTo>
                  <a:pt x="209449" y="24078"/>
                </a:moveTo>
                <a:lnTo>
                  <a:pt x="191017" y="24078"/>
                </a:lnTo>
                <a:lnTo>
                  <a:pt x="194564" y="24765"/>
                </a:lnTo>
                <a:lnTo>
                  <a:pt x="209835" y="24765"/>
                </a:lnTo>
                <a:lnTo>
                  <a:pt x="209449" y="24078"/>
                </a:lnTo>
                <a:close/>
              </a:path>
              <a:path w="229234" h="29844">
                <a:moveTo>
                  <a:pt x="208453" y="22307"/>
                </a:moveTo>
                <a:lnTo>
                  <a:pt x="179585" y="22307"/>
                </a:lnTo>
                <a:lnTo>
                  <a:pt x="192334" y="24333"/>
                </a:lnTo>
                <a:lnTo>
                  <a:pt x="191017" y="24078"/>
                </a:lnTo>
                <a:lnTo>
                  <a:pt x="209449" y="24078"/>
                </a:lnTo>
                <a:lnTo>
                  <a:pt x="208532" y="22448"/>
                </a:lnTo>
                <a:lnTo>
                  <a:pt x="208453" y="22307"/>
                </a:lnTo>
                <a:close/>
              </a:path>
              <a:path w="229234" h="29844">
                <a:moveTo>
                  <a:pt x="228521" y="21226"/>
                </a:moveTo>
                <a:lnTo>
                  <a:pt x="226714" y="24078"/>
                </a:lnTo>
                <a:lnTo>
                  <a:pt x="228177" y="22448"/>
                </a:lnTo>
                <a:lnTo>
                  <a:pt x="228296" y="22307"/>
                </a:lnTo>
                <a:lnTo>
                  <a:pt x="228461" y="22307"/>
                </a:lnTo>
                <a:lnTo>
                  <a:pt x="228521" y="21226"/>
                </a:lnTo>
                <a:close/>
              </a:path>
              <a:path w="229234" h="29844">
                <a:moveTo>
                  <a:pt x="126047" y="0"/>
                </a:moveTo>
                <a:lnTo>
                  <a:pt x="55372" y="0"/>
                </a:lnTo>
                <a:lnTo>
                  <a:pt x="15748" y="381"/>
                </a:lnTo>
                <a:lnTo>
                  <a:pt x="26644" y="381"/>
                </a:lnTo>
                <a:lnTo>
                  <a:pt x="17399" y="889"/>
                </a:lnTo>
                <a:lnTo>
                  <a:pt x="13843" y="4699"/>
                </a:lnTo>
                <a:lnTo>
                  <a:pt x="13843" y="14097"/>
                </a:lnTo>
                <a:lnTo>
                  <a:pt x="17636" y="18161"/>
                </a:lnTo>
                <a:lnTo>
                  <a:pt x="0" y="18161"/>
                </a:lnTo>
                <a:lnTo>
                  <a:pt x="67564" y="19050"/>
                </a:lnTo>
                <a:lnTo>
                  <a:pt x="117475" y="19050"/>
                </a:lnTo>
                <a:lnTo>
                  <a:pt x="125095" y="19431"/>
                </a:lnTo>
                <a:lnTo>
                  <a:pt x="132461" y="19431"/>
                </a:lnTo>
                <a:lnTo>
                  <a:pt x="146579" y="19823"/>
                </a:lnTo>
                <a:lnTo>
                  <a:pt x="146177" y="19823"/>
                </a:lnTo>
                <a:lnTo>
                  <a:pt x="155009" y="20212"/>
                </a:lnTo>
                <a:lnTo>
                  <a:pt x="154557" y="20212"/>
                </a:lnTo>
                <a:lnTo>
                  <a:pt x="172947" y="21616"/>
                </a:lnTo>
                <a:lnTo>
                  <a:pt x="172587" y="21616"/>
                </a:lnTo>
                <a:lnTo>
                  <a:pt x="180490" y="22448"/>
                </a:lnTo>
                <a:lnTo>
                  <a:pt x="179585" y="22307"/>
                </a:lnTo>
                <a:lnTo>
                  <a:pt x="208399" y="22307"/>
                </a:lnTo>
                <a:lnTo>
                  <a:pt x="208497" y="21226"/>
                </a:lnTo>
                <a:lnTo>
                  <a:pt x="208589" y="20212"/>
                </a:lnTo>
                <a:lnTo>
                  <a:pt x="208695" y="19050"/>
                </a:lnTo>
                <a:lnTo>
                  <a:pt x="208776" y="18161"/>
                </a:lnTo>
                <a:lnTo>
                  <a:pt x="209096" y="15875"/>
                </a:lnTo>
                <a:lnTo>
                  <a:pt x="209169" y="15367"/>
                </a:lnTo>
                <a:lnTo>
                  <a:pt x="209296" y="13843"/>
                </a:lnTo>
                <a:lnTo>
                  <a:pt x="210185" y="12446"/>
                </a:lnTo>
                <a:lnTo>
                  <a:pt x="211582" y="11811"/>
                </a:lnTo>
                <a:lnTo>
                  <a:pt x="216209" y="9398"/>
                </a:lnTo>
                <a:lnTo>
                  <a:pt x="215265" y="9398"/>
                </a:lnTo>
                <a:lnTo>
                  <a:pt x="213666" y="9184"/>
                </a:lnTo>
                <a:lnTo>
                  <a:pt x="214389" y="9184"/>
                </a:lnTo>
                <a:lnTo>
                  <a:pt x="208026" y="8001"/>
                </a:lnTo>
                <a:lnTo>
                  <a:pt x="205994" y="8001"/>
                </a:lnTo>
                <a:lnTo>
                  <a:pt x="204119" y="7559"/>
                </a:lnTo>
                <a:lnTo>
                  <a:pt x="204670" y="7559"/>
                </a:lnTo>
                <a:lnTo>
                  <a:pt x="199517" y="5842"/>
                </a:lnTo>
                <a:lnTo>
                  <a:pt x="197993" y="5461"/>
                </a:lnTo>
                <a:lnTo>
                  <a:pt x="194056" y="4826"/>
                </a:lnTo>
                <a:lnTo>
                  <a:pt x="193929" y="4826"/>
                </a:lnTo>
                <a:lnTo>
                  <a:pt x="181991" y="3048"/>
                </a:lnTo>
                <a:lnTo>
                  <a:pt x="182905" y="3048"/>
                </a:lnTo>
                <a:lnTo>
                  <a:pt x="174371" y="2286"/>
                </a:lnTo>
                <a:lnTo>
                  <a:pt x="175779" y="2286"/>
                </a:lnTo>
                <a:lnTo>
                  <a:pt x="155829" y="762"/>
                </a:lnTo>
                <a:lnTo>
                  <a:pt x="155448" y="762"/>
                </a:lnTo>
                <a:lnTo>
                  <a:pt x="146812" y="381"/>
                </a:lnTo>
                <a:lnTo>
                  <a:pt x="126047" y="0"/>
                </a:lnTo>
                <a:close/>
              </a:path>
              <a:path w="229234" h="29844">
                <a:moveTo>
                  <a:pt x="228723" y="19050"/>
                </a:moveTo>
                <a:lnTo>
                  <a:pt x="228621" y="19431"/>
                </a:lnTo>
                <a:lnTo>
                  <a:pt x="228521" y="21226"/>
                </a:lnTo>
                <a:lnTo>
                  <a:pt x="228854" y="20701"/>
                </a:lnTo>
                <a:lnTo>
                  <a:pt x="228753" y="19431"/>
                </a:lnTo>
                <a:lnTo>
                  <a:pt x="228723" y="19050"/>
                </a:lnTo>
                <a:close/>
              </a:path>
              <a:path w="229234" h="29844">
                <a:moveTo>
                  <a:pt x="226204" y="13299"/>
                </a:moveTo>
                <a:lnTo>
                  <a:pt x="226441" y="13843"/>
                </a:lnTo>
                <a:lnTo>
                  <a:pt x="228585" y="17297"/>
                </a:lnTo>
                <a:lnTo>
                  <a:pt x="228473" y="15875"/>
                </a:lnTo>
                <a:lnTo>
                  <a:pt x="226603" y="13843"/>
                </a:lnTo>
                <a:lnTo>
                  <a:pt x="226204" y="13299"/>
                </a:lnTo>
                <a:close/>
              </a:path>
              <a:path w="229234" h="29844">
                <a:moveTo>
                  <a:pt x="223466" y="10342"/>
                </a:moveTo>
                <a:lnTo>
                  <a:pt x="226103" y="13299"/>
                </a:lnTo>
                <a:lnTo>
                  <a:pt x="225783" y="12700"/>
                </a:lnTo>
                <a:lnTo>
                  <a:pt x="224536" y="10922"/>
                </a:lnTo>
                <a:lnTo>
                  <a:pt x="223466" y="10342"/>
                </a:lnTo>
                <a:close/>
              </a:path>
              <a:path w="229234" h="29844">
                <a:moveTo>
                  <a:pt x="221504" y="9184"/>
                </a:moveTo>
                <a:lnTo>
                  <a:pt x="221328" y="9184"/>
                </a:lnTo>
                <a:lnTo>
                  <a:pt x="223466" y="10342"/>
                </a:lnTo>
                <a:lnTo>
                  <a:pt x="222631" y="9398"/>
                </a:lnTo>
                <a:lnTo>
                  <a:pt x="221504" y="9184"/>
                </a:lnTo>
                <a:close/>
              </a:path>
              <a:path w="229234" h="29844">
                <a:moveTo>
                  <a:pt x="214270" y="9184"/>
                </a:moveTo>
                <a:lnTo>
                  <a:pt x="213666" y="9184"/>
                </a:lnTo>
                <a:lnTo>
                  <a:pt x="215265" y="9398"/>
                </a:lnTo>
                <a:lnTo>
                  <a:pt x="214270" y="9184"/>
                </a:lnTo>
                <a:close/>
              </a:path>
              <a:path w="229234" h="29844">
                <a:moveTo>
                  <a:pt x="216622" y="9184"/>
                </a:moveTo>
                <a:lnTo>
                  <a:pt x="214270" y="9184"/>
                </a:lnTo>
                <a:lnTo>
                  <a:pt x="215265" y="9398"/>
                </a:lnTo>
                <a:lnTo>
                  <a:pt x="216209" y="9398"/>
                </a:lnTo>
                <a:lnTo>
                  <a:pt x="216622" y="9184"/>
                </a:lnTo>
                <a:close/>
              </a:path>
              <a:path w="229234" h="29844">
                <a:moveTo>
                  <a:pt x="204670" y="7559"/>
                </a:moveTo>
                <a:lnTo>
                  <a:pt x="204119" y="7559"/>
                </a:lnTo>
                <a:lnTo>
                  <a:pt x="205994" y="8001"/>
                </a:lnTo>
                <a:lnTo>
                  <a:pt x="204670" y="7559"/>
                </a:lnTo>
                <a:close/>
              </a:path>
              <a:path w="229234" h="29844">
                <a:moveTo>
                  <a:pt x="204670" y="7559"/>
                </a:moveTo>
                <a:lnTo>
                  <a:pt x="205994" y="8001"/>
                </a:lnTo>
                <a:lnTo>
                  <a:pt x="208026" y="8001"/>
                </a:lnTo>
                <a:lnTo>
                  <a:pt x="207010" y="7747"/>
                </a:lnTo>
                <a:lnTo>
                  <a:pt x="204670" y="7559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87916" y="1476755"/>
            <a:ext cx="259844" cy="1049020"/>
          </a:xfrm>
          <a:prstGeom prst="rect">
            <a:avLst/>
          </a:prstGeom>
        </p:spPr>
      </p:pic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xfrm>
            <a:off x="3149980" y="203835"/>
            <a:ext cx="2632075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</a:t>
            </a:r>
            <a:r>
              <a:rPr dirty="0" spc="-90"/>
              <a:t> </a:t>
            </a:r>
            <a:r>
              <a:rPr dirty="0" spc="-10"/>
              <a:t>scaling</a:t>
            </a:r>
          </a:p>
        </p:txBody>
      </p:sp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689388" y="2690114"/>
            <a:ext cx="505163" cy="13830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75956" y="2664332"/>
            <a:ext cx="453009" cy="16294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18565" y="2619248"/>
            <a:ext cx="1990902" cy="1755127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641729" y="4101147"/>
            <a:ext cx="1167765" cy="4629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9685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9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in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feet</a:t>
            </a:r>
            <a:r>
              <a:rPr dirty="0" baseline="27777" sz="1350">
                <a:latin typeface="Cambria Math"/>
                <a:cs typeface="Cambria Math"/>
              </a:rPr>
              <a:t>2</a:t>
            </a:r>
            <a:r>
              <a:rPr dirty="0" baseline="27777" sz="1350" spc="157">
                <a:latin typeface="Cambria Math"/>
                <a:cs typeface="Cambria Math"/>
              </a:rPr>
              <a:t> </a:t>
            </a:r>
            <a:r>
              <a:rPr dirty="0" sz="1400" spc="-10">
                <a:latin typeface="Arial"/>
                <a:cs typeface="Arial"/>
              </a:rPr>
              <a:t>rescaled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02259" y="2988881"/>
            <a:ext cx="1042669" cy="6731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 marL="37465" marR="30480">
              <a:lnSpc>
                <a:spcPts val="1650"/>
              </a:lnSpc>
              <a:spcBef>
                <a:spcPts val="13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 rescaled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733298"/>
            <a:ext cx="1861692" cy="161493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79979" y="2240597"/>
            <a:ext cx="56451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400" spc="180">
                <a:solidFill>
                  <a:srgbClr val="FF9300"/>
                </a:solidFill>
                <a:latin typeface="Cambria Math"/>
                <a:cs typeface="Cambria Math"/>
              </a:rPr>
              <a:t>  </a:t>
            </a:r>
            <a:r>
              <a:rPr dirty="0" sz="1400" spc="-20">
                <a:latin typeface="Arial"/>
                <a:cs typeface="Arial"/>
              </a:rPr>
              <a:t>size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45054" y="2326322"/>
            <a:ext cx="645160" cy="377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875">
              <a:lnSpc>
                <a:spcPts val="1170"/>
              </a:lnSpc>
              <a:spcBef>
                <a:spcPts val="100"/>
              </a:spcBef>
            </a:pPr>
            <a:r>
              <a:rPr dirty="0" sz="10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050">
              <a:latin typeface="Cambria Math"/>
              <a:cs typeface="Cambria Math"/>
            </a:endParaRPr>
          </a:p>
          <a:p>
            <a:pPr marL="38100">
              <a:lnSpc>
                <a:spcPts val="1590"/>
              </a:lnSpc>
            </a:pP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1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feet</a:t>
            </a:r>
            <a:r>
              <a:rPr dirty="0" baseline="27777" sz="1350" spc="-15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300" y="1229677"/>
            <a:ext cx="1042669" cy="4622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0006" y="2523997"/>
            <a:ext cx="2629535" cy="1955800"/>
          </a:xfrm>
          <a:custGeom>
            <a:avLst/>
            <a:gdLst/>
            <a:ahLst/>
            <a:cxnLst/>
            <a:rect l="l" t="t" r="r" b="b"/>
            <a:pathLst>
              <a:path w="2629535" h="1955800">
                <a:moveTo>
                  <a:pt x="2629535" y="1076528"/>
                </a:moveTo>
                <a:lnTo>
                  <a:pt x="2596769" y="1057478"/>
                </a:lnTo>
                <a:lnTo>
                  <a:pt x="2486774" y="993521"/>
                </a:lnTo>
                <a:lnTo>
                  <a:pt x="2479586" y="991057"/>
                </a:lnTo>
                <a:lnTo>
                  <a:pt x="2472283" y="991527"/>
                </a:lnTo>
                <a:lnTo>
                  <a:pt x="2465730" y="994702"/>
                </a:lnTo>
                <a:lnTo>
                  <a:pt x="2460752" y="1000379"/>
                </a:lnTo>
                <a:lnTo>
                  <a:pt x="2458275" y="1007503"/>
                </a:lnTo>
                <a:lnTo>
                  <a:pt x="2458745" y="1014780"/>
                </a:lnTo>
                <a:lnTo>
                  <a:pt x="2461920" y="1021372"/>
                </a:lnTo>
                <a:lnTo>
                  <a:pt x="2467597" y="1026414"/>
                </a:lnTo>
                <a:lnTo>
                  <a:pt x="2521000" y="1057490"/>
                </a:lnTo>
                <a:lnTo>
                  <a:pt x="942594" y="1059103"/>
                </a:lnTo>
                <a:lnTo>
                  <a:pt x="942594" y="108470"/>
                </a:lnTo>
                <a:lnTo>
                  <a:pt x="973709" y="161798"/>
                </a:lnTo>
                <a:lnTo>
                  <a:pt x="978750" y="167411"/>
                </a:lnTo>
                <a:lnTo>
                  <a:pt x="985354" y="170561"/>
                </a:lnTo>
                <a:lnTo>
                  <a:pt x="992670" y="171056"/>
                </a:lnTo>
                <a:lnTo>
                  <a:pt x="999871" y="168656"/>
                </a:lnTo>
                <a:lnTo>
                  <a:pt x="1005471" y="163614"/>
                </a:lnTo>
                <a:lnTo>
                  <a:pt x="1008634" y="157010"/>
                </a:lnTo>
                <a:lnTo>
                  <a:pt x="1009116" y="149694"/>
                </a:lnTo>
                <a:lnTo>
                  <a:pt x="1006729" y="142494"/>
                </a:lnTo>
                <a:lnTo>
                  <a:pt x="945629" y="37846"/>
                </a:lnTo>
                <a:lnTo>
                  <a:pt x="923544" y="0"/>
                </a:lnTo>
                <a:lnTo>
                  <a:pt x="840346" y="142494"/>
                </a:lnTo>
                <a:lnTo>
                  <a:pt x="837958" y="149694"/>
                </a:lnTo>
                <a:lnTo>
                  <a:pt x="838454" y="157010"/>
                </a:lnTo>
                <a:lnTo>
                  <a:pt x="841603" y="163614"/>
                </a:lnTo>
                <a:lnTo>
                  <a:pt x="847217" y="168656"/>
                </a:lnTo>
                <a:lnTo>
                  <a:pt x="854405" y="171056"/>
                </a:lnTo>
                <a:lnTo>
                  <a:pt x="861720" y="170561"/>
                </a:lnTo>
                <a:lnTo>
                  <a:pt x="868324" y="167411"/>
                </a:lnTo>
                <a:lnTo>
                  <a:pt x="873379" y="161798"/>
                </a:lnTo>
                <a:lnTo>
                  <a:pt x="904481" y="108470"/>
                </a:lnTo>
                <a:lnTo>
                  <a:pt x="904494" y="37846"/>
                </a:lnTo>
                <a:lnTo>
                  <a:pt x="904494" y="108470"/>
                </a:lnTo>
                <a:lnTo>
                  <a:pt x="904494" y="1059141"/>
                </a:lnTo>
                <a:lnTo>
                  <a:pt x="0" y="1060069"/>
                </a:lnTo>
                <a:lnTo>
                  <a:pt x="123418" y="1060069"/>
                </a:lnTo>
                <a:lnTo>
                  <a:pt x="123456" y="1098042"/>
                </a:lnTo>
                <a:lnTo>
                  <a:pt x="904494" y="1097241"/>
                </a:lnTo>
                <a:lnTo>
                  <a:pt x="904494" y="1955774"/>
                </a:lnTo>
                <a:lnTo>
                  <a:pt x="942594" y="1955774"/>
                </a:lnTo>
                <a:lnTo>
                  <a:pt x="942594" y="1097203"/>
                </a:lnTo>
                <a:lnTo>
                  <a:pt x="2521204" y="1095590"/>
                </a:lnTo>
                <a:lnTo>
                  <a:pt x="2467724" y="1126871"/>
                </a:lnTo>
                <a:lnTo>
                  <a:pt x="2462047" y="1131912"/>
                </a:lnTo>
                <a:lnTo>
                  <a:pt x="2458872" y="1138466"/>
                </a:lnTo>
                <a:lnTo>
                  <a:pt x="2458402" y="1145730"/>
                </a:lnTo>
                <a:lnTo>
                  <a:pt x="2460879" y="1152906"/>
                </a:lnTo>
                <a:lnTo>
                  <a:pt x="2465921" y="1158519"/>
                </a:lnTo>
                <a:lnTo>
                  <a:pt x="2472512" y="1161669"/>
                </a:lnTo>
                <a:lnTo>
                  <a:pt x="2479789" y="1162164"/>
                </a:lnTo>
                <a:lnTo>
                  <a:pt x="2486914" y="1159764"/>
                </a:lnTo>
                <a:lnTo>
                  <a:pt x="2596692" y="1095578"/>
                </a:lnTo>
                <a:lnTo>
                  <a:pt x="2629268" y="1076528"/>
                </a:lnTo>
                <a:lnTo>
                  <a:pt x="2629535" y="1076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075182" y="1802257"/>
            <a:ext cx="449580" cy="349250"/>
            <a:chOff x="1075182" y="1802257"/>
            <a:chExt cx="449580" cy="34925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5631" y="2017903"/>
              <a:ext cx="125984" cy="1333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9446" y="1802257"/>
              <a:ext cx="114934" cy="1308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182" y="1878330"/>
              <a:ext cx="289840" cy="16515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88004" y="3710304"/>
            <a:ext cx="1217295" cy="4635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9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feet</a:t>
            </a:r>
            <a:r>
              <a:rPr dirty="0" baseline="27777" sz="1350" spc="-15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 spc="-10">
                <a:latin typeface="Arial"/>
                <a:cs typeface="Arial"/>
              </a:rPr>
              <a:t>normalized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334" y="2593022"/>
            <a:ext cx="1042669" cy="672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 marL="37465" marR="30480">
              <a:lnSpc>
                <a:spcPts val="1650"/>
              </a:lnSpc>
              <a:spcBef>
                <a:spcPts val="13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 normalized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88434" y="815974"/>
            <a:ext cx="1958339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Cambria Math"/>
                <a:cs typeface="Cambria Math"/>
              </a:rPr>
              <a:t>300</a:t>
            </a:r>
            <a:r>
              <a:rPr dirty="0" sz="2000" spc="9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6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55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2000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26631" y="819785"/>
            <a:ext cx="126809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Cambria Math"/>
                <a:cs typeface="Cambria Math"/>
              </a:rPr>
              <a:t>0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4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23708" y="2142807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28966" y="2208783"/>
            <a:ext cx="733425" cy="9525"/>
          </a:xfrm>
          <a:custGeom>
            <a:avLst/>
            <a:gdLst/>
            <a:ahLst/>
            <a:cxnLst/>
            <a:rect l="l" t="t" r="r" b="b"/>
            <a:pathLst>
              <a:path w="733425" h="9525">
                <a:moveTo>
                  <a:pt x="733425" y="0"/>
                </a:moveTo>
                <a:lnTo>
                  <a:pt x="0" y="0"/>
                </a:lnTo>
                <a:lnTo>
                  <a:pt x="0" y="9525"/>
                </a:lnTo>
                <a:lnTo>
                  <a:pt x="733425" y="9525"/>
                </a:lnTo>
                <a:lnTo>
                  <a:pt x="7334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174483" y="1866328"/>
            <a:ext cx="1342390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1975">
              <a:lnSpc>
                <a:spcPts val="1755"/>
              </a:lnSpc>
              <a:spcBef>
                <a:spcPts val="100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460" sz="2025" spc="18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−</a:t>
            </a:r>
            <a:r>
              <a:rPr dirty="0" sz="1800" spc="7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 spc="-25">
                <a:solidFill>
                  <a:srgbClr val="FF9300"/>
                </a:solidFill>
                <a:latin typeface="Cambria Math"/>
                <a:cs typeface="Cambria Math"/>
              </a:rPr>
              <a:t>𝜇</a:t>
            </a:r>
            <a:r>
              <a:rPr dirty="0" baseline="-16460" sz="202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6460" sz="2025">
              <a:latin typeface="Cambria Math"/>
              <a:cs typeface="Cambria Math"/>
            </a:endParaRPr>
          </a:p>
          <a:p>
            <a:pPr marL="38100">
              <a:lnSpc>
                <a:spcPts val="1755"/>
              </a:lnSpc>
              <a:tabLst>
                <a:tab pos="323850" algn="l"/>
              </a:tabLst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76920" y="2190686"/>
            <a:ext cx="4476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5−0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53330" y="2130996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38650" y="2025650"/>
            <a:ext cx="483234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8450" algn="l"/>
              </a:tabLst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70653" y="2196845"/>
            <a:ext cx="1057275" cy="9525"/>
          </a:xfrm>
          <a:custGeom>
            <a:avLst/>
            <a:gdLst/>
            <a:ahLst/>
            <a:cxnLst/>
            <a:rect l="l" t="t" r="r" b="b"/>
            <a:pathLst>
              <a:path w="1057275" h="9525">
                <a:moveTo>
                  <a:pt x="1057275" y="0"/>
                </a:moveTo>
                <a:lnTo>
                  <a:pt x="0" y="0"/>
                </a:lnTo>
                <a:lnTo>
                  <a:pt x="0" y="9525"/>
                </a:lnTo>
                <a:lnTo>
                  <a:pt x="1057275" y="9525"/>
                </a:lnTo>
                <a:lnTo>
                  <a:pt x="10572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099684" y="1853819"/>
            <a:ext cx="78613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460" sz="2025" spc="24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−</a:t>
            </a:r>
            <a:r>
              <a:rPr dirty="0" sz="1800" spc="-4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 spc="-25">
                <a:solidFill>
                  <a:srgbClr val="FF9300"/>
                </a:solidFill>
                <a:latin typeface="Cambria Math"/>
                <a:cs typeface="Cambria Math"/>
              </a:rPr>
              <a:t>𝜇</a:t>
            </a:r>
            <a:r>
              <a:rPr dirty="0" baseline="-16460" sz="2025" spc="-37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baseline="-16460" sz="2025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63159" y="2178304"/>
            <a:ext cx="107696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10">
                <a:latin typeface="Cambria Math"/>
                <a:cs typeface="Cambria Math"/>
              </a:rPr>
              <a:t>2000−300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79265" y="2981642"/>
            <a:ext cx="214566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−0.18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6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434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14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0.82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16090" y="2972752"/>
            <a:ext cx="214566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−0.46</a:t>
            </a:r>
            <a:r>
              <a:rPr dirty="0" sz="2000" spc="1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48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0.54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76808" y="914272"/>
            <a:ext cx="2859405" cy="1504315"/>
            <a:chOff x="776808" y="914272"/>
            <a:chExt cx="2859405" cy="1504315"/>
          </a:xfrm>
        </p:grpSpPr>
        <p:sp>
          <p:nvSpPr>
            <p:cNvPr id="27" name="object 27"/>
            <p:cNvSpPr/>
            <p:nvPr/>
          </p:nvSpPr>
          <p:spPr>
            <a:xfrm>
              <a:off x="2034286" y="2024125"/>
              <a:ext cx="19050" cy="110489"/>
            </a:xfrm>
            <a:custGeom>
              <a:avLst/>
              <a:gdLst/>
              <a:ahLst/>
              <a:cxnLst/>
              <a:rect l="l" t="t" r="r" b="b"/>
              <a:pathLst>
                <a:path w="19050" h="110489">
                  <a:moveTo>
                    <a:pt x="16372" y="102362"/>
                  </a:moveTo>
                  <a:lnTo>
                    <a:pt x="2920" y="102362"/>
                  </a:lnTo>
                  <a:lnTo>
                    <a:pt x="4318" y="105410"/>
                  </a:lnTo>
                  <a:lnTo>
                    <a:pt x="3982" y="105410"/>
                  </a:lnTo>
                  <a:lnTo>
                    <a:pt x="5206" y="107696"/>
                  </a:lnTo>
                  <a:lnTo>
                    <a:pt x="7238" y="109728"/>
                  </a:lnTo>
                  <a:lnTo>
                    <a:pt x="9016" y="110490"/>
                  </a:lnTo>
                  <a:lnTo>
                    <a:pt x="14986" y="110490"/>
                  </a:lnTo>
                  <a:lnTo>
                    <a:pt x="18161" y="107315"/>
                  </a:lnTo>
                  <a:lnTo>
                    <a:pt x="18161" y="105410"/>
                  </a:lnTo>
                  <a:lnTo>
                    <a:pt x="4318" y="105410"/>
                  </a:lnTo>
                  <a:lnTo>
                    <a:pt x="3606" y="104521"/>
                  </a:lnTo>
                  <a:lnTo>
                    <a:pt x="15112" y="104521"/>
                  </a:lnTo>
                  <a:lnTo>
                    <a:pt x="16372" y="102362"/>
                  </a:lnTo>
                  <a:close/>
                </a:path>
                <a:path w="19050" h="110489">
                  <a:moveTo>
                    <a:pt x="2920" y="102362"/>
                  </a:moveTo>
                  <a:lnTo>
                    <a:pt x="3301" y="104140"/>
                  </a:lnTo>
                  <a:lnTo>
                    <a:pt x="4318" y="105410"/>
                  </a:lnTo>
                  <a:lnTo>
                    <a:pt x="2920" y="102362"/>
                  </a:lnTo>
                  <a:close/>
                </a:path>
                <a:path w="19050" h="110489">
                  <a:moveTo>
                    <a:pt x="18161" y="100856"/>
                  </a:moveTo>
                  <a:lnTo>
                    <a:pt x="17906" y="101473"/>
                  </a:lnTo>
                  <a:lnTo>
                    <a:pt x="15112" y="104521"/>
                  </a:lnTo>
                  <a:lnTo>
                    <a:pt x="18161" y="104521"/>
                  </a:lnTo>
                  <a:lnTo>
                    <a:pt x="18161" y="100856"/>
                  </a:lnTo>
                  <a:close/>
                </a:path>
                <a:path w="19050" h="110489">
                  <a:moveTo>
                    <a:pt x="10159" y="0"/>
                  </a:moveTo>
                  <a:lnTo>
                    <a:pt x="4940" y="0"/>
                  </a:lnTo>
                  <a:lnTo>
                    <a:pt x="888" y="3682"/>
                  </a:lnTo>
                  <a:lnTo>
                    <a:pt x="634" y="8636"/>
                  </a:lnTo>
                  <a:lnTo>
                    <a:pt x="0" y="17906"/>
                  </a:lnTo>
                  <a:lnTo>
                    <a:pt x="0" y="99313"/>
                  </a:lnTo>
                  <a:lnTo>
                    <a:pt x="888" y="101473"/>
                  </a:lnTo>
                  <a:lnTo>
                    <a:pt x="3333" y="104140"/>
                  </a:lnTo>
                  <a:lnTo>
                    <a:pt x="2920" y="102362"/>
                  </a:lnTo>
                  <a:lnTo>
                    <a:pt x="16430" y="102362"/>
                  </a:lnTo>
                  <a:lnTo>
                    <a:pt x="16541" y="100856"/>
                  </a:lnTo>
                  <a:lnTo>
                    <a:pt x="15326" y="98551"/>
                  </a:lnTo>
                  <a:lnTo>
                    <a:pt x="15207" y="98330"/>
                  </a:lnTo>
                  <a:lnTo>
                    <a:pt x="10794" y="96519"/>
                  </a:lnTo>
                  <a:lnTo>
                    <a:pt x="18937" y="96519"/>
                  </a:lnTo>
                  <a:lnTo>
                    <a:pt x="19050" y="4318"/>
                  </a:lnTo>
                  <a:lnTo>
                    <a:pt x="15112" y="254"/>
                  </a:lnTo>
                  <a:lnTo>
                    <a:pt x="10159" y="0"/>
                  </a:lnTo>
                  <a:close/>
                </a:path>
                <a:path w="19050" h="110489">
                  <a:moveTo>
                    <a:pt x="16440" y="102362"/>
                  </a:moveTo>
                  <a:lnTo>
                    <a:pt x="15965" y="103060"/>
                  </a:lnTo>
                  <a:lnTo>
                    <a:pt x="15335" y="104140"/>
                  </a:lnTo>
                  <a:lnTo>
                    <a:pt x="16452" y="103060"/>
                  </a:lnTo>
                  <a:lnTo>
                    <a:pt x="16440" y="102362"/>
                  </a:lnTo>
                  <a:close/>
                </a:path>
                <a:path w="19050" h="110489">
                  <a:moveTo>
                    <a:pt x="16890" y="101473"/>
                  </a:moveTo>
                  <a:lnTo>
                    <a:pt x="16440" y="102362"/>
                  </a:lnTo>
                  <a:lnTo>
                    <a:pt x="16452" y="103060"/>
                  </a:lnTo>
                  <a:lnTo>
                    <a:pt x="16890" y="101473"/>
                  </a:lnTo>
                  <a:close/>
                </a:path>
                <a:path w="19050" h="110489">
                  <a:moveTo>
                    <a:pt x="18161" y="99694"/>
                  </a:moveTo>
                  <a:lnTo>
                    <a:pt x="16653" y="99694"/>
                  </a:lnTo>
                  <a:lnTo>
                    <a:pt x="16808" y="100856"/>
                  </a:lnTo>
                  <a:lnTo>
                    <a:pt x="16890" y="101473"/>
                  </a:lnTo>
                  <a:lnTo>
                    <a:pt x="16452" y="103060"/>
                  </a:lnTo>
                  <a:lnTo>
                    <a:pt x="17906" y="101473"/>
                  </a:lnTo>
                  <a:lnTo>
                    <a:pt x="18161" y="100856"/>
                  </a:lnTo>
                  <a:lnTo>
                    <a:pt x="18161" y="99694"/>
                  </a:lnTo>
                  <a:close/>
                </a:path>
                <a:path w="19050" h="110489">
                  <a:moveTo>
                    <a:pt x="16560" y="100856"/>
                  </a:moveTo>
                  <a:lnTo>
                    <a:pt x="16495" y="101473"/>
                  </a:lnTo>
                  <a:lnTo>
                    <a:pt x="16430" y="102362"/>
                  </a:lnTo>
                  <a:lnTo>
                    <a:pt x="16890" y="101473"/>
                  </a:lnTo>
                  <a:lnTo>
                    <a:pt x="16560" y="100856"/>
                  </a:lnTo>
                  <a:close/>
                </a:path>
                <a:path w="19050" h="110489">
                  <a:moveTo>
                    <a:pt x="16653" y="99694"/>
                  </a:moveTo>
                  <a:lnTo>
                    <a:pt x="16560" y="100856"/>
                  </a:lnTo>
                  <a:lnTo>
                    <a:pt x="16890" y="101473"/>
                  </a:lnTo>
                  <a:lnTo>
                    <a:pt x="16653" y="99694"/>
                  </a:lnTo>
                  <a:close/>
                </a:path>
                <a:path w="19050" h="110489">
                  <a:moveTo>
                    <a:pt x="16383" y="97917"/>
                  </a:moveTo>
                  <a:lnTo>
                    <a:pt x="14986" y="97917"/>
                  </a:lnTo>
                  <a:lnTo>
                    <a:pt x="15747" y="98551"/>
                  </a:lnTo>
                  <a:lnTo>
                    <a:pt x="15326" y="98551"/>
                  </a:lnTo>
                  <a:lnTo>
                    <a:pt x="16560" y="100856"/>
                  </a:lnTo>
                  <a:lnTo>
                    <a:pt x="16627" y="99694"/>
                  </a:lnTo>
                  <a:lnTo>
                    <a:pt x="18161" y="99694"/>
                  </a:lnTo>
                  <a:lnTo>
                    <a:pt x="17018" y="98551"/>
                  </a:lnTo>
                  <a:lnTo>
                    <a:pt x="15747" y="98551"/>
                  </a:lnTo>
                  <a:lnTo>
                    <a:pt x="15207" y="98330"/>
                  </a:lnTo>
                  <a:lnTo>
                    <a:pt x="16796" y="98330"/>
                  </a:lnTo>
                  <a:lnTo>
                    <a:pt x="16383" y="97917"/>
                  </a:lnTo>
                  <a:close/>
                </a:path>
                <a:path w="19050" h="110489">
                  <a:moveTo>
                    <a:pt x="18937" y="96519"/>
                  </a:moveTo>
                  <a:lnTo>
                    <a:pt x="14986" y="96519"/>
                  </a:lnTo>
                  <a:lnTo>
                    <a:pt x="18161" y="99694"/>
                  </a:lnTo>
                  <a:lnTo>
                    <a:pt x="18161" y="100856"/>
                  </a:lnTo>
                  <a:lnTo>
                    <a:pt x="18795" y="99313"/>
                  </a:lnTo>
                  <a:lnTo>
                    <a:pt x="18922" y="97028"/>
                  </a:lnTo>
                  <a:lnTo>
                    <a:pt x="18937" y="96519"/>
                  </a:lnTo>
                  <a:close/>
                </a:path>
                <a:path w="19050" h="110489">
                  <a:moveTo>
                    <a:pt x="14986" y="97917"/>
                  </a:moveTo>
                  <a:lnTo>
                    <a:pt x="15207" y="98330"/>
                  </a:lnTo>
                  <a:lnTo>
                    <a:pt x="15747" y="98551"/>
                  </a:lnTo>
                  <a:lnTo>
                    <a:pt x="14986" y="97917"/>
                  </a:lnTo>
                  <a:close/>
                </a:path>
                <a:path w="19050" h="110489">
                  <a:moveTo>
                    <a:pt x="14986" y="96519"/>
                  </a:moveTo>
                  <a:lnTo>
                    <a:pt x="10794" y="96519"/>
                  </a:lnTo>
                  <a:lnTo>
                    <a:pt x="15207" y="98330"/>
                  </a:lnTo>
                  <a:lnTo>
                    <a:pt x="14986" y="97917"/>
                  </a:lnTo>
                  <a:lnTo>
                    <a:pt x="16383" y="97917"/>
                  </a:lnTo>
                  <a:lnTo>
                    <a:pt x="14986" y="96519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4458" y="2226817"/>
              <a:ext cx="424053" cy="17500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186429" y="2016633"/>
              <a:ext cx="36195" cy="147320"/>
            </a:xfrm>
            <a:custGeom>
              <a:avLst/>
              <a:gdLst/>
              <a:ahLst/>
              <a:cxnLst/>
              <a:rect l="l" t="t" r="r" b="b"/>
              <a:pathLst>
                <a:path w="36194" h="147319">
                  <a:moveTo>
                    <a:pt x="17316" y="141392"/>
                  </a:moveTo>
                  <a:lnTo>
                    <a:pt x="26669" y="146812"/>
                  </a:lnTo>
                  <a:lnTo>
                    <a:pt x="32003" y="146812"/>
                  </a:lnTo>
                  <a:lnTo>
                    <a:pt x="34162" y="144653"/>
                  </a:lnTo>
                  <a:lnTo>
                    <a:pt x="21208" y="144653"/>
                  </a:lnTo>
                  <a:lnTo>
                    <a:pt x="19812" y="143764"/>
                  </a:lnTo>
                  <a:lnTo>
                    <a:pt x="17316" y="141392"/>
                  </a:lnTo>
                  <a:close/>
                </a:path>
                <a:path w="36194" h="147319">
                  <a:moveTo>
                    <a:pt x="11937" y="0"/>
                  </a:moveTo>
                  <a:lnTo>
                    <a:pt x="0" y="24765"/>
                  </a:lnTo>
                  <a:lnTo>
                    <a:pt x="126" y="67056"/>
                  </a:lnTo>
                  <a:lnTo>
                    <a:pt x="1269" y="76073"/>
                  </a:lnTo>
                  <a:lnTo>
                    <a:pt x="2286" y="85090"/>
                  </a:lnTo>
                  <a:lnTo>
                    <a:pt x="2539" y="86233"/>
                  </a:lnTo>
                  <a:lnTo>
                    <a:pt x="5333" y="97790"/>
                  </a:lnTo>
                  <a:lnTo>
                    <a:pt x="6477" y="100838"/>
                  </a:lnTo>
                  <a:lnTo>
                    <a:pt x="8341" y="108077"/>
                  </a:lnTo>
                  <a:lnTo>
                    <a:pt x="8508" y="108585"/>
                  </a:lnTo>
                  <a:lnTo>
                    <a:pt x="9270" y="112141"/>
                  </a:lnTo>
                  <a:lnTo>
                    <a:pt x="10419" y="116205"/>
                  </a:lnTo>
                  <a:lnTo>
                    <a:pt x="10668" y="116712"/>
                  </a:lnTo>
                  <a:lnTo>
                    <a:pt x="10794" y="117348"/>
                  </a:lnTo>
                  <a:lnTo>
                    <a:pt x="10858" y="117983"/>
                  </a:lnTo>
                  <a:lnTo>
                    <a:pt x="10991" y="118872"/>
                  </a:lnTo>
                  <a:lnTo>
                    <a:pt x="11302" y="120650"/>
                  </a:lnTo>
                  <a:lnTo>
                    <a:pt x="11683" y="121793"/>
                  </a:lnTo>
                  <a:lnTo>
                    <a:pt x="12192" y="124333"/>
                  </a:lnTo>
                  <a:lnTo>
                    <a:pt x="13130" y="129660"/>
                  </a:lnTo>
                  <a:lnTo>
                    <a:pt x="13207" y="130048"/>
                  </a:lnTo>
                  <a:lnTo>
                    <a:pt x="13545" y="131284"/>
                  </a:lnTo>
                  <a:lnTo>
                    <a:pt x="13715" y="131825"/>
                  </a:lnTo>
                  <a:lnTo>
                    <a:pt x="14526" y="135762"/>
                  </a:lnTo>
                  <a:lnTo>
                    <a:pt x="21208" y="144653"/>
                  </a:lnTo>
                  <a:lnTo>
                    <a:pt x="19233" y="141121"/>
                  </a:lnTo>
                  <a:lnTo>
                    <a:pt x="16904" y="141121"/>
                  </a:lnTo>
                  <a:lnTo>
                    <a:pt x="17018" y="137160"/>
                  </a:lnTo>
                  <a:lnTo>
                    <a:pt x="34417" y="137160"/>
                  </a:lnTo>
                  <a:lnTo>
                    <a:pt x="34385" y="136655"/>
                  </a:lnTo>
                  <a:lnTo>
                    <a:pt x="30204" y="129793"/>
                  </a:lnTo>
                  <a:lnTo>
                    <a:pt x="30122" y="129660"/>
                  </a:lnTo>
                  <a:lnTo>
                    <a:pt x="26669" y="128905"/>
                  </a:lnTo>
                  <a:lnTo>
                    <a:pt x="34110" y="128905"/>
                  </a:lnTo>
                  <a:lnTo>
                    <a:pt x="34036" y="128397"/>
                  </a:lnTo>
                  <a:lnTo>
                    <a:pt x="33908" y="127889"/>
                  </a:lnTo>
                  <a:lnTo>
                    <a:pt x="33356" y="125349"/>
                  </a:lnTo>
                  <a:lnTo>
                    <a:pt x="33274" y="124968"/>
                  </a:lnTo>
                  <a:lnTo>
                    <a:pt x="33221" y="124333"/>
                  </a:lnTo>
                  <a:lnTo>
                    <a:pt x="32773" y="121793"/>
                  </a:lnTo>
                  <a:lnTo>
                    <a:pt x="32651" y="120650"/>
                  </a:lnTo>
                  <a:lnTo>
                    <a:pt x="32236" y="117983"/>
                  </a:lnTo>
                  <a:lnTo>
                    <a:pt x="32131" y="117348"/>
                  </a:lnTo>
                  <a:lnTo>
                    <a:pt x="31788" y="116205"/>
                  </a:lnTo>
                  <a:lnTo>
                    <a:pt x="31622" y="116205"/>
                  </a:lnTo>
                  <a:lnTo>
                    <a:pt x="31368" y="114808"/>
                  </a:lnTo>
                  <a:lnTo>
                    <a:pt x="31368" y="113665"/>
                  </a:lnTo>
                  <a:lnTo>
                    <a:pt x="29590" y="107315"/>
                  </a:lnTo>
                  <a:lnTo>
                    <a:pt x="29082" y="104521"/>
                  </a:lnTo>
                  <a:lnTo>
                    <a:pt x="28956" y="103886"/>
                  </a:lnTo>
                  <a:lnTo>
                    <a:pt x="26543" y="94615"/>
                  </a:lnTo>
                  <a:lnTo>
                    <a:pt x="25461" y="91821"/>
                  </a:lnTo>
                  <a:lnTo>
                    <a:pt x="25256" y="91391"/>
                  </a:lnTo>
                  <a:lnTo>
                    <a:pt x="25018" y="90678"/>
                  </a:lnTo>
                  <a:lnTo>
                    <a:pt x="24037" y="86233"/>
                  </a:lnTo>
                  <a:lnTo>
                    <a:pt x="23138" y="82550"/>
                  </a:lnTo>
                  <a:lnTo>
                    <a:pt x="23066" y="82338"/>
                  </a:lnTo>
                  <a:lnTo>
                    <a:pt x="22859" y="81406"/>
                  </a:lnTo>
                  <a:lnTo>
                    <a:pt x="22292" y="76073"/>
                  </a:lnTo>
                  <a:lnTo>
                    <a:pt x="21970" y="73533"/>
                  </a:lnTo>
                  <a:lnTo>
                    <a:pt x="21085" y="65786"/>
                  </a:lnTo>
                  <a:lnTo>
                    <a:pt x="20955" y="65786"/>
                  </a:lnTo>
                  <a:lnTo>
                    <a:pt x="20955" y="51308"/>
                  </a:lnTo>
                  <a:lnTo>
                    <a:pt x="20827" y="45974"/>
                  </a:lnTo>
                  <a:lnTo>
                    <a:pt x="20827" y="34543"/>
                  </a:lnTo>
                  <a:lnTo>
                    <a:pt x="20472" y="30726"/>
                  </a:lnTo>
                  <a:lnTo>
                    <a:pt x="20369" y="27305"/>
                  </a:lnTo>
                  <a:lnTo>
                    <a:pt x="20065" y="27305"/>
                  </a:lnTo>
                  <a:lnTo>
                    <a:pt x="20319" y="24765"/>
                  </a:lnTo>
                  <a:lnTo>
                    <a:pt x="20724" y="24765"/>
                  </a:lnTo>
                  <a:lnTo>
                    <a:pt x="21774" y="20715"/>
                  </a:lnTo>
                  <a:lnTo>
                    <a:pt x="21796" y="20432"/>
                  </a:lnTo>
                  <a:lnTo>
                    <a:pt x="23749" y="13843"/>
                  </a:lnTo>
                  <a:lnTo>
                    <a:pt x="25145" y="8636"/>
                  </a:lnTo>
                  <a:lnTo>
                    <a:pt x="22225" y="3302"/>
                  </a:lnTo>
                  <a:lnTo>
                    <a:pt x="11937" y="0"/>
                  </a:lnTo>
                  <a:close/>
                </a:path>
                <a:path w="36194" h="147319">
                  <a:moveTo>
                    <a:pt x="34480" y="136811"/>
                  </a:moveTo>
                  <a:lnTo>
                    <a:pt x="34417" y="137160"/>
                  </a:lnTo>
                  <a:lnTo>
                    <a:pt x="17018" y="137160"/>
                  </a:lnTo>
                  <a:lnTo>
                    <a:pt x="21208" y="144653"/>
                  </a:lnTo>
                  <a:lnTo>
                    <a:pt x="34162" y="144653"/>
                  </a:lnTo>
                  <a:lnTo>
                    <a:pt x="36068" y="142748"/>
                  </a:lnTo>
                  <a:lnTo>
                    <a:pt x="36068" y="137541"/>
                  </a:lnTo>
                  <a:lnTo>
                    <a:pt x="34925" y="137541"/>
                  </a:lnTo>
                  <a:lnTo>
                    <a:pt x="34480" y="136811"/>
                  </a:lnTo>
                  <a:close/>
                </a:path>
                <a:path w="36194" h="147319">
                  <a:moveTo>
                    <a:pt x="17018" y="137160"/>
                  </a:moveTo>
                  <a:lnTo>
                    <a:pt x="16904" y="141121"/>
                  </a:lnTo>
                  <a:lnTo>
                    <a:pt x="19233" y="141121"/>
                  </a:lnTo>
                  <a:lnTo>
                    <a:pt x="17018" y="137160"/>
                  </a:lnTo>
                  <a:close/>
                </a:path>
                <a:path w="36194" h="147319">
                  <a:moveTo>
                    <a:pt x="34785" y="135762"/>
                  </a:moveTo>
                  <a:lnTo>
                    <a:pt x="34601" y="136144"/>
                  </a:lnTo>
                  <a:lnTo>
                    <a:pt x="34480" y="136811"/>
                  </a:lnTo>
                  <a:lnTo>
                    <a:pt x="34925" y="137541"/>
                  </a:lnTo>
                  <a:lnTo>
                    <a:pt x="34823" y="136144"/>
                  </a:lnTo>
                  <a:lnTo>
                    <a:pt x="34785" y="135762"/>
                  </a:lnTo>
                  <a:close/>
                </a:path>
                <a:path w="36194" h="147319">
                  <a:moveTo>
                    <a:pt x="34460" y="131284"/>
                  </a:moveTo>
                  <a:lnTo>
                    <a:pt x="34670" y="132842"/>
                  </a:lnTo>
                  <a:lnTo>
                    <a:pt x="34785" y="135762"/>
                  </a:lnTo>
                  <a:lnTo>
                    <a:pt x="34823" y="136144"/>
                  </a:lnTo>
                  <a:lnTo>
                    <a:pt x="34925" y="137541"/>
                  </a:lnTo>
                  <a:lnTo>
                    <a:pt x="36068" y="137541"/>
                  </a:lnTo>
                  <a:lnTo>
                    <a:pt x="36068" y="132842"/>
                  </a:lnTo>
                  <a:lnTo>
                    <a:pt x="34460" y="131284"/>
                  </a:lnTo>
                  <a:close/>
                </a:path>
                <a:path w="36194" h="147319">
                  <a:moveTo>
                    <a:pt x="32528" y="129412"/>
                  </a:moveTo>
                  <a:lnTo>
                    <a:pt x="29971" y="129412"/>
                  </a:lnTo>
                  <a:lnTo>
                    <a:pt x="30733" y="129793"/>
                  </a:lnTo>
                  <a:lnTo>
                    <a:pt x="30204" y="129793"/>
                  </a:lnTo>
                  <a:lnTo>
                    <a:pt x="34385" y="136655"/>
                  </a:lnTo>
                  <a:lnTo>
                    <a:pt x="34329" y="135762"/>
                  </a:lnTo>
                  <a:lnTo>
                    <a:pt x="34258" y="134619"/>
                  </a:lnTo>
                  <a:lnTo>
                    <a:pt x="34162" y="133096"/>
                  </a:lnTo>
                  <a:lnTo>
                    <a:pt x="34670" y="133096"/>
                  </a:lnTo>
                  <a:lnTo>
                    <a:pt x="34670" y="132842"/>
                  </a:lnTo>
                  <a:lnTo>
                    <a:pt x="34540" y="131825"/>
                  </a:lnTo>
                  <a:lnTo>
                    <a:pt x="34460" y="131284"/>
                  </a:lnTo>
                  <a:lnTo>
                    <a:pt x="32921" y="129793"/>
                  </a:lnTo>
                  <a:lnTo>
                    <a:pt x="30733" y="129793"/>
                  </a:lnTo>
                  <a:lnTo>
                    <a:pt x="30122" y="129660"/>
                  </a:lnTo>
                  <a:lnTo>
                    <a:pt x="32783" y="129660"/>
                  </a:lnTo>
                  <a:lnTo>
                    <a:pt x="32528" y="129412"/>
                  </a:lnTo>
                  <a:close/>
                </a:path>
                <a:path w="36194" h="147319">
                  <a:moveTo>
                    <a:pt x="34162" y="133096"/>
                  </a:moveTo>
                  <a:lnTo>
                    <a:pt x="34258" y="134619"/>
                  </a:lnTo>
                  <a:lnTo>
                    <a:pt x="34329" y="135762"/>
                  </a:lnTo>
                  <a:lnTo>
                    <a:pt x="34385" y="136655"/>
                  </a:lnTo>
                  <a:lnTo>
                    <a:pt x="34601" y="136144"/>
                  </a:lnTo>
                  <a:lnTo>
                    <a:pt x="34670" y="134619"/>
                  </a:lnTo>
                  <a:lnTo>
                    <a:pt x="34162" y="133096"/>
                  </a:lnTo>
                  <a:close/>
                </a:path>
                <a:path w="36194" h="147319">
                  <a:moveTo>
                    <a:pt x="34670" y="133096"/>
                  </a:moveTo>
                  <a:lnTo>
                    <a:pt x="34162" y="133096"/>
                  </a:lnTo>
                  <a:lnTo>
                    <a:pt x="34670" y="134619"/>
                  </a:lnTo>
                  <a:lnTo>
                    <a:pt x="34670" y="133096"/>
                  </a:lnTo>
                  <a:close/>
                </a:path>
                <a:path w="36194" h="147319">
                  <a:moveTo>
                    <a:pt x="34110" y="128905"/>
                  </a:moveTo>
                  <a:lnTo>
                    <a:pt x="32003" y="128905"/>
                  </a:lnTo>
                  <a:lnTo>
                    <a:pt x="34460" y="131284"/>
                  </a:lnTo>
                  <a:lnTo>
                    <a:pt x="34278" y="130048"/>
                  </a:lnTo>
                  <a:lnTo>
                    <a:pt x="34185" y="129412"/>
                  </a:lnTo>
                  <a:lnTo>
                    <a:pt x="34110" y="128905"/>
                  </a:lnTo>
                  <a:close/>
                </a:path>
                <a:path w="36194" h="147319">
                  <a:moveTo>
                    <a:pt x="29971" y="129412"/>
                  </a:moveTo>
                  <a:lnTo>
                    <a:pt x="30122" y="129660"/>
                  </a:lnTo>
                  <a:lnTo>
                    <a:pt x="30733" y="129793"/>
                  </a:lnTo>
                  <a:lnTo>
                    <a:pt x="29971" y="129412"/>
                  </a:lnTo>
                  <a:close/>
                </a:path>
                <a:path w="36194" h="147319">
                  <a:moveTo>
                    <a:pt x="32003" y="128905"/>
                  </a:moveTo>
                  <a:lnTo>
                    <a:pt x="26669" y="128905"/>
                  </a:lnTo>
                  <a:lnTo>
                    <a:pt x="30122" y="129660"/>
                  </a:lnTo>
                  <a:lnTo>
                    <a:pt x="29971" y="129412"/>
                  </a:lnTo>
                  <a:lnTo>
                    <a:pt x="32528" y="129412"/>
                  </a:lnTo>
                  <a:lnTo>
                    <a:pt x="32003" y="128905"/>
                  </a:lnTo>
                  <a:close/>
                </a:path>
                <a:path w="36194" h="147319">
                  <a:moveTo>
                    <a:pt x="31368" y="114808"/>
                  </a:moveTo>
                  <a:lnTo>
                    <a:pt x="31622" y="116205"/>
                  </a:lnTo>
                  <a:lnTo>
                    <a:pt x="31788" y="116205"/>
                  </a:lnTo>
                  <a:lnTo>
                    <a:pt x="31368" y="114808"/>
                  </a:lnTo>
                  <a:close/>
                </a:path>
                <a:path w="36194" h="147319">
                  <a:moveTo>
                    <a:pt x="20955" y="64643"/>
                  </a:moveTo>
                  <a:lnTo>
                    <a:pt x="20955" y="65786"/>
                  </a:lnTo>
                  <a:lnTo>
                    <a:pt x="21085" y="65786"/>
                  </a:lnTo>
                  <a:lnTo>
                    <a:pt x="20955" y="64643"/>
                  </a:lnTo>
                  <a:close/>
                </a:path>
                <a:path w="36194" h="147319">
                  <a:moveTo>
                    <a:pt x="20319" y="24765"/>
                  </a:moveTo>
                  <a:lnTo>
                    <a:pt x="20170" y="26256"/>
                  </a:lnTo>
                  <a:lnTo>
                    <a:pt x="20065" y="27305"/>
                  </a:lnTo>
                  <a:lnTo>
                    <a:pt x="20337" y="26256"/>
                  </a:lnTo>
                  <a:lnTo>
                    <a:pt x="20319" y="24765"/>
                  </a:lnTo>
                  <a:close/>
                </a:path>
                <a:path w="36194" h="147319">
                  <a:moveTo>
                    <a:pt x="20337" y="26256"/>
                  </a:moveTo>
                  <a:lnTo>
                    <a:pt x="20065" y="27305"/>
                  </a:lnTo>
                  <a:lnTo>
                    <a:pt x="20369" y="27305"/>
                  </a:lnTo>
                  <a:lnTo>
                    <a:pt x="20337" y="26256"/>
                  </a:lnTo>
                  <a:close/>
                </a:path>
                <a:path w="36194" h="147319">
                  <a:moveTo>
                    <a:pt x="20724" y="24765"/>
                  </a:moveTo>
                  <a:lnTo>
                    <a:pt x="20319" y="24765"/>
                  </a:lnTo>
                  <a:lnTo>
                    <a:pt x="20337" y="26256"/>
                  </a:lnTo>
                  <a:lnTo>
                    <a:pt x="20724" y="24765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19679" y="2247645"/>
              <a:ext cx="616076" cy="17081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71191" y="2037841"/>
              <a:ext cx="42290" cy="13081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17064" y="1379092"/>
              <a:ext cx="1137285" cy="27368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6808" y="914272"/>
              <a:ext cx="859459" cy="27381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09750" y="1771650"/>
              <a:ext cx="180975" cy="1809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91177" y="1020698"/>
              <a:ext cx="766880" cy="20192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4860" y="993647"/>
              <a:ext cx="130428" cy="127000"/>
            </a:xfrm>
            <a:prstGeom prst="rect">
              <a:avLst/>
            </a:prstGeom>
          </p:spPr>
        </p:pic>
      </p:grpSp>
      <p:sp>
        <p:nvSpPr>
          <p:cNvPr id="37" name="object 37" descr="$PPTXTitle"/>
          <p:cNvSpPr txBox="1">
            <a:spLocks noGrp="1"/>
          </p:cNvSpPr>
          <p:nvPr>
            <p:ph type="title"/>
          </p:nvPr>
        </p:nvSpPr>
        <p:spPr>
          <a:xfrm>
            <a:off x="2400935" y="123824"/>
            <a:ext cx="3801745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Mean</a:t>
            </a:r>
            <a:r>
              <a:rPr dirty="0" sz="3000" spc="-15"/>
              <a:t> </a:t>
            </a:r>
            <a:r>
              <a:rPr dirty="0" sz="3000" spc="-10"/>
              <a:t>normalization</a:t>
            </a:r>
            <a:endParaRPr sz="3000"/>
          </a:p>
        </p:txBody>
      </p:sp>
      <p:grpSp>
        <p:nvGrpSpPr>
          <p:cNvPr id="38" name="object 38"/>
          <p:cNvGrpSpPr/>
          <p:nvPr/>
        </p:nvGrpSpPr>
        <p:grpSpPr>
          <a:xfrm>
            <a:off x="828192" y="2690114"/>
            <a:ext cx="2164080" cy="1630680"/>
            <a:chOff x="828192" y="2690114"/>
            <a:chExt cx="2164080" cy="1630680"/>
          </a:xfrm>
        </p:grpSpPr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73026" y="3247263"/>
              <a:ext cx="70816" cy="8458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36760" y="3442716"/>
              <a:ext cx="69332" cy="8458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86458" y="3281934"/>
              <a:ext cx="70832" cy="9385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20137" y="3405378"/>
              <a:ext cx="113229" cy="9474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23998" y="3712845"/>
              <a:ext cx="101015" cy="11010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17798" y="3765423"/>
              <a:ext cx="70590" cy="10477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08690" y="3751707"/>
              <a:ext cx="75150" cy="10121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47638" y="3667379"/>
              <a:ext cx="80868" cy="10909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13342" y="3492119"/>
              <a:ext cx="178777" cy="39998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28192" y="3493897"/>
              <a:ext cx="280137" cy="42635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97710" y="2690114"/>
              <a:ext cx="422275" cy="1651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60651" y="4203700"/>
              <a:ext cx="125815" cy="3164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96744" y="4144975"/>
              <a:ext cx="300990" cy="17525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47749" y="3124200"/>
              <a:ext cx="180975" cy="180975"/>
            </a:xfrm>
            <a:prstGeom prst="rect">
              <a:avLst/>
            </a:prstGeom>
          </p:spPr>
        </p:pic>
      </p:grpSp>
      <p:pic>
        <p:nvPicPr>
          <p:cNvPr id="53" name="object 5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770754" y="2421508"/>
            <a:ext cx="1237615" cy="59778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512557" y="2405252"/>
            <a:ext cx="1137285" cy="659384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283327" y="1254760"/>
            <a:ext cx="152908" cy="60832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494778" y="1234313"/>
            <a:ext cx="322072" cy="70866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359025" y="588772"/>
            <a:ext cx="3918138" cy="67183"/>
          </a:xfrm>
          <a:prstGeom prst="rect">
            <a:avLst/>
          </a:prstGeom>
        </p:spPr>
      </p:pic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6631" y="819785"/>
            <a:ext cx="126809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Cambria Math"/>
                <a:cs typeface="Cambria Math"/>
              </a:rPr>
              <a:t>0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4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83069" y="2119566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88961" y="2185542"/>
            <a:ext cx="733425" cy="9525"/>
          </a:xfrm>
          <a:custGeom>
            <a:avLst/>
            <a:gdLst/>
            <a:ahLst/>
            <a:cxnLst/>
            <a:rect l="l" t="t" r="r" b="b"/>
            <a:pathLst>
              <a:path w="733425" h="9525">
                <a:moveTo>
                  <a:pt x="733425" y="0"/>
                </a:moveTo>
                <a:lnTo>
                  <a:pt x="0" y="0"/>
                </a:lnTo>
                <a:lnTo>
                  <a:pt x="0" y="9525"/>
                </a:lnTo>
                <a:lnTo>
                  <a:pt x="733425" y="9525"/>
                </a:lnTo>
                <a:lnTo>
                  <a:pt x="7334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33844" y="1843087"/>
            <a:ext cx="1342390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1975">
              <a:lnSpc>
                <a:spcPts val="1755"/>
              </a:lnSpc>
              <a:spcBef>
                <a:spcPts val="100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460" sz="2025" spc="19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−</a:t>
            </a:r>
            <a:r>
              <a:rPr dirty="0" sz="1800" spc="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 spc="-25">
                <a:solidFill>
                  <a:srgbClr val="FF9300"/>
                </a:solidFill>
                <a:latin typeface="Cambria Math"/>
                <a:cs typeface="Cambria Math"/>
              </a:rPr>
              <a:t>𝜇</a:t>
            </a:r>
            <a:r>
              <a:rPr dirty="0" baseline="-16460" sz="202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6460" sz="2025">
              <a:latin typeface="Cambria Math"/>
              <a:cs typeface="Cambria Math"/>
            </a:endParaRPr>
          </a:p>
          <a:p>
            <a:pPr marL="38100">
              <a:lnSpc>
                <a:spcPts val="1755"/>
              </a:lnSpc>
              <a:tabLst>
                <a:tab pos="323850" algn="l"/>
              </a:tabLst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15783" y="2167572"/>
            <a:ext cx="290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9300"/>
                </a:solidFill>
                <a:latin typeface="Cambria Math"/>
                <a:cs typeface="Cambria Math"/>
              </a:rPr>
              <a:t>𝜎</a:t>
            </a:r>
            <a:r>
              <a:rPr dirty="0" baseline="-16460" sz="202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6460" sz="2025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44490" y="2164397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61559" y="2230247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723900" y="0"/>
                </a:moveTo>
                <a:lnTo>
                  <a:pt x="0" y="0"/>
                </a:lnTo>
                <a:lnTo>
                  <a:pt x="0" y="9525"/>
                </a:lnTo>
                <a:lnTo>
                  <a:pt x="723900" y="9525"/>
                </a:lnTo>
                <a:lnTo>
                  <a:pt x="723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04790" y="1887791"/>
            <a:ext cx="1313180" cy="47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1975">
              <a:lnSpc>
                <a:spcPts val="1755"/>
              </a:lnSpc>
              <a:spcBef>
                <a:spcPts val="100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460" sz="2025" spc="13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−</a:t>
            </a:r>
            <a:r>
              <a:rPr dirty="0" sz="1800" spc="-4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 spc="-25">
                <a:solidFill>
                  <a:srgbClr val="FF9300"/>
                </a:solidFill>
                <a:latin typeface="Cambria Math"/>
                <a:cs typeface="Cambria Math"/>
              </a:rPr>
              <a:t>𝜇</a:t>
            </a:r>
            <a:r>
              <a:rPr dirty="0" baseline="-16460" sz="2025" spc="-37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baseline="-16460" sz="2025">
              <a:latin typeface="Cambria Math"/>
              <a:cs typeface="Cambria Math"/>
            </a:endParaRPr>
          </a:p>
          <a:p>
            <a:pPr marL="38100">
              <a:lnSpc>
                <a:spcPts val="1755"/>
              </a:lnSpc>
              <a:tabLst>
                <a:tab pos="323850" algn="l"/>
              </a:tabLst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02351" y="2212403"/>
            <a:ext cx="1593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𝜎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7379" y="2317051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70780" y="3058794"/>
            <a:ext cx="3923029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2101850" algn="l"/>
              </a:tabLst>
            </a:pPr>
            <a:r>
              <a:rPr dirty="0" sz="2000">
                <a:latin typeface="Cambria Math"/>
                <a:cs typeface="Cambria Math"/>
              </a:rPr>
              <a:t>−0.67</a:t>
            </a:r>
            <a:r>
              <a:rPr dirty="0" sz="2000" spc="1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14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45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3.1</a:t>
            </a:r>
            <a:r>
              <a:rPr dirty="0" sz="2000">
                <a:latin typeface="Cambria Math"/>
                <a:cs typeface="Cambria Math"/>
              </a:rPr>
              <a:t>	−1.6</a:t>
            </a:r>
            <a:r>
              <a:rPr dirty="0" sz="2000" spc="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16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36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16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1.9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896" y="1831085"/>
            <a:ext cx="449173" cy="34899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935989" y="628523"/>
            <a:ext cx="2016760" cy="1819275"/>
            <a:chOff x="935989" y="628523"/>
            <a:chExt cx="2016760" cy="181927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9220" y="2256790"/>
              <a:ext cx="424077" cy="1737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6418" y="2276474"/>
              <a:ext cx="616076" cy="17081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5989" y="628523"/>
              <a:ext cx="1992502" cy="161493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92275" y="618553"/>
            <a:ext cx="4754880" cy="532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ts val="187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standard</a:t>
            </a:r>
            <a:r>
              <a:rPr dirty="0" sz="1800" spc="-12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deviation</a:t>
            </a:r>
            <a:r>
              <a:rPr dirty="0" sz="1800" spc="-10">
                <a:latin typeface="Verdana"/>
                <a:cs typeface="Verdana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𝜎</a:t>
            </a:r>
            <a:endParaRPr sz="1800">
              <a:latin typeface="Cambria Math"/>
              <a:cs typeface="Cambria Math"/>
            </a:endParaRPr>
          </a:p>
          <a:p>
            <a:pPr marL="2821305">
              <a:lnSpc>
                <a:spcPts val="2110"/>
              </a:lnSpc>
            </a:pPr>
            <a:r>
              <a:rPr dirty="0" sz="2000">
                <a:latin typeface="Cambria Math"/>
                <a:cs typeface="Cambria Math"/>
              </a:rPr>
              <a:t>300</a:t>
            </a:r>
            <a:r>
              <a:rPr dirty="0" sz="2000" spc="9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6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55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0">
                <a:latin typeface="Cambria Math"/>
                <a:cs typeface="Cambria Math"/>
              </a:rPr>
              <a:t> </a:t>
            </a:r>
            <a:r>
              <a:rPr dirty="0" sz="2000" spc="-20">
                <a:latin typeface="Cambria Math"/>
                <a:cs typeface="Cambria Math"/>
              </a:rPr>
              <a:t>2000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2400935" y="123824"/>
            <a:ext cx="3780154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Z-</a:t>
            </a:r>
            <a:r>
              <a:rPr dirty="0"/>
              <a:t>score</a:t>
            </a:r>
            <a:r>
              <a:rPr dirty="0" spc="-40"/>
              <a:t> </a:t>
            </a:r>
            <a:r>
              <a:rPr dirty="0" spc="-10"/>
              <a:t>normalization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520444" y="1074991"/>
            <a:ext cx="108712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𝜎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30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=</a:t>
            </a:r>
            <a:r>
              <a:rPr dirty="0" sz="2000" spc="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FF9300"/>
                </a:solidFill>
                <a:latin typeface="Cambria Math"/>
                <a:cs typeface="Cambria Math"/>
              </a:rPr>
              <a:t>450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80591" y="1509712"/>
            <a:ext cx="1358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47241" y="1385188"/>
            <a:ext cx="94996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36550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𝜎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=</a:t>
            </a:r>
            <a:r>
              <a:rPr dirty="0" sz="2000" spc="7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FF9300"/>
                </a:solidFill>
                <a:latin typeface="Cambria Math"/>
                <a:cs typeface="Cambria Math"/>
              </a:rPr>
              <a:t>1.4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90" y="1104582"/>
            <a:ext cx="1042669" cy="4622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61080" y="2114867"/>
            <a:ext cx="645160" cy="46228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38100" marR="30480" indent="8890">
              <a:lnSpc>
                <a:spcPct val="102800"/>
              </a:lnSpc>
              <a:spcBef>
                <a:spcPts val="80"/>
              </a:spcBef>
            </a:pPr>
            <a:r>
              <a:rPr dirty="0" sz="1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20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400" spc="-20">
                <a:latin typeface="Arial"/>
                <a:cs typeface="Arial"/>
              </a:rPr>
              <a:t>size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feet</a:t>
            </a:r>
            <a:r>
              <a:rPr dirty="0" baseline="27777" sz="1350" spc="-15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</p:txBody>
      </p: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86196" y="1234058"/>
            <a:ext cx="143510" cy="63118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32522" y="1237361"/>
            <a:ext cx="256794" cy="6731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42357" y="2483357"/>
            <a:ext cx="381852" cy="66293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92797" y="2387980"/>
            <a:ext cx="675894" cy="718819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24218" y="2552572"/>
            <a:ext cx="2629535" cy="1955800"/>
          </a:xfrm>
          <a:custGeom>
            <a:avLst/>
            <a:gdLst/>
            <a:ahLst/>
            <a:cxnLst/>
            <a:rect l="l" t="t" r="r" b="b"/>
            <a:pathLst>
              <a:path w="2629535" h="1955800">
                <a:moveTo>
                  <a:pt x="2629522" y="1076528"/>
                </a:moveTo>
                <a:lnTo>
                  <a:pt x="2596756" y="1057478"/>
                </a:lnTo>
                <a:lnTo>
                  <a:pt x="2486774" y="993521"/>
                </a:lnTo>
                <a:lnTo>
                  <a:pt x="2479573" y="991057"/>
                </a:lnTo>
                <a:lnTo>
                  <a:pt x="2472271" y="991527"/>
                </a:lnTo>
                <a:lnTo>
                  <a:pt x="2465717" y="994702"/>
                </a:lnTo>
                <a:lnTo>
                  <a:pt x="2460739" y="1000379"/>
                </a:lnTo>
                <a:lnTo>
                  <a:pt x="2458262" y="1007503"/>
                </a:lnTo>
                <a:lnTo>
                  <a:pt x="2458732" y="1014780"/>
                </a:lnTo>
                <a:lnTo>
                  <a:pt x="2461907" y="1021372"/>
                </a:lnTo>
                <a:lnTo>
                  <a:pt x="2467597" y="1026414"/>
                </a:lnTo>
                <a:lnTo>
                  <a:pt x="2521000" y="1057478"/>
                </a:lnTo>
                <a:lnTo>
                  <a:pt x="952106" y="1059091"/>
                </a:lnTo>
                <a:lnTo>
                  <a:pt x="952106" y="108381"/>
                </a:lnTo>
                <a:lnTo>
                  <a:pt x="983272" y="161798"/>
                </a:lnTo>
                <a:lnTo>
                  <a:pt x="988301" y="167411"/>
                </a:lnTo>
                <a:lnTo>
                  <a:pt x="994879" y="170561"/>
                </a:lnTo>
                <a:lnTo>
                  <a:pt x="1002169" y="171056"/>
                </a:lnTo>
                <a:lnTo>
                  <a:pt x="1009332" y="168656"/>
                </a:lnTo>
                <a:lnTo>
                  <a:pt x="1014971" y="163614"/>
                </a:lnTo>
                <a:lnTo>
                  <a:pt x="1018146" y="157010"/>
                </a:lnTo>
                <a:lnTo>
                  <a:pt x="1018628" y="149694"/>
                </a:lnTo>
                <a:lnTo>
                  <a:pt x="1016190" y="142494"/>
                </a:lnTo>
                <a:lnTo>
                  <a:pt x="955128" y="37846"/>
                </a:lnTo>
                <a:lnTo>
                  <a:pt x="933056" y="0"/>
                </a:lnTo>
                <a:lnTo>
                  <a:pt x="849922" y="142494"/>
                </a:lnTo>
                <a:lnTo>
                  <a:pt x="847471" y="149694"/>
                </a:lnTo>
                <a:lnTo>
                  <a:pt x="847953" y="157010"/>
                </a:lnTo>
                <a:lnTo>
                  <a:pt x="851128" y="163614"/>
                </a:lnTo>
                <a:lnTo>
                  <a:pt x="856780" y="168656"/>
                </a:lnTo>
                <a:lnTo>
                  <a:pt x="863930" y="171056"/>
                </a:lnTo>
                <a:lnTo>
                  <a:pt x="871220" y="170561"/>
                </a:lnTo>
                <a:lnTo>
                  <a:pt x="877798" y="167411"/>
                </a:lnTo>
                <a:lnTo>
                  <a:pt x="882840" y="161798"/>
                </a:lnTo>
                <a:lnTo>
                  <a:pt x="914006" y="108381"/>
                </a:lnTo>
                <a:lnTo>
                  <a:pt x="914006" y="1059141"/>
                </a:lnTo>
                <a:lnTo>
                  <a:pt x="0" y="1060069"/>
                </a:lnTo>
                <a:lnTo>
                  <a:pt x="123418" y="1060069"/>
                </a:lnTo>
                <a:lnTo>
                  <a:pt x="123444" y="1098042"/>
                </a:lnTo>
                <a:lnTo>
                  <a:pt x="914006" y="1097241"/>
                </a:lnTo>
                <a:lnTo>
                  <a:pt x="914006" y="1955774"/>
                </a:lnTo>
                <a:lnTo>
                  <a:pt x="952106" y="1955774"/>
                </a:lnTo>
                <a:lnTo>
                  <a:pt x="952106" y="1097191"/>
                </a:lnTo>
                <a:lnTo>
                  <a:pt x="2521191" y="1095590"/>
                </a:lnTo>
                <a:lnTo>
                  <a:pt x="2467724" y="1126871"/>
                </a:lnTo>
                <a:lnTo>
                  <a:pt x="2462034" y="1131912"/>
                </a:lnTo>
                <a:lnTo>
                  <a:pt x="2458859" y="1138466"/>
                </a:lnTo>
                <a:lnTo>
                  <a:pt x="2458389" y="1145730"/>
                </a:lnTo>
                <a:lnTo>
                  <a:pt x="2460866" y="1152906"/>
                </a:lnTo>
                <a:lnTo>
                  <a:pt x="2465908" y="1158519"/>
                </a:lnTo>
                <a:lnTo>
                  <a:pt x="2472499" y="1161669"/>
                </a:lnTo>
                <a:lnTo>
                  <a:pt x="2479776" y="1162164"/>
                </a:lnTo>
                <a:lnTo>
                  <a:pt x="2486901" y="1159764"/>
                </a:lnTo>
                <a:lnTo>
                  <a:pt x="2596680" y="1095578"/>
                </a:lnTo>
                <a:lnTo>
                  <a:pt x="2629255" y="1076528"/>
                </a:lnTo>
                <a:lnTo>
                  <a:pt x="2629522" y="1076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526664" y="3720147"/>
            <a:ext cx="1217295" cy="4629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5873" sz="1575" spc="8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Arial"/>
                <a:cs typeface="Arial"/>
              </a:rPr>
              <a:t>size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feet</a:t>
            </a:r>
            <a:r>
              <a:rPr dirty="0" baseline="27777" sz="1350" spc="-15">
                <a:latin typeface="Cambria Math"/>
                <a:cs typeface="Cambria Math"/>
              </a:rPr>
              <a:t>2</a:t>
            </a:r>
            <a:endParaRPr baseline="27777" sz="135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1400" spc="-10">
                <a:latin typeface="Arial"/>
                <a:cs typeface="Arial"/>
              </a:rPr>
              <a:t>normalized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85824" y="2614612"/>
            <a:ext cx="1042669" cy="672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762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baseline="-15873" sz="1575">
              <a:latin typeface="Cambria Math"/>
              <a:cs typeface="Cambria Math"/>
            </a:endParaRPr>
          </a:p>
          <a:p>
            <a:pPr algn="ctr" marL="38100" marR="30480">
              <a:lnSpc>
                <a:spcPts val="1650"/>
              </a:lnSpc>
              <a:spcBef>
                <a:spcPts val="130"/>
              </a:spcBef>
            </a:pPr>
            <a:r>
              <a:rPr dirty="0" sz="1400">
                <a:latin typeface="Arial"/>
                <a:cs typeface="Arial"/>
              </a:rPr>
              <a:t>#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bedrooms normalized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0420" y="830199"/>
            <a:ext cx="4052570" cy="3592829"/>
            <a:chOff x="80420" y="830199"/>
            <a:chExt cx="4052570" cy="3592829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0195" y="3275965"/>
              <a:ext cx="70480" cy="8458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3501" y="3471544"/>
              <a:ext cx="69307" cy="8458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3197" y="3310763"/>
              <a:ext cx="70737" cy="9385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6878" y="3434206"/>
              <a:ext cx="113228" cy="9474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40611" y="3741547"/>
              <a:ext cx="101346" cy="11010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5379" y="3794213"/>
              <a:ext cx="69333" cy="1047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5379" y="3780383"/>
              <a:ext cx="75229" cy="10134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46790" y="3025521"/>
              <a:ext cx="78726" cy="8483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64370" y="3696208"/>
              <a:ext cx="80873" cy="10909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2304" y="2968752"/>
              <a:ext cx="60542" cy="7708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8456" y="830199"/>
              <a:ext cx="823868" cy="28816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55596" y="2259711"/>
              <a:ext cx="417058" cy="36931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86253" y="3510534"/>
              <a:ext cx="158495" cy="36283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0420" y="3379850"/>
              <a:ext cx="265451" cy="31902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97165" y="2729484"/>
              <a:ext cx="167640" cy="24765"/>
            </a:xfrm>
            <a:custGeom>
              <a:avLst/>
              <a:gdLst/>
              <a:ahLst/>
              <a:cxnLst/>
              <a:rect l="l" t="t" r="r" b="b"/>
              <a:pathLst>
                <a:path w="167640" h="24764">
                  <a:moveTo>
                    <a:pt x="23854" y="1651"/>
                  </a:moveTo>
                  <a:lnTo>
                    <a:pt x="23649" y="1651"/>
                  </a:lnTo>
                  <a:lnTo>
                    <a:pt x="16814" y="2540"/>
                  </a:lnTo>
                  <a:lnTo>
                    <a:pt x="3403" y="5461"/>
                  </a:lnTo>
                  <a:lnTo>
                    <a:pt x="0" y="10541"/>
                  </a:lnTo>
                  <a:lnTo>
                    <a:pt x="1650" y="19939"/>
                  </a:lnTo>
                  <a:lnTo>
                    <a:pt x="1694" y="20193"/>
                  </a:lnTo>
                  <a:lnTo>
                    <a:pt x="1784" y="20701"/>
                  </a:lnTo>
                  <a:lnTo>
                    <a:pt x="1828" y="20955"/>
                  </a:lnTo>
                  <a:lnTo>
                    <a:pt x="6731" y="24638"/>
                  </a:lnTo>
                  <a:lnTo>
                    <a:pt x="11144" y="24003"/>
                  </a:lnTo>
                  <a:lnTo>
                    <a:pt x="10987" y="24003"/>
                  </a:lnTo>
                  <a:lnTo>
                    <a:pt x="23464" y="22479"/>
                  </a:lnTo>
                  <a:lnTo>
                    <a:pt x="24058" y="22479"/>
                  </a:lnTo>
                  <a:lnTo>
                    <a:pt x="26796" y="22225"/>
                  </a:lnTo>
                  <a:lnTo>
                    <a:pt x="29122" y="21742"/>
                  </a:lnTo>
                  <a:lnTo>
                    <a:pt x="26951" y="21742"/>
                  </a:lnTo>
                  <a:lnTo>
                    <a:pt x="30975" y="21336"/>
                  </a:lnTo>
                  <a:lnTo>
                    <a:pt x="133997" y="21336"/>
                  </a:lnTo>
                  <a:lnTo>
                    <a:pt x="129679" y="17018"/>
                  </a:lnTo>
                  <a:lnTo>
                    <a:pt x="129679" y="6096"/>
                  </a:lnTo>
                  <a:lnTo>
                    <a:pt x="133743" y="2032"/>
                  </a:lnTo>
                  <a:lnTo>
                    <a:pt x="22629" y="2032"/>
                  </a:lnTo>
                  <a:lnTo>
                    <a:pt x="23854" y="1651"/>
                  </a:lnTo>
                  <a:close/>
                </a:path>
                <a:path w="167640" h="24764">
                  <a:moveTo>
                    <a:pt x="155867" y="22987"/>
                  </a:moveTo>
                  <a:lnTo>
                    <a:pt x="83186" y="22987"/>
                  </a:lnTo>
                  <a:lnTo>
                    <a:pt x="100469" y="24003"/>
                  </a:lnTo>
                  <a:lnTo>
                    <a:pt x="133032" y="24003"/>
                  </a:lnTo>
                  <a:lnTo>
                    <a:pt x="144998" y="23279"/>
                  </a:lnTo>
                  <a:lnTo>
                    <a:pt x="143358" y="23279"/>
                  </a:lnTo>
                  <a:lnTo>
                    <a:pt x="155867" y="22987"/>
                  </a:lnTo>
                  <a:close/>
                </a:path>
                <a:path w="167640" h="24764">
                  <a:moveTo>
                    <a:pt x="24058" y="22479"/>
                  </a:moveTo>
                  <a:lnTo>
                    <a:pt x="23464" y="22479"/>
                  </a:lnTo>
                  <a:lnTo>
                    <a:pt x="19305" y="22987"/>
                  </a:lnTo>
                  <a:lnTo>
                    <a:pt x="18582" y="22987"/>
                  </a:lnTo>
                  <a:lnTo>
                    <a:pt x="24058" y="22479"/>
                  </a:lnTo>
                  <a:close/>
                </a:path>
                <a:path w="167640" h="24764">
                  <a:moveTo>
                    <a:pt x="136814" y="1651"/>
                  </a:moveTo>
                  <a:lnTo>
                    <a:pt x="134124" y="1651"/>
                  </a:lnTo>
                  <a:lnTo>
                    <a:pt x="129679" y="6096"/>
                  </a:lnTo>
                  <a:lnTo>
                    <a:pt x="129679" y="17018"/>
                  </a:lnTo>
                  <a:lnTo>
                    <a:pt x="133997" y="21336"/>
                  </a:lnTo>
                  <a:lnTo>
                    <a:pt x="37566" y="21336"/>
                  </a:lnTo>
                  <a:lnTo>
                    <a:pt x="50897" y="21742"/>
                  </a:lnTo>
                  <a:lnTo>
                    <a:pt x="55256" y="21742"/>
                  </a:lnTo>
                  <a:lnTo>
                    <a:pt x="68834" y="22479"/>
                  </a:lnTo>
                  <a:lnTo>
                    <a:pt x="85428" y="22987"/>
                  </a:lnTo>
                  <a:lnTo>
                    <a:pt x="153596" y="22987"/>
                  </a:lnTo>
                  <a:lnTo>
                    <a:pt x="149987" y="20701"/>
                  </a:lnTo>
                  <a:lnTo>
                    <a:pt x="148704" y="19939"/>
                  </a:lnTo>
                  <a:lnTo>
                    <a:pt x="162650" y="19939"/>
                  </a:lnTo>
                  <a:lnTo>
                    <a:pt x="165302" y="17985"/>
                  </a:lnTo>
                  <a:lnTo>
                    <a:pt x="167106" y="11560"/>
                  </a:lnTo>
                  <a:lnTo>
                    <a:pt x="166281" y="8636"/>
                  </a:lnTo>
                  <a:lnTo>
                    <a:pt x="165419" y="5461"/>
                  </a:lnTo>
                  <a:lnTo>
                    <a:pt x="165292" y="4993"/>
                  </a:lnTo>
                  <a:lnTo>
                    <a:pt x="162828" y="3175"/>
                  </a:lnTo>
                  <a:lnTo>
                    <a:pt x="148704" y="3175"/>
                  </a:lnTo>
                  <a:lnTo>
                    <a:pt x="149987" y="2286"/>
                  </a:lnTo>
                  <a:lnTo>
                    <a:pt x="150388" y="2032"/>
                  </a:lnTo>
                  <a:lnTo>
                    <a:pt x="129255" y="2032"/>
                  </a:lnTo>
                  <a:lnTo>
                    <a:pt x="136814" y="1651"/>
                  </a:lnTo>
                  <a:close/>
                </a:path>
                <a:path w="167640" h="24764">
                  <a:moveTo>
                    <a:pt x="148704" y="19939"/>
                  </a:moveTo>
                  <a:lnTo>
                    <a:pt x="149987" y="20701"/>
                  </a:lnTo>
                  <a:lnTo>
                    <a:pt x="153596" y="22987"/>
                  </a:lnTo>
                  <a:lnTo>
                    <a:pt x="151511" y="22987"/>
                  </a:lnTo>
                  <a:lnTo>
                    <a:pt x="155829" y="22479"/>
                  </a:lnTo>
                  <a:lnTo>
                    <a:pt x="155486" y="22479"/>
                  </a:lnTo>
                  <a:lnTo>
                    <a:pt x="158394" y="22225"/>
                  </a:lnTo>
                  <a:lnTo>
                    <a:pt x="159682" y="22225"/>
                  </a:lnTo>
                  <a:lnTo>
                    <a:pt x="160830" y="21336"/>
                  </a:lnTo>
                  <a:lnTo>
                    <a:pt x="153558" y="21336"/>
                  </a:lnTo>
                  <a:lnTo>
                    <a:pt x="148704" y="19939"/>
                  </a:lnTo>
                  <a:close/>
                </a:path>
                <a:path w="167640" h="24764">
                  <a:moveTo>
                    <a:pt x="159682" y="22225"/>
                  </a:moveTo>
                  <a:lnTo>
                    <a:pt x="158394" y="22225"/>
                  </a:lnTo>
                  <a:lnTo>
                    <a:pt x="155486" y="22479"/>
                  </a:lnTo>
                  <a:lnTo>
                    <a:pt x="155829" y="22479"/>
                  </a:lnTo>
                  <a:lnTo>
                    <a:pt x="151511" y="22987"/>
                  </a:lnTo>
                  <a:lnTo>
                    <a:pt x="158699" y="22987"/>
                  </a:lnTo>
                  <a:lnTo>
                    <a:pt x="159682" y="22225"/>
                  </a:lnTo>
                  <a:close/>
                </a:path>
                <a:path w="167640" h="24764">
                  <a:moveTo>
                    <a:pt x="165302" y="17985"/>
                  </a:moveTo>
                  <a:lnTo>
                    <a:pt x="162306" y="20193"/>
                  </a:lnTo>
                  <a:lnTo>
                    <a:pt x="159682" y="22225"/>
                  </a:lnTo>
                  <a:lnTo>
                    <a:pt x="158394" y="22225"/>
                  </a:lnTo>
                  <a:lnTo>
                    <a:pt x="161302" y="21971"/>
                  </a:lnTo>
                  <a:lnTo>
                    <a:pt x="165074" y="18796"/>
                  </a:lnTo>
                  <a:lnTo>
                    <a:pt x="165302" y="17985"/>
                  </a:lnTo>
                  <a:close/>
                </a:path>
                <a:path w="167640" h="24764">
                  <a:moveTo>
                    <a:pt x="30975" y="21336"/>
                  </a:moveTo>
                  <a:lnTo>
                    <a:pt x="26951" y="21742"/>
                  </a:lnTo>
                  <a:lnTo>
                    <a:pt x="29122" y="21742"/>
                  </a:lnTo>
                  <a:lnTo>
                    <a:pt x="30975" y="21336"/>
                  </a:lnTo>
                  <a:close/>
                </a:path>
                <a:path w="167640" h="24764">
                  <a:moveTo>
                    <a:pt x="35801" y="21336"/>
                  </a:moveTo>
                  <a:lnTo>
                    <a:pt x="30975" y="21336"/>
                  </a:lnTo>
                  <a:lnTo>
                    <a:pt x="29122" y="21742"/>
                  </a:lnTo>
                  <a:lnTo>
                    <a:pt x="32346" y="21742"/>
                  </a:lnTo>
                  <a:lnTo>
                    <a:pt x="35801" y="21336"/>
                  </a:lnTo>
                  <a:close/>
                </a:path>
                <a:path w="167640" h="24764">
                  <a:moveTo>
                    <a:pt x="162650" y="19939"/>
                  </a:moveTo>
                  <a:lnTo>
                    <a:pt x="148704" y="19939"/>
                  </a:lnTo>
                  <a:lnTo>
                    <a:pt x="153558" y="21336"/>
                  </a:lnTo>
                  <a:lnTo>
                    <a:pt x="160830" y="21336"/>
                  </a:lnTo>
                  <a:lnTo>
                    <a:pt x="162650" y="19939"/>
                  </a:lnTo>
                  <a:close/>
                </a:path>
                <a:path w="167640" h="24764">
                  <a:moveTo>
                    <a:pt x="167106" y="11560"/>
                  </a:moveTo>
                  <a:lnTo>
                    <a:pt x="165302" y="17985"/>
                  </a:lnTo>
                  <a:lnTo>
                    <a:pt x="165925" y="17526"/>
                  </a:lnTo>
                  <a:lnTo>
                    <a:pt x="167500" y="12954"/>
                  </a:lnTo>
                  <a:lnTo>
                    <a:pt x="167106" y="11560"/>
                  </a:lnTo>
                  <a:close/>
                </a:path>
                <a:path w="167640" h="24764">
                  <a:moveTo>
                    <a:pt x="165292" y="4993"/>
                  </a:moveTo>
                  <a:lnTo>
                    <a:pt x="167106" y="11560"/>
                  </a:lnTo>
                  <a:lnTo>
                    <a:pt x="167393" y="10541"/>
                  </a:lnTo>
                  <a:lnTo>
                    <a:pt x="167500" y="10160"/>
                  </a:lnTo>
                  <a:lnTo>
                    <a:pt x="165925" y="5461"/>
                  </a:lnTo>
                  <a:lnTo>
                    <a:pt x="165292" y="4993"/>
                  </a:lnTo>
                  <a:close/>
                </a:path>
                <a:path w="167640" h="24764">
                  <a:moveTo>
                    <a:pt x="161302" y="1143"/>
                  </a:moveTo>
                  <a:lnTo>
                    <a:pt x="160075" y="1143"/>
                  </a:lnTo>
                  <a:lnTo>
                    <a:pt x="165292" y="4993"/>
                  </a:lnTo>
                  <a:lnTo>
                    <a:pt x="165074" y="4191"/>
                  </a:lnTo>
                  <a:lnTo>
                    <a:pt x="161302" y="1143"/>
                  </a:lnTo>
                  <a:close/>
                </a:path>
                <a:path w="167640" h="24764">
                  <a:moveTo>
                    <a:pt x="156248" y="0"/>
                  </a:moveTo>
                  <a:lnTo>
                    <a:pt x="153596" y="0"/>
                  </a:lnTo>
                  <a:lnTo>
                    <a:pt x="149987" y="2286"/>
                  </a:lnTo>
                  <a:lnTo>
                    <a:pt x="148704" y="3175"/>
                  </a:lnTo>
                  <a:lnTo>
                    <a:pt x="154000" y="1651"/>
                  </a:lnTo>
                  <a:lnTo>
                    <a:pt x="160763" y="1651"/>
                  </a:lnTo>
                  <a:lnTo>
                    <a:pt x="160075" y="1143"/>
                  </a:lnTo>
                  <a:lnTo>
                    <a:pt x="161302" y="1143"/>
                  </a:lnTo>
                  <a:lnTo>
                    <a:pt x="157940" y="762"/>
                  </a:lnTo>
                  <a:lnTo>
                    <a:pt x="159559" y="762"/>
                  </a:lnTo>
                  <a:lnTo>
                    <a:pt x="158871" y="254"/>
                  </a:lnTo>
                  <a:lnTo>
                    <a:pt x="161150" y="254"/>
                  </a:lnTo>
                  <a:lnTo>
                    <a:pt x="156248" y="0"/>
                  </a:lnTo>
                  <a:close/>
                </a:path>
                <a:path w="167640" h="24764">
                  <a:moveTo>
                    <a:pt x="160763" y="1651"/>
                  </a:moveTo>
                  <a:lnTo>
                    <a:pt x="154000" y="1651"/>
                  </a:lnTo>
                  <a:lnTo>
                    <a:pt x="148704" y="3175"/>
                  </a:lnTo>
                  <a:lnTo>
                    <a:pt x="162828" y="3175"/>
                  </a:lnTo>
                  <a:lnTo>
                    <a:pt x="160763" y="1651"/>
                  </a:lnTo>
                  <a:close/>
                </a:path>
                <a:path w="167640" h="24764">
                  <a:moveTo>
                    <a:pt x="80084" y="762"/>
                  </a:moveTo>
                  <a:lnTo>
                    <a:pt x="27605" y="762"/>
                  </a:lnTo>
                  <a:lnTo>
                    <a:pt x="25040" y="1143"/>
                  </a:lnTo>
                  <a:lnTo>
                    <a:pt x="25487" y="1143"/>
                  </a:lnTo>
                  <a:lnTo>
                    <a:pt x="22629" y="2032"/>
                  </a:lnTo>
                  <a:lnTo>
                    <a:pt x="24096" y="1651"/>
                  </a:lnTo>
                  <a:lnTo>
                    <a:pt x="95207" y="1651"/>
                  </a:lnTo>
                  <a:lnTo>
                    <a:pt x="80084" y="762"/>
                  </a:lnTo>
                  <a:close/>
                </a:path>
                <a:path w="167640" h="24764">
                  <a:moveTo>
                    <a:pt x="95207" y="1651"/>
                  </a:moveTo>
                  <a:lnTo>
                    <a:pt x="24096" y="1651"/>
                  </a:lnTo>
                  <a:lnTo>
                    <a:pt x="22508" y="2032"/>
                  </a:lnTo>
                  <a:lnTo>
                    <a:pt x="101688" y="2032"/>
                  </a:lnTo>
                  <a:lnTo>
                    <a:pt x="95207" y="1651"/>
                  </a:lnTo>
                  <a:close/>
                </a:path>
                <a:path w="167640" h="24764">
                  <a:moveTo>
                    <a:pt x="152393" y="762"/>
                  </a:moveTo>
                  <a:lnTo>
                    <a:pt x="151828" y="762"/>
                  </a:lnTo>
                  <a:lnTo>
                    <a:pt x="147510" y="1270"/>
                  </a:lnTo>
                  <a:lnTo>
                    <a:pt x="144373" y="1270"/>
                  </a:lnTo>
                  <a:lnTo>
                    <a:pt x="129255" y="2032"/>
                  </a:lnTo>
                  <a:lnTo>
                    <a:pt x="150388" y="2032"/>
                  </a:lnTo>
                  <a:lnTo>
                    <a:pt x="152393" y="762"/>
                  </a:lnTo>
                  <a:close/>
                </a:path>
                <a:path w="167640" h="24764">
                  <a:moveTo>
                    <a:pt x="159559" y="762"/>
                  </a:moveTo>
                  <a:lnTo>
                    <a:pt x="157940" y="762"/>
                  </a:lnTo>
                  <a:lnTo>
                    <a:pt x="161302" y="1143"/>
                  </a:lnTo>
                  <a:lnTo>
                    <a:pt x="160075" y="1143"/>
                  </a:lnTo>
                  <a:lnTo>
                    <a:pt x="159559" y="762"/>
                  </a:lnTo>
                  <a:close/>
                </a:path>
                <a:path w="167640" h="24764">
                  <a:moveTo>
                    <a:pt x="58257" y="0"/>
                  </a:moveTo>
                  <a:lnTo>
                    <a:pt x="50380" y="0"/>
                  </a:lnTo>
                  <a:lnTo>
                    <a:pt x="33464" y="254"/>
                  </a:lnTo>
                  <a:lnTo>
                    <a:pt x="30226" y="762"/>
                  </a:lnTo>
                  <a:lnTo>
                    <a:pt x="72290" y="762"/>
                  </a:lnTo>
                  <a:lnTo>
                    <a:pt x="58257" y="0"/>
                  </a:lnTo>
                  <a:close/>
                </a:path>
                <a:path w="167640" h="24764">
                  <a:moveTo>
                    <a:pt x="50380" y="0"/>
                  </a:moveTo>
                  <a:lnTo>
                    <a:pt x="45681" y="0"/>
                  </a:lnTo>
                  <a:lnTo>
                    <a:pt x="37782" y="254"/>
                  </a:lnTo>
                  <a:lnTo>
                    <a:pt x="33464" y="254"/>
                  </a:lnTo>
                  <a:lnTo>
                    <a:pt x="50380" y="0"/>
                  </a:lnTo>
                  <a:close/>
                </a:path>
                <a:path w="167640" h="24764">
                  <a:moveTo>
                    <a:pt x="153596" y="0"/>
                  </a:moveTo>
                  <a:lnTo>
                    <a:pt x="58257" y="0"/>
                  </a:lnTo>
                  <a:lnTo>
                    <a:pt x="62934" y="254"/>
                  </a:lnTo>
                  <a:lnTo>
                    <a:pt x="153195" y="254"/>
                  </a:lnTo>
                  <a:lnTo>
                    <a:pt x="153596" y="0"/>
                  </a:lnTo>
                  <a:close/>
                </a:path>
                <a:path w="167640" h="24764">
                  <a:moveTo>
                    <a:pt x="158527" y="0"/>
                  </a:moveTo>
                  <a:lnTo>
                    <a:pt x="156248" y="0"/>
                  </a:lnTo>
                  <a:lnTo>
                    <a:pt x="161150" y="254"/>
                  </a:lnTo>
                  <a:lnTo>
                    <a:pt x="158871" y="254"/>
                  </a:lnTo>
                  <a:lnTo>
                    <a:pt x="158527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3092" y="2669794"/>
              <a:ext cx="141909" cy="15544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5203" y="4246219"/>
              <a:ext cx="424177" cy="17652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03118" y="955929"/>
              <a:ext cx="1529420" cy="88404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3097529" y="1159827"/>
            <a:ext cx="24892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solidFill>
                  <a:srgbClr val="FF9300"/>
                </a:solidFill>
                <a:latin typeface="Cambria Math"/>
                <a:cs typeface="Cambria Math"/>
              </a:rPr>
              <a:t>𝜎</a:t>
            </a:r>
            <a:r>
              <a:rPr dirty="0" baseline="-15873" sz="1575" spc="-37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baseline="-15873" sz="1575">
              <a:latin typeface="Cambria Math"/>
              <a:cs typeface="Cambria Math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383953" y="476630"/>
            <a:ext cx="1345565" cy="73025"/>
          </a:xfrm>
          <a:custGeom>
            <a:avLst/>
            <a:gdLst/>
            <a:ahLst/>
            <a:cxnLst/>
            <a:rect l="l" t="t" r="r" b="b"/>
            <a:pathLst>
              <a:path w="1345564" h="73025">
                <a:moveTo>
                  <a:pt x="124931" y="71628"/>
                </a:moveTo>
                <a:lnTo>
                  <a:pt x="50636" y="71628"/>
                </a:lnTo>
                <a:lnTo>
                  <a:pt x="77306" y="72517"/>
                </a:lnTo>
                <a:lnTo>
                  <a:pt x="104484" y="71882"/>
                </a:lnTo>
                <a:lnTo>
                  <a:pt x="124931" y="71628"/>
                </a:lnTo>
                <a:close/>
              </a:path>
              <a:path w="1345564" h="73025">
                <a:moveTo>
                  <a:pt x="146132" y="70458"/>
                </a:moveTo>
                <a:lnTo>
                  <a:pt x="37260" y="70458"/>
                </a:lnTo>
                <a:lnTo>
                  <a:pt x="47137" y="71628"/>
                </a:lnTo>
                <a:lnTo>
                  <a:pt x="125312" y="71628"/>
                </a:lnTo>
                <a:lnTo>
                  <a:pt x="146132" y="70458"/>
                </a:lnTo>
                <a:close/>
              </a:path>
              <a:path w="1345564" h="73025">
                <a:moveTo>
                  <a:pt x="17489" y="52324"/>
                </a:moveTo>
                <a:lnTo>
                  <a:pt x="9292" y="52324"/>
                </a:lnTo>
                <a:lnTo>
                  <a:pt x="11876" y="53855"/>
                </a:lnTo>
                <a:lnTo>
                  <a:pt x="14060" y="55245"/>
                </a:lnTo>
                <a:lnTo>
                  <a:pt x="15584" y="56261"/>
                </a:lnTo>
                <a:lnTo>
                  <a:pt x="16325" y="57531"/>
                </a:lnTo>
                <a:lnTo>
                  <a:pt x="16473" y="57912"/>
                </a:lnTo>
                <a:lnTo>
                  <a:pt x="16473" y="61341"/>
                </a:lnTo>
                <a:lnTo>
                  <a:pt x="15584" y="62992"/>
                </a:lnTo>
                <a:lnTo>
                  <a:pt x="13700" y="64109"/>
                </a:lnTo>
                <a:lnTo>
                  <a:pt x="8653" y="67310"/>
                </a:lnTo>
                <a:lnTo>
                  <a:pt x="12759" y="67310"/>
                </a:lnTo>
                <a:lnTo>
                  <a:pt x="15034" y="67691"/>
                </a:lnTo>
                <a:lnTo>
                  <a:pt x="22569" y="69342"/>
                </a:lnTo>
                <a:lnTo>
                  <a:pt x="23839" y="69596"/>
                </a:lnTo>
                <a:lnTo>
                  <a:pt x="38438" y="70597"/>
                </a:lnTo>
                <a:lnTo>
                  <a:pt x="37260" y="70458"/>
                </a:lnTo>
                <a:lnTo>
                  <a:pt x="146393" y="70458"/>
                </a:lnTo>
                <a:lnTo>
                  <a:pt x="176621" y="68469"/>
                </a:lnTo>
                <a:lnTo>
                  <a:pt x="176274" y="68469"/>
                </a:lnTo>
                <a:lnTo>
                  <a:pt x="274283" y="63500"/>
                </a:lnTo>
                <a:lnTo>
                  <a:pt x="409031" y="58177"/>
                </a:lnTo>
                <a:lnTo>
                  <a:pt x="408588" y="58177"/>
                </a:lnTo>
                <a:lnTo>
                  <a:pt x="433541" y="57531"/>
                </a:lnTo>
                <a:lnTo>
                  <a:pt x="460211" y="56261"/>
                </a:lnTo>
                <a:lnTo>
                  <a:pt x="459605" y="56261"/>
                </a:lnTo>
                <a:lnTo>
                  <a:pt x="501867" y="54610"/>
                </a:lnTo>
                <a:lnTo>
                  <a:pt x="77814" y="54610"/>
                </a:lnTo>
                <a:lnTo>
                  <a:pt x="37830" y="53855"/>
                </a:lnTo>
                <a:lnTo>
                  <a:pt x="33030" y="53855"/>
                </a:lnTo>
                <a:lnTo>
                  <a:pt x="15711" y="52451"/>
                </a:lnTo>
                <a:lnTo>
                  <a:pt x="18201" y="52451"/>
                </a:lnTo>
                <a:lnTo>
                  <a:pt x="17489" y="52324"/>
                </a:lnTo>
                <a:close/>
              </a:path>
              <a:path w="1345564" h="73025">
                <a:moveTo>
                  <a:pt x="5102" y="66675"/>
                </a:moveTo>
                <a:lnTo>
                  <a:pt x="4154" y="66675"/>
                </a:lnTo>
                <a:lnTo>
                  <a:pt x="11774" y="67310"/>
                </a:lnTo>
                <a:lnTo>
                  <a:pt x="5981" y="67310"/>
                </a:lnTo>
                <a:lnTo>
                  <a:pt x="5102" y="66675"/>
                </a:lnTo>
                <a:close/>
              </a:path>
              <a:path w="1345564" h="73025">
                <a:moveTo>
                  <a:pt x="4547" y="66274"/>
                </a:moveTo>
                <a:lnTo>
                  <a:pt x="5981" y="67310"/>
                </a:lnTo>
                <a:lnTo>
                  <a:pt x="8653" y="67310"/>
                </a:lnTo>
                <a:lnTo>
                  <a:pt x="9654" y="66675"/>
                </a:lnTo>
                <a:lnTo>
                  <a:pt x="6017" y="66675"/>
                </a:lnTo>
                <a:lnTo>
                  <a:pt x="4547" y="66274"/>
                </a:lnTo>
                <a:close/>
              </a:path>
              <a:path w="1345564" h="73025">
                <a:moveTo>
                  <a:pt x="7202" y="52324"/>
                </a:moveTo>
                <a:lnTo>
                  <a:pt x="5424" y="52324"/>
                </a:lnTo>
                <a:lnTo>
                  <a:pt x="3106" y="53855"/>
                </a:lnTo>
                <a:lnTo>
                  <a:pt x="1525" y="54853"/>
                </a:lnTo>
                <a:lnTo>
                  <a:pt x="725" y="55753"/>
                </a:lnTo>
                <a:lnTo>
                  <a:pt x="247" y="59182"/>
                </a:lnTo>
                <a:lnTo>
                  <a:pt x="240" y="59944"/>
                </a:lnTo>
                <a:lnTo>
                  <a:pt x="431" y="61341"/>
                </a:lnTo>
                <a:lnTo>
                  <a:pt x="481" y="62479"/>
                </a:lnTo>
                <a:lnTo>
                  <a:pt x="898" y="63500"/>
                </a:lnTo>
                <a:lnTo>
                  <a:pt x="1267" y="64109"/>
                </a:lnTo>
                <a:lnTo>
                  <a:pt x="3519" y="65532"/>
                </a:lnTo>
                <a:lnTo>
                  <a:pt x="4547" y="66274"/>
                </a:lnTo>
                <a:lnTo>
                  <a:pt x="6017" y="66675"/>
                </a:lnTo>
                <a:lnTo>
                  <a:pt x="9654" y="66675"/>
                </a:lnTo>
                <a:lnTo>
                  <a:pt x="13700" y="64109"/>
                </a:lnTo>
                <a:lnTo>
                  <a:pt x="15584" y="62992"/>
                </a:lnTo>
                <a:lnTo>
                  <a:pt x="16473" y="61341"/>
                </a:lnTo>
                <a:lnTo>
                  <a:pt x="16473" y="57912"/>
                </a:lnTo>
                <a:lnTo>
                  <a:pt x="16325" y="57531"/>
                </a:lnTo>
                <a:lnTo>
                  <a:pt x="15584" y="56261"/>
                </a:lnTo>
                <a:lnTo>
                  <a:pt x="14060" y="55245"/>
                </a:lnTo>
                <a:lnTo>
                  <a:pt x="11876" y="53855"/>
                </a:lnTo>
                <a:lnTo>
                  <a:pt x="1334" y="53855"/>
                </a:lnTo>
                <a:lnTo>
                  <a:pt x="6483" y="52451"/>
                </a:lnTo>
                <a:lnTo>
                  <a:pt x="6186" y="52451"/>
                </a:lnTo>
                <a:lnTo>
                  <a:pt x="7202" y="52324"/>
                </a:lnTo>
                <a:close/>
              </a:path>
              <a:path w="1345564" h="73025">
                <a:moveTo>
                  <a:pt x="1267" y="64109"/>
                </a:moveTo>
                <a:lnTo>
                  <a:pt x="2757" y="65786"/>
                </a:lnTo>
                <a:lnTo>
                  <a:pt x="4547" y="66274"/>
                </a:lnTo>
                <a:lnTo>
                  <a:pt x="3519" y="65532"/>
                </a:lnTo>
                <a:lnTo>
                  <a:pt x="1267" y="64109"/>
                </a:lnTo>
                <a:close/>
              </a:path>
              <a:path w="1345564" h="73025">
                <a:moveTo>
                  <a:pt x="691" y="62992"/>
                </a:moveTo>
                <a:lnTo>
                  <a:pt x="725" y="63500"/>
                </a:lnTo>
                <a:lnTo>
                  <a:pt x="1267" y="64109"/>
                </a:lnTo>
                <a:lnTo>
                  <a:pt x="898" y="63500"/>
                </a:lnTo>
                <a:lnTo>
                  <a:pt x="691" y="62992"/>
                </a:lnTo>
                <a:close/>
              </a:path>
              <a:path w="1345564" h="73025">
                <a:moveTo>
                  <a:pt x="240" y="59944"/>
                </a:moveTo>
                <a:lnTo>
                  <a:pt x="15" y="61341"/>
                </a:lnTo>
                <a:lnTo>
                  <a:pt x="481" y="62479"/>
                </a:lnTo>
                <a:lnTo>
                  <a:pt x="431" y="61341"/>
                </a:lnTo>
                <a:lnTo>
                  <a:pt x="240" y="59944"/>
                </a:lnTo>
                <a:close/>
              </a:path>
              <a:path w="1345564" h="73025">
                <a:moveTo>
                  <a:pt x="654" y="56261"/>
                </a:moveTo>
                <a:lnTo>
                  <a:pt x="119" y="57531"/>
                </a:lnTo>
                <a:lnTo>
                  <a:pt x="0" y="58177"/>
                </a:lnTo>
                <a:lnTo>
                  <a:pt x="136" y="59182"/>
                </a:lnTo>
                <a:lnTo>
                  <a:pt x="387" y="58177"/>
                </a:lnTo>
                <a:lnTo>
                  <a:pt x="654" y="56261"/>
                </a:lnTo>
                <a:close/>
              </a:path>
              <a:path w="1345564" h="73025">
                <a:moveTo>
                  <a:pt x="1525" y="54853"/>
                </a:moveTo>
                <a:lnTo>
                  <a:pt x="905" y="55245"/>
                </a:lnTo>
                <a:lnTo>
                  <a:pt x="1177" y="55245"/>
                </a:lnTo>
                <a:lnTo>
                  <a:pt x="1525" y="54853"/>
                </a:lnTo>
                <a:close/>
              </a:path>
              <a:path w="1345564" h="73025">
                <a:moveTo>
                  <a:pt x="3106" y="53855"/>
                </a:moveTo>
                <a:lnTo>
                  <a:pt x="2412" y="53855"/>
                </a:lnTo>
                <a:lnTo>
                  <a:pt x="1525" y="54853"/>
                </a:lnTo>
                <a:lnTo>
                  <a:pt x="3106" y="53855"/>
                </a:lnTo>
                <a:close/>
              </a:path>
              <a:path w="1345564" h="73025">
                <a:moveTo>
                  <a:pt x="555842" y="52451"/>
                </a:moveTo>
                <a:lnTo>
                  <a:pt x="204243" y="52451"/>
                </a:lnTo>
                <a:lnTo>
                  <a:pt x="78565" y="53855"/>
                </a:lnTo>
                <a:lnTo>
                  <a:pt x="100077" y="53855"/>
                </a:lnTo>
                <a:lnTo>
                  <a:pt x="77433" y="54610"/>
                </a:lnTo>
                <a:lnTo>
                  <a:pt x="501867" y="54610"/>
                </a:lnTo>
                <a:lnTo>
                  <a:pt x="555842" y="52451"/>
                </a:lnTo>
                <a:close/>
              </a:path>
              <a:path w="1345564" h="73025">
                <a:moveTo>
                  <a:pt x="9292" y="52324"/>
                </a:moveTo>
                <a:lnTo>
                  <a:pt x="7202" y="52324"/>
                </a:lnTo>
                <a:lnTo>
                  <a:pt x="6186" y="52451"/>
                </a:lnTo>
                <a:lnTo>
                  <a:pt x="6483" y="52451"/>
                </a:lnTo>
                <a:lnTo>
                  <a:pt x="1334" y="53855"/>
                </a:lnTo>
                <a:lnTo>
                  <a:pt x="11937" y="53855"/>
                </a:lnTo>
                <a:lnTo>
                  <a:pt x="9292" y="52324"/>
                </a:lnTo>
                <a:close/>
              </a:path>
              <a:path w="1345564" h="73025">
                <a:moveTo>
                  <a:pt x="1297651" y="26189"/>
                </a:moveTo>
                <a:lnTo>
                  <a:pt x="741296" y="26189"/>
                </a:lnTo>
                <a:lnTo>
                  <a:pt x="716878" y="27559"/>
                </a:lnTo>
                <a:lnTo>
                  <a:pt x="596355" y="33020"/>
                </a:lnTo>
                <a:lnTo>
                  <a:pt x="565949" y="34671"/>
                </a:lnTo>
                <a:lnTo>
                  <a:pt x="566119" y="34671"/>
                </a:lnTo>
                <a:lnTo>
                  <a:pt x="542253" y="36068"/>
                </a:lnTo>
                <a:lnTo>
                  <a:pt x="462116" y="39370"/>
                </a:lnTo>
                <a:lnTo>
                  <a:pt x="432906" y="40894"/>
                </a:lnTo>
                <a:lnTo>
                  <a:pt x="403798" y="41656"/>
                </a:lnTo>
                <a:lnTo>
                  <a:pt x="408395" y="41656"/>
                </a:lnTo>
                <a:lnTo>
                  <a:pt x="362000" y="43556"/>
                </a:lnTo>
                <a:lnTo>
                  <a:pt x="362795" y="43556"/>
                </a:lnTo>
                <a:lnTo>
                  <a:pt x="333361" y="44969"/>
                </a:lnTo>
                <a:lnTo>
                  <a:pt x="273521" y="46990"/>
                </a:lnTo>
                <a:lnTo>
                  <a:pt x="173456" y="52324"/>
                </a:lnTo>
                <a:lnTo>
                  <a:pt x="171758" y="52324"/>
                </a:lnTo>
                <a:lnTo>
                  <a:pt x="167658" y="52451"/>
                </a:lnTo>
                <a:lnTo>
                  <a:pt x="552610" y="52451"/>
                </a:lnTo>
                <a:lnTo>
                  <a:pt x="768583" y="42672"/>
                </a:lnTo>
                <a:lnTo>
                  <a:pt x="769075" y="42672"/>
                </a:lnTo>
                <a:lnTo>
                  <a:pt x="804127" y="41148"/>
                </a:lnTo>
                <a:lnTo>
                  <a:pt x="886931" y="38100"/>
                </a:lnTo>
                <a:lnTo>
                  <a:pt x="1034632" y="34290"/>
                </a:lnTo>
                <a:lnTo>
                  <a:pt x="1055206" y="34036"/>
                </a:lnTo>
                <a:lnTo>
                  <a:pt x="1082638" y="33274"/>
                </a:lnTo>
                <a:lnTo>
                  <a:pt x="1113118" y="33020"/>
                </a:lnTo>
                <a:lnTo>
                  <a:pt x="1172554" y="31877"/>
                </a:lnTo>
                <a:lnTo>
                  <a:pt x="1204812" y="30734"/>
                </a:lnTo>
                <a:lnTo>
                  <a:pt x="1235673" y="30099"/>
                </a:lnTo>
                <a:lnTo>
                  <a:pt x="1236054" y="30099"/>
                </a:lnTo>
                <a:lnTo>
                  <a:pt x="1258279" y="28575"/>
                </a:lnTo>
                <a:lnTo>
                  <a:pt x="1278726" y="27559"/>
                </a:lnTo>
                <a:lnTo>
                  <a:pt x="1278980" y="27559"/>
                </a:lnTo>
                <a:lnTo>
                  <a:pt x="1297651" y="26189"/>
                </a:lnTo>
                <a:close/>
              </a:path>
              <a:path w="1345564" h="73025">
                <a:moveTo>
                  <a:pt x="1281245" y="8597"/>
                </a:moveTo>
                <a:lnTo>
                  <a:pt x="1277583" y="8890"/>
                </a:lnTo>
                <a:lnTo>
                  <a:pt x="1257263" y="9906"/>
                </a:lnTo>
                <a:lnTo>
                  <a:pt x="1235068" y="11410"/>
                </a:lnTo>
                <a:lnTo>
                  <a:pt x="1204177" y="12065"/>
                </a:lnTo>
                <a:lnTo>
                  <a:pt x="1172046" y="13208"/>
                </a:lnTo>
                <a:lnTo>
                  <a:pt x="1082257" y="14605"/>
                </a:lnTo>
                <a:lnTo>
                  <a:pt x="979334" y="16931"/>
                </a:lnTo>
                <a:lnTo>
                  <a:pt x="979559" y="16931"/>
                </a:lnTo>
                <a:lnTo>
                  <a:pt x="886296" y="19812"/>
                </a:lnTo>
                <a:lnTo>
                  <a:pt x="886169" y="19939"/>
                </a:lnTo>
                <a:lnTo>
                  <a:pt x="832868" y="22194"/>
                </a:lnTo>
                <a:lnTo>
                  <a:pt x="832438" y="22194"/>
                </a:lnTo>
                <a:lnTo>
                  <a:pt x="803492" y="23241"/>
                </a:lnTo>
                <a:lnTo>
                  <a:pt x="740728" y="26189"/>
                </a:lnTo>
                <a:lnTo>
                  <a:pt x="1296878" y="26189"/>
                </a:lnTo>
                <a:lnTo>
                  <a:pt x="1311746" y="25654"/>
                </a:lnTo>
                <a:lnTo>
                  <a:pt x="1312254" y="25654"/>
                </a:lnTo>
                <a:lnTo>
                  <a:pt x="1330775" y="23876"/>
                </a:lnTo>
                <a:lnTo>
                  <a:pt x="1331465" y="23876"/>
                </a:lnTo>
                <a:lnTo>
                  <a:pt x="1327600" y="21716"/>
                </a:lnTo>
                <a:lnTo>
                  <a:pt x="1326039" y="21061"/>
                </a:lnTo>
                <a:lnTo>
                  <a:pt x="1320981" y="20153"/>
                </a:lnTo>
                <a:lnTo>
                  <a:pt x="1313143" y="19050"/>
                </a:lnTo>
                <a:lnTo>
                  <a:pt x="1312000" y="18796"/>
                </a:lnTo>
                <a:lnTo>
                  <a:pt x="1311160" y="18542"/>
                </a:lnTo>
                <a:lnTo>
                  <a:pt x="1286600" y="18542"/>
                </a:lnTo>
                <a:lnTo>
                  <a:pt x="1282981" y="16129"/>
                </a:lnTo>
                <a:lnTo>
                  <a:pt x="1282815" y="16129"/>
                </a:lnTo>
                <a:lnTo>
                  <a:pt x="1282028" y="12065"/>
                </a:lnTo>
                <a:lnTo>
                  <a:pt x="1281311" y="8890"/>
                </a:lnTo>
                <a:lnTo>
                  <a:pt x="1281245" y="8597"/>
                </a:lnTo>
                <a:close/>
              </a:path>
              <a:path w="1345564" h="73025">
                <a:moveTo>
                  <a:pt x="1327600" y="21716"/>
                </a:moveTo>
                <a:lnTo>
                  <a:pt x="1333056" y="24765"/>
                </a:lnTo>
                <a:lnTo>
                  <a:pt x="1332130" y="24765"/>
                </a:lnTo>
                <a:lnTo>
                  <a:pt x="1334199" y="24388"/>
                </a:lnTo>
                <a:lnTo>
                  <a:pt x="1335876" y="23876"/>
                </a:lnTo>
                <a:lnTo>
                  <a:pt x="1337527" y="22987"/>
                </a:lnTo>
                <a:lnTo>
                  <a:pt x="1338772" y="22194"/>
                </a:lnTo>
                <a:lnTo>
                  <a:pt x="1328741" y="22194"/>
                </a:lnTo>
                <a:lnTo>
                  <a:pt x="1327600" y="21716"/>
                </a:lnTo>
                <a:close/>
              </a:path>
              <a:path w="1345564" h="73025">
                <a:moveTo>
                  <a:pt x="1331465" y="23876"/>
                </a:moveTo>
                <a:lnTo>
                  <a:pt x="1330775" y="23876"/>
                </a:lnTo>
                <a:lnTo>
                  <a:pt x="1325434" y="24388"/>
                </a:lnTo>
                <a:lnTo>
                  <a:pt x="1332382" y="24388"/>
                </a:lnTo>
                <a:lnTo>
                  <a:pt x="1331465" y="23876"/>
                </a:lnTo>
                <a:close/>
              </a:path>
              <a:path w="1345564" h="73025">
                <a:moveTo>
                  <a:pt x="1340563" y="21227"/>
                </a:moveTo>
                <a:lnTo>
                  <a:pt x="1338772" y="22194"/>
                </a:lnTo>
                <a:lnTo>
                  <a:pt x="1337527" y="22987"/>
                </a:lnTo>
                <a:lnTo>
                  <a:pt x="1335876" y="23876"/>
                </a:lnTo>
                <a:lnTo>
                  <a:pt x="1334117" y="24388"/>
                </a:lnTo>
                <a:lnTo>
                  <a:pt x="1338416" y="23622"/>
                </a:lnTo>
                <a:lnTo>
                  <a:pt x="1340563" y="21227"/>
                </a:lnTo>
                <a:close/>
              </a:path>
              <a:path w="1345564" h="73025">
                <a:moveTo>
                  <a:pt x="1341526" y="20153"/>
                </a:moveTo>
                <a:lnTo>
                  <a:pt x="1321512" y="20153"/>
                </a:lnTo>
                <a:lnTo>
                  <a:pt x="1322404" y="20447"/>
                </a:lnTo>
                <a:lnTo>
                  <a:pt x="1324573" y="20447"/>
                </a:lnTo>
                <a:lnTo>
                  <a:pt x="1326914" y="21227"/>
                </a:lnTo>
                <a:lnTo>
                  <a:pt x="1326434" y="21227"/>
                </a:lnTo>
                <a:lnTo>
                  <a:pt x="1328741" y="22194"/>
                </a:lnTo>
                <a:lnTo>
                  <a:pt x="1327748" y="21716"/>
                </a:lnTo>
                <a:lnTo>
                  <a:pt x="1339643" y="21716"/>
                </a:lnTo>
                <a:lnTo>
                  <a:pt x="1340563" y="21227"/>
                </a:lnTo>
                <a:lnTo>
                  <a:pt x="1326957" y="21227"/>
                </a:lnTo>
                <a:lnTo>
                  <a:pt x="1326071" y="21061"/>
                </a:lnTo>
                <a:lnTo>
                  <a:pt x="1340712" y="21061"/>
                </a:lnTo>
                <a:lnTo>
                  <a:pt x="1341526" y="20153"/>
                </a:lnTo>
                <a:close/>
              </a:path>
              <a:path w="1345564" h="73025">
                <a:moveTo>
                  <a:pt x="1339643" y="21716"/>
                </a:moveTo>
                <a:lnTo>
                  <a:pt x="1327748" y="21716"/>
                </a:lnTo>
                <a:lnTo>
                  <a:pt x="1328712" y="22194"/>
                </a:lnTo>
                <a:lnTo>
                  <a:pt x="1338742" y="22194"/>
                </a:lnTo>
                <a:lnTo>
                  <a:pt x="1339643" y="21716"/>
                </a:lnTo>
                <a:close/>
              </a:path>
              <a:path w="1345564" h="73025">
                <a:moveTo>
                  <a:pt x="1324573" y="20447"/>
                </a:moveTo>
                <a:lnTo>
                  <a:pt x="1326071" y="21061"/>
                </a:lnTo>
                <a:lnTo>
                  <a:pt x="1326957" y="21227"/>
                </a:lnTo>
                <a:lnTo>
                  <a:pt x="1324573" y="20447"/>
                </a:lnTo>
                <a:close/>
              </a:path>
              <a:path w="1345564" h="73025">
                <a:moveTo>
                  <a:pt x="1344004" y="17653"/>
                </a:moveTo>
                <a:lnTo>
                  <a:pt x="1343700" y="17653"/>
                </a:lnTo>
                <a:lnTo>
                  <a:pt x="1341828" y="19812"/>
                </a:lnTo>
                <a:lnTo>
                  <a:pt x="1340563" y="21227"/>
                </a:lnTo>
                <a:lnTo>
                  <a:pt x="1342988" y="19939"/>
                </a:lnTo>
                <a:lnTo>
                  <a:pt x="1343891" y="17907"/>
                </a:lnTo>
                <a:lnTo>
                  <a:pt x="1344004" y="17653"/>
                </a:lnTo>
                <a:close/>
              </a:path>
              <a:path w="1345564" h="73025">
                <a:moveTo>
                  <a:pt x="1306539" y="17145"/>
                </a:moveTo>
                <a:lnTo>
                  <a:pt x="1312000" y="18796"/>
                </a:lnTo>
                <a:lnTo>
                  <a:pt x="1313143" y="19050"/>
                </a:lnTo>
                <a:lnTo>
                  <a:pt x="1320981" y="20153"/>
                </a:lnTo>
                <a:lnTo>
                  <a:pt x="1326074" y="21061"/>
                </a:lnTo>
                <a:lnTo>
                  <a:pt x="1324573" y="20447"/>
                </a:lnTo>
                <a:lnTo>
                  <a:pt x="1322404" y="20447"/>
                </a:lnTo>
                <a:lnTo>
                  <a:pt x="1321512" y="20153"/>
                </a:lnTo>
                <a:lnTo>
                  <a:pt x="1341526" y="20153"/>
                </a:lnTo>
                <a:lnTo>
                  <a:pt x="1343700" y="17653"/>
                </a:lnTo>
                <a:lnTo>
                  <a:pt x="1308571" y="17653"/>
                </a:lnTo>
                <a:lnTo>
                  <a:pt x="1306539" y="17145"/>
                </a:lnTo>
                <a:close/>
              </a:path>
              <a:path w="1345564" h="73025">
                <a:moveTo>
                  <a:pt x="1334860" y="1143"/>
                </a:moveTo>
                <a:lnTo>
                  <a:pt x="1333433" y="1143"/>
                </a:lnTo>
                <a:lnTo>
                  <a:pt x="1332724" y="1478"/>
                </a:lnTo>
                <a:lnTo>
                  <a:pt x="1334628" y="2092"/>
                </a:lnTo>
                <a:lnTo>
                  <a:pt x="1340498" y="2897"/>
                </a:lnTo>
                <a:lnTo>
                  <a:pt x="1330232" y="2897"/>
                </a:lnTo>
                <a:lnTo>
                  <a:pt x="1327875" y="3683"/>
                </a:lnTo>
                <a:lnTo>
                  <a:pt x="1324793" y="3683"/>
                </a:lnTo>
                <a:lnTo>
                  <a:pt x="1309045" y="5080"/>
                </a:lnTo>
                <a:lnTo>
                  <a:pt x="1309587" y="5080"/>
                </a:lnTo>
                <a:lnTo>
                  <a:pt x="1295744" y="7493"/>
                </a:lnTo>
                <a:lnTo>
                  <a:pt x="1295046" y="7493"/>
                </a:lnTo>
                <a:lnTo>
                  <a:pt x="1281245" y="8597"/>
                </a:lnTo>
                <a:lnTo>
                  <a:pt x="1282028" y="12065"/>
                </a:lnTo>
                <a:lnTo>
                  <a:pt x="1282668" y="15368"/>
                </a:lnTo>
                <a:lnTo>
                  <a:pt x="1282699" y="15530"/>
                </a:lnTo>
                <a:lnTo>
                  <a:pt x="1282815" y="16129"/>
                </a:lnTo>
                <a:lnTo>
                  <a:pt x="1282981" y="16129"/>
                </a:lnTo>
                <a:lnTo>
                  <a:pt x="1286600" y="18542"/>
                </a:lnTo>
                <a:lnTo>
                  <a:pt x="1290410" y="17653"/>
                </a:lnTo>
                <a:lnTo>
                  <a:pt x="1294220" y="17145"/>
                </a:lnTo>
                <a:lnTo>
                  <a:pt x="1295279" y="17145"/>
                </a:lnTo>
                <a:lnTo>
                  <a:pt x="1298411" y="16637"/>
                </a:lnTo>
                <a:lnTo>
                  <a:pt x="1344462" y="16637"/>
                </a:lnTo>
                <a:lnTo>
                  <a:pt x="1344979" y="15530"/>
                </a:lnTo>
                <a:lnTo>
                  <a:pt x="1345055" y="15368"/>
                </a:lnTo>
                <a:lnTo>
                  <a:pt x="1344893" y="14605"/>
                </a:lnTo>
                <a:lnTo>
                  <a:pt x="1344470" y="12065"/>
                </a:lnTo>
                <a:lnTo>
                  <a:pt x="1344361" y="11410"/>
                </a:lnTo>
                <a:lnTo>
                  <a:pt x="1344258" y="10795"/>
                </a:lnTo>
                <a:lnTo>
                  <a:pt x="1343888" y="8890"/>
                </a:lnTo>
                <a:lnTo>
                  <a:pt x="1343831" y="8597"/>
                </a:lnTo>
                <a:lnTo>
                  <a:pt x="1343540" y="8128"/>
                </a:lnTo>
                <a:lnTo>
                  <a:pt x="1342353" y="6477"/>
                </a:lnTo>
                <a:lnTo>
                  <a:pt x="1339371" y="2500"/>
                </a:lnTo>
                <a:lnTo>
                  <a:pt x="1339610" y="2500"/>
                </a:lnTo>
                <a:lnTo>
                  <a:pt x="1334860" y="1143"/>
                </a:lnTo>
                <a:close/>
              </a:path>
              <a:path w="1345564" h="73025">
                <a:moveTo>
                  <a:pt x="1295363" y="17145"/>
                </a:moveTo>
                <a:lnTo>
                  <a:pt x="1294220" y="17145"/>
                </a:lnTo>
                <a:lnTo>
                  <a:pt x="1290410" y="17653"/>
                </a:lnTo>
                <a:lnTo>
                  <a:pt x="1286600" y="18542"/>
                </a:lnTo>
                <a:lnTo>
                  <a:pt x="1311160" y="18542"/>
                </a:lnTo>
                <a:lnTo>
                  <a:pt x="1308220" y="17653"/>
                </a:lnTo>
                <a:lnTo>
                  <a:pt x="1289267" y="17653"/>
                </a:lnTo>
                <a:lnTo>
                  <a:pt x="1295363" y="17145"/>
                </a:lnTo>
                <a:close/>
              </a:path>
              <a:path w="1345564" h="73025">
                <a:moveTo>
                  <a:pt x="1295279" y="17145"/>
                </a:moveTo>
                <a:lnTo>
                  <a:pt x="1289267" y="17653"/>
                </a:lnTo>
                <a:lnTo>
                  <a:pt x="1292146" y="17653"/>
                </a:lnTo>
                <a:lnTo>
                  <a:pt x="1295279" y="17145"/>
                </a:lnTo>
                <a:close/>
              </a:path>
              <a:path w="1345564" h="73025">
                <a:moveTo>
                  <a:pt x="1299025" y="16637"/>
                </a:moveTo>
                <a:lnTo>
                  <a:pt x="1298411" y="16637"/>
                </a:lnTo>
                <a:lnTo>
                  <a:pt x="1292146" y="17653"/>
                </a:lnTo>
                <a:lnTo>
                  <a:pt x="1291680" y="17653"/>
                </a:lnTo>
                <a:lnTo>
                  <a:pt x="1295744" y="17145"/>
                </a:lnTo>
                <a:lnTo>
                  <a:pt x="1304190" y="17145"/>
                </a:lnTo>
                <a:lnTo>
                  <a:pt x="1299025" y="16637"/>
                </a:lnTo>
                <a:close/>
              </a:path>
              <a:path w="1345564" h="73025">
                <a:moveTo>
                  <a:pt x="1344462" y="16637"/>
                </a:moveTo>
                <a:lnTo>
                  <a:pt x="1299025" y="16637"/>
                </a:lnTo>
                <a:lnTo>
                  <a:pt x="1309354" y="17653"/>
                </a:lnTo>
                <a:lnTo>
                  <a:pt x="1308220" y="17653"/>
                </a:lnTo>
                <a:lnTo>
                  <a:pt x="1306539" y="17145"/>
                </a:lnTo>
                <a:lnTo>
                  <a:pt x="1344140" y="17145"/>
                </a:lnTo>
                <a:lnTo>
                  <a:pt x="1344325" y="16931"/>
                </a:lnTo>
                <a:lnTo>
                  <a:pt x="1344462" y="16637"/>
                </a:lnTo>
                <a:close/>
              </a:path>
              <a:path w="1345564" h="73025">
                <a:moveTo>
                  <a:pt x="1344140" y="17145"/>
                </a:moveTo>
                <a:lnTo>
                  <a:pt x="1306539" y="17145"/>
                </a:lnTo>
                <a:lnTo>
                  <a:pt x="1308571" y="17653"/>
                </a:lnTo>
                <a:lnTo>
                  <a:pt x="1343700" y="17653"/>
                </a:lnTo>
                <a:lnTo>
                  <a:pt x="1344140" y="17145"/>
                </a:lnTo>
                <a:close/>
              </a:path>
              <a:path w="1345564" h="73025">
                <a:moveTo>
                  <a:pt x="1345048" y="15530"/>
                </a:moveTo>
                <a:lnTo>
                  <a:pt x="1344700" y="16129"/>
                </a:lnTo>
                <a:lnTo>
                  <a:pt x="1344462" y="16637"/>
                </a:lnTo>
                <a:lnTo>
                  <a:pt x="1345020" y="16129"/>
                </a:lnTo>
                <a:lnTo>
                  <a:pt x="1345048" y="15530"/>
                </a:lnTo>
                <a:close/>
              </a:path>
              <a:path w="1345564" h="73025">
                <a:moveTo>
                  <a:pt x="1343877" y="8597"/>
                </a:moveTo>
                <a:lnTo>
                  <a:pt x="1343888" y="8890"/>
                </a:lnTo>
                <a:lnTo>
                  <a:pt x="1344085" y="9906"/>
                </a:lnTo>
                <a:lnTo>
                  <a:pt x="1345021" y="15368"/>
                </a:lnTo>
                <a:lnTo>
                  <a:pt x="1345124" y="13843"/>
                </a:lnTo>
                <a:lnTo>
                  <a:pt x="1345235" y="11410"/>
                </a:lnTo>
                <a:lnTo>
                  <a:pt x="1345274" y="10541"/>
                </a:lnTo>
                <a:lnTo>
                  <a:pt x="1343877" y="8597"/>
                </a:lnTo>
                <a:close/>
              </a:path>
              <a:path w="1345564" h="73025">
                <a:moveTo>
                  <a:pt x="1331154" y="2286"/>
                </a:moveTo>
                <a:lnTo>
                  <a:pt x="1300951" y="2286"/>
                </a:lnTo>
                <a:lnTo>
                  <a:pt x="1298596" y="2500"/>
                </a:lnTo>
                <a:lnTo>
                  <a:pt x="1295715" y="2500"/>
                </a:lnTo>
                <a:lnTo>
                  <a:pt x="1291553" y="3175"/>
                </a:lnTo>
                <a:lnTo>
                  <a:pt x="1289394" y="3175"/>
                </a:lnTo>
                <a:lnTo>
                  <a:pt x="1286960" y="3683"/>
                </a:lnTo>
                <a:lnTo>
                  <a:pt x="1283679" y="4318"/>
                </a:lnTo>
                <a:lnTo>
                  <a:pt x="1281139" y="8128"/>
                </a:lnTo>
                <a:lnTo>
                  <a:pt x="1281245" y="8597"/>
                </a:lnTo>
                <a:lnTo>
                  <a:pt x="1295046" y="7493"/>
                </a:lnTo>
                <a:lnTo>
                  <a:pt x="1295744" y="7493"/>
                </a:lnTo>
                <a:lnTo>
                  <a:pt x="1309587" y="5080"/>
                </a:lnTo>
                <a:lnTo>
                  <a:pt x="1309045" y="5080"/>
                </a:lnTo>
                <a:lnTo>
                  <a:pt x="1324793" y="3683"/>
                </a:lnTo>
                <a:lnTo>
                  <a:pt x="1325589" y="3683"/>
                </a:lnTo>
                <a:lnTo>
                  <a:pt x="1329965" y="2897"/>
                </a:lnTo>
                <a:lnTo>
                  <a:pt x="1331154" y="2286"/>
                </a:lnTo>
                <a:close/>
              </a:path>
              <a:path w="1345564" h="73025">
                <a:moveTo>
                  <a:pt x="1339798" y="2897"/>
                </a:moveTo>
                <a:lnTo>
                  <a:pt x="1339669" y="2897"/>
                </a:lnTo>
                <a:lnTo>
                  <a:pt x="1342353" y="6477"/>
                </a:lnTo>
                <a:lnTo>
                  <a:pt x="1343877" y="8597"/>
                </a:lnTo>
                <a:lnTo>
                  <a:pt x="1343740" y="8128"/>
                </a:lnTo>
                <a:lnTo>
                  <a:pt x="1343419" y="6477"/>
                </a:lnTo>
                <a:lnTo>
                  <a:pt x="1343369" y="6223"/>
                </a:lnTo>
                <a:lnTo>
                  <a:pt x="1339798" y="2897"/>
                </a:lnTo>
                <a:close/>
              </a:path>
              <a:path w="1345564" h="73025">
                <a:moveTo>
                  <a:pt x="1329965" y="2897"/>
                </a:moveTo>
                <a:lnTo>
                  <a:pt x="1325589" y="3683"/>
                </a:lnTo>
                <a:lnTo>
                  <a:pt x="1327968" y="3683"/>
                </a:lnTo>
                <a:lnTo>
                  <a:pt x="1329965" y="2897"/>
                </a:lnTo>
                <a:close/>
              </a:path>
              <a:path w="1345564" h="73025">
                <a:moveTo>
                  <a:pt x="1332724" y="1478"/>
                </a:moveTo>
                <a:lnTo>
                  <a:pt x="1329965" y="2897"/>
                </a:lnTo>
                <a:lnTo>
                  <a:pt x="1327968" y="3683"/>
                </a:lnTo>
                <a:lnTo>
                  <a:pt x="1330232" y="2897"/>
                </a:lnTo>
                <a:lnTo>
                  <a:pt x="1340498" y="2897"/>
                </a:lnTo>
                <a:lnTo>
                  <a:pt x="1337601" y="2500"/>
                </a:lnTo>
                <a:lnTo>
                  <a:pt x="1336000" y="2500"/>
                </a:lnTo>
                <a:lnTo>
                  <a:pt x="1334233" y="2092"/>
                </a:lnTo>
                <a:lnTo>
                  <a:pt x="1334628" y="2092"/>
                </a:lnTo>
                <a:lnTo>
                  <a:pt x="1332724" y="1478"/>
                </a:lnTo>
                <a:close/>
              </a:path>
              <a:path w="1345564" h="73025">
                <a:moveTo>
                  <a:pt x="1300259" y="2286"/>
                </a:moveTo>
                <a:lnTo>
                  <a:pt x="1297268" y="2286"/>
                </a:lnTo>
                <a:lnTo>
                  <a:pt x="1295556" y="2500"/>
                </a:lnTo>
                <a:lnTo>
                  <a:pt x="1299071" y="2500"/>
                </a:lnTo>
                <a:lnTo>
                  <a:pt x="1300259" y="2286"/>
                </a:lnTo>
                <a:close/>
              </a:path>
              <a:path w="1345564" h="73025">
                <a:moveTo>
                  <a:pt x="1331685" y="1143"/>
                </a:moveTo>
                <a:lnTo>
                  <a:pt x="1306597" y="1143"/>
                </a:lnTo>
                <a:lnTo>
                  <a:pt x="1299071" y="2500"/>
                </a:lnTo>
                <a:lnTo>
                  <a:pt x="1298596" y="2500"/>
                </a:lnTo>
                <a:lnTo>
                  <a:pt x="1300951" y="2286"/>
                </a:lnTo>
                <a:lnTo>
                  <a:pt x="1331154" y="2286"/>
                </a:lnTo>
                <a:lnTo>
                  <a:pt x="1332724" y="1478"/>
                </a:lnTo>
                <a:lnTo>
                  <a:pt x="1331685" y="1143"/>
                </a:lnTo>
                <a:close/>
              </a:path>
              <a:path w="1345564" h="73025">
                <a:moveTo>
                  <a:pt x="1334294" y="2092"/>
                </a:moveTo>
                <a:lnTo>
                  <a:pt x="1336000" y="2500"/>
                </a:lnTo>
                <a:lnTo>
                  <a:pt x="1335229" y="2286"/>
                </a:lnTo>
                <a:lnTo>
                  <a:pt x="1334294" y="2092"/>
                </a:lnTo>
                <a:close/>
              </a:path>
              <a:path w="1345564" h="73025">
                <a:moveTo>
                  <a:pt x="1334628" y="2092"/>
                </a:moveTo>
                <a:lnTo>
                  <a:pt x="1335892" y="2500"/>
                </a:lnTo>
                <a:lnTo>
                  <a:pt x="1337601" y="2500"/>
                </a:lnTo>
                <a:lnTo>
                  <a:pt x="1334628" y="2092"/>
                </a:lnTo>
                <a:close/>
              </a:path>
              <a:path w="1345564" h="73025">
                <a:moveTo>
                  <a:pt x="1334628" y="2092"/>
                </a:moveTo>
                <a:lnTo>
                  <a:pt x="1334294" y="2092"/>
                </a:lnTo>
                <a:lnTo>
                  <a:pt x="1335331" y="2286"/>
                </a:lnTo>
                <a:lnTo>
                  <a:pt x="1334628" y="2092"/>
                </a:lnTo>
                <a:close/>
              </a:path>
              <a:path w="1345564" h="73025">
                <a:moveTo>
                  <a:pt x="1315429" y="0"/>
                </a:moveTo>
                <a:lnTo>
                  <a:pt x="1313143" y="127"/>
                </a:lnTo>
                <a:lnTo>
                  <a:pt x="1306757" y="1143"/>
                </a:lnTo>
                <a:lnTo>
                  <a:pt x="1327023" y="1143"/>
                </a:lnTo>
                <a:lnTo>
                  <a:pt x="1315429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7844" y="859155"/>
            <a:ext cx="145160" cy="64897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8000" y="968755"/>
            <a:ext cx="1452128" cy="3192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6620" y="1018794"/>
            <a:ext cx="941451" cy="2326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1735" y="3462528"/>
            <a:ext cx="393064" cy="22364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36777" y="3444494"/>
            <a:ext cx="661078" cy="2294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56630" y="3463544"/>
            <a:ext cx="242568" cy="1816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182963" y="3408045"/>
            <a:ext cx="1074959" cy="2490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07634" y="2091435"/>
            <a:ext cx="64897" cy="8242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46191" y="1914525"/>
            <a:ext cx="344990" cy="17653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01493" y="1939925"/>
            <a:ext cx="690187" cy="1732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61277" y="1863470"/>
            <a:ext cx="139319" cy="23418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67652" y="1947798"/>
            <a:ext cx="298069" cy="32511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11571" y="2429382"/>
            <a:ext cx="437006" cy="2127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87263" y="2327401"/>
            <a:ext cx="1304163" cy="37871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45857" y="547941"/>
            <a:ext cx="5667375" cy="36791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ts val="2335"/>
              </a:lnSpc>
              <a:spcBef>
                <a:spcPts val="125"/>
              </a:spcBef>
            </a:pPr>
            <a:r>
              <a:rPr dirty="0" sz="2000">
                <a:latin typeface="Verdana"/>
                <a:cs typeface="Verdana"/>
              </a:rPr>
              <a:t>aim</a:t>
            </a:r>
            <a:r>
              <a:rPr dirty="0" sz="2000" spc="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about</a:t>
            </a:r>
            <a:r>
              <a:rPr dirty="0" sz="2000" spc="-70">
                <a:latin typeface="Verdana"/>
                <a:cs typeface="Verdana"/>
              </a:rPr>
              <a:t> </a:t>
            </a:r>
            <a:r>
              <a:rPr dirty="0" sz="2000">
                <a:latin typeface="Cambria Math"/>
                <a:cs typeface="Cambria Math"/>
              </a:rPr>
              <a:t>−1</a:t>
            </a:r>
            <a:r>
              <a:rPr dirty="0" sz="2000" spc="18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baseline="-16666" sz="2250" spc="48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325">
                <a:latin typeface="Cambria Math"/>
                <a:cs typeface="Cambria Math"/>
              </a:rPr>
              <a:t> </a:t>
            </a:r>
            <a:r>
              <a:rPr dirty="0" sz="2000">
                <a:latin typeface="Verdana"/>
                <a:cs typeface="Verdana"/>
              </a:rPr>
              <a:t>for</a:t>
            </a:r>
            <a:r>
              <a:rPr dirty="0" sz="2000" spc="-6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each</a:t>
            </a:r>
            <a:r>
              <a:rPr dirty="0" sz="2000" spc="-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feature</a:t>
            </a:r>
            <a:r>
              <a:rPr dirty="0" sz="2000" spc="-150">
                <a:latin typeface="Verdana"/>
                <a:cs typeface="Verdana"/>
              </a:rPr>
              <a:t> </a:t>
            </a:r>
            <a:r>
              <a:rPr dirty="0" sz="20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endParaRPr baseline="-16666" sz="2250">
              <a:latin typeface="Cambria Math"/>
              <a:cs typeface="Cambria Math"/>
            </a:endParaRPr>
          </a:p>
          <a:p>
            <a:pPr algn="r" marR="2432050">
              <a:lnSpc>
                <a:spcPts val="2335"/>
              </a:lnSpc>
            </a:pPr>
            <a:r>
              <a:rPr dirty="0" sz="2000">
                <a:latin typeface="Cambria Math"/>
                <a:cs typeface="Cambria Math"/>
              </a:rPr>
              <a:t>−3</a:t>
            </a:r>
            <a:r>
              <a:rPr dirty="0" sz="2000" spc="8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14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baseline="-16666" sz="2250" spc="45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  <a:p>
            <a:pPr algn="r" marR="2379345">
              <a:lnSpc>
                <a:spcPct val="100000"/>
              </a:lnSpc>
              <a:spcBef>
                <a:spcPts val="309"/>
              </a:spcBef>
            </a:pPr>
            <a:r>
              <a:rPr dirty="0" sz="2000">
                <a:latin typeface="Cambria Math"/>
                <a:cs typeface="Cambria Math"/>
              </a:rPr>
              <a:t>−0.3</a:t>
            </a:r>
            <a:r>
              <a:rPr dirty="0" sz="2000" spc="10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baseline="-16666" sz="2250" spc="48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0.3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2000">
              <a:latin typeface="Cambria Math"/>
              <a:cs typeface="Cambria Math"/>
            </a:endParaRPr>
          </a:p>
          <a:p>
            <a:pPr algn="ctr" marR="2826385">
              <a:lnSpc>
                <a:spcPct val="100000"/>
              </a:lnSpc>
            </a:pPr>
            <a:r>
              <a:rPr dirty="0" sz="2000">
                <a:latin typeface="Cambria Math"/>
                <a:cs typeface="Cambria Math"/>
              </a:rPr>
              <a:t>0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6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54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6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  <a:p>
            <a:pPr algn="ctr" marR="2823210">
              <a:lnSpc>
                <a:spcPct val="100000"/>
              </a:lnSpc>
              <a:spcBef>
                <a:spcPts val="1295"/>
              </a:spcBef>
            </a:pPr>
            <a:r>
              <a:rPr dirty="0" sz="2000">
                <a:latin typeface="Cambria Math"/>
                <a:cs typeface="Cambria Math"/>
              </a:rPr>
              <a:t>−2</a:t>
            </a:r>
            <a:r>
              <a:rPr dirty="0" sz="2000" spc="9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666" sz="2250" spc="45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7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0.5</a:t>
            </a:r>
            <a:endParaRPr sz="2000">
              <a:latin typeface="Cambria Math"/>
              <a:cs typeface="Cambria Math"/>
            </a:endParaRPr>
          </a:p>
          <a:p>
            <a:pPr algn="ctr" marR="3038475">
              <a:lnSpc>
                <a:spcPct val="100000"/>
              </a:lnSpc>
              <a:spcBef>
                <a:spcPts val="1795"/>
              </a:spcBef>
            </a:pPr>
            <a:r>
              <a:rPr dirty="0" sz="2000">
                <a:latin typeface="Cambria Math"/>
                <a:cs typeface="Cambria Math"/>
              </a:rPr>
              <a:t>−100</a:t>
            </a:r>
            <a:r>
              <a:rPr dirty="0" sz="2000" spc="1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3</a:t>
            </a:r>
            <a:r>
              <a:rPr dirty="0" baseline="-16666" sz="2250" spc="47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8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100</a:t>
            </a:r>
            <a:endParaRPr sz="2000">
              <a:latin typeface="Cambria Math"/>
              <a:cs typeface="Cambria Math"/>
            </a:endParaRPr>
          </a:p>
          <a:p>
            <a:pPr algn="ctr" marR="3018155">
              <a:lnSpc>
                <a:spcPct val="100000"/>
              </a:lnSpc>
              <a:spcBef>
                <a:spcPts val="1760"/>
              </a:spcBef>
            </a:pPr>
            <a:r>
              <a:rPr dirty="0" sz="2000">
                <a:latin typeface="Cambria Math"/>
                <a:cs typeface="Cambria Math"/>
              </a:rPr>
              <a:t>−0.001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4</a:t>
            </a:r>
            <a:r>
              <a:rPr dirty="0" baseline="-16666" sz="2250" spc="50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 spc="-10">
                <a:latin typeface="Cambria Math"/>
                <a:cs typeface="Cambria Math"/>
              </a:rPr>
              <a:t>0.001</a:t>
            </a:r>
            <a:endParaRPr sz="2000">
              <a:latin typeface="Cambria Math"/>
              <a:cs typeface="Cambria Math"/>
            </a:endParaRPr>
          </a:p>
          <a:p>
            <a:pPr marL="473709">
              <a:lnSpc>
                <a:spcPct val="100000"/>
              </a:lnSpc>
              <a:spcBef>
                <a:spcPts val="1505"/>
              </a:spcBef>
            </a:pPr>
            <a:r>
              <a:rPr dirty="0" sz="2000">
                <a:latin typeface="Cambria Math"/>
                <a:cs typeface="Cambria Math"/>
              </a:rPr>
              <a:t>98.6</a:t>
            </a:r>
            <a:r>
              <a:rPr dirty="0" sz="2000" spc="3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17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5</a:t>
            </a:r>
            <a:r>
              <a:rPr dirty="0" baseline="-16666" sz="2250" spc="48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≤</a:t>
            </a:r>
            <a:r>
              <a:rPr dirty="0" sz="2000" spc="95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105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3009900" y="43815"/>
            <a:ext cx="2632075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</a:t>
            </a:r>
            <a:r>
              <a:rPr dirty="0" spc="-90"/>
              <a:t> </a:t>
            </a:r>
            <a:r>
              <a:rPr dirty="0" spc="-10"/>
              <a:t>scaling</a:t>
            </a:r>
          </a:p>
        </p:txBody>
      </p:sp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53103" y="1956561"/>
            <a:ext cx="198374" cy="16636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526407" y="1856358"/>
            <a:ext cx="567247" cy="39192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259642" y="2436114"/>
            <a:ext cx="162802" cy="16395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531995" y="2373629"/>
            <a:ext cx="341629" cy="21424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953000" y="2414397"/>
            <a:ext cx="172592" cy="30988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195064" y="2974467"/>
            <a:ext cx="447176" cy="169671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728717" y="2920619"/>
            <a:ext cx="472948" cy="26174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273928" y="2994405"/>
            <a:ext cx="129667" cy="11887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184650" y="3984904"/>
            <a:ext cx="471063" cy="18002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755515" y="3943477"/>
            <a:ext cx="660146" cy="237782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579745" y="3982720"/>
            <a:ext cx="218445" cy="16129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889116" y="3910266"/>
            <a:ext cx="982090" cy="26470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679694" y="2954527"/>
            <a:ext cx="242499" cy="18161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005703" y="2899029"/>
            <a:ext cx="1075054" cy="249046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622935" marR="5080" indent="152400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Practical</a:t>
            </a:r>
            <a:r>
              <a:rPr dirty="0" sz="3950" spc="5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Tips</a:t>
            </a:r>
            <a:r>
              <a:rPr dirty="0" sz="3950" spc="35">
                <a:solidFill>
                  <a:srgbClr val="0070EA"/>
                </a:solidFill>
              </a:rPr>
              <a:t> </a:t>
            </a:r>
            <a:r>
              <a:rPr dirty="0" sz="3950" spc="-25">
                <a:solidFill>
                  <a:srgbClr val="0070EA"/>
                </a:solidFill>
              </a:rPr>
              <a:t>for </a:t>
            </a: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5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</a:t>
            </a:r>
            <a:endParaRPr sz="39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99820" marR="5080" indent="-1087120">
              <a:lnSpc>
                <a:spcPct val="115500"/>
              </a:lnSpc>
              <a:spcBef>
                <a:spcPts val="95"/>
              </a:spcBef>
            </a:pPr>
            <a:r>
              <a:rPr dirty="0" sz="3200">
                <a:solidFill>
                  <a:srgbClr val="000000"/>
                </a:solidFill>
                <a:latin typeface="Verdana"/>
                <a:cs typeface="Verdana"/>
              </a:rPr>
              <a:t>Checking</a:t>
            </a:r>
            <a:r>
              <a:rPr dirty="0" sz="3200" spc="-9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200">
                <a:solidFill>
                  <a:srgbClr val="000000"/>
                </a:solidFill>
                <a:latin typeface="Verdana"/>
                <a:cs typeface="Verdana"/>
              </a:rPr>
              <a:t>Gradient</a:t>
            </a:r>
            <a:r>
              <a:rPr dirty="0" sz="3200" spc="-9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Verdana"/>
                <a:cs typeface="Verdana"/>
              </a:rPr>
              <a:t>Descent </a:t>
            </a:r>
            <a:r>
              <a:rPr dirty="0" sz="3200">
                <a:solidFill>
                  <a:srgbClr val="000000"/>
                </a:solidFill>
                <a:latin typeface="Verdana"/>
                <a:cs typeface="Verdana"/>
              </a:rPr>
              <a:t>for</a:t>
            </a:r>
            <a:r>
              <a:rPr dirty="0" sz="3200" spc="-25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Verdana"/>
                <a:cs typeface="Verdana"/>
              </a:rPr>
              <a:t>Convergence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9936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Gradient</a:t>
            </a:r>
            <a:r>
              <a:rPr dirty="0" sz="3000" spc="-70"/>
              <a:t> </a:t>
            </a:r>
            <a:r>
              <a:rPr dirty="0" sz="3000" spc="-10"/>
              <a:t>descent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661" y="1248536"/>
            <a:ext cx="277368" cy="25158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73682" y="1263014"/>
            <a:ext cx="183515" cy="81915"/>
          </a:xfrm>
          <a:custGeom>
            <a:avLst/>
            <a:gdLst/>
            <a:ahLst/>
            <a:cxnLst/>
            <a:rect l="l" t="t" r="r" b="b"/>
            <a:pathLst>
              <a:path w="183514" h="81915">
                <a:moveTo>
                  <a:pt x="183388" y="61722"/>
                </a:moveTo>
                <a:lnTo>
                  <a:pt x="0" y="61722"/>
                </a:lnTo>
                <a:lnTo>
                  <a:pt x="0" y="81534"/>
                </a:lnTo>
                <a:lnTo>
                  <a:pt x="183388" y="81534"/>
                </a:lnTo>
                <a:lnTo>
                  <a:pt x="183388" y="61722"/>
                </a:lnTo>
                <a:close/>
              </a:path>
              <a:path w="183514" h="81915">
                <a:moveTo>
                  <a:pt x="183388" y="0"/>
                </a:moveTo>
                <a:lnTo>
                  <a:pt x="0" y="0"/>
                </a:lnTo>
                <a:lnTo>
                  <a:pt x="0" y="19812"/>
                </a:lnTo>
                <a:lnTo>
                  <a:pt x="183388" y="19812"/>
                </a:lnTo>
                <a:lnTo>
                  <a:pt x="183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4511" y="1248536"/>
            <a:ext cx="277368" cy="25158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183257" y="948308"/>
            <a:ext cx="2211070" cy="1457960"/>
            <a:chOff x="2183257" y="948308"/>
            <a:chExt cx="2211070" cy="1457960"/>
          </a:xfrm>
        </p:grpSpPr>
        <p:sp>
          <p:nvSpPr>
            <p:cNvPr id="7" name="object 7"/>
            <p:cNvSpPr/>
            <p:nvPr/>
          </p:nvSpPr>
          <p:spPr>
            <a:xfrm>
              <a:off x="2459482" y="1293766"/>
              <a:ext cx="183515" cy="20320"/>
            </a:xfrm>
            <a:custGeom>
              <a:avLst/>
              <a:gdLst/>
              <a:ahLst/>
              <a:cxnLst/>
              <a:rect l="l" t="t" r="r" b="b"/>
              <a:pathLst>
                <a:path w="183514" h="20319">
                  <a:moveTo>
                    <a:pt x="183349" y="0"/>
                  </a:moveTo>
                  <a:lnTo>
                    <a:pt x="0" y="0"/>
                  </a:lnTo>
                  <a:lnTo>
                    <a:pt x="0" y="19794"/>
                  </a:lnTo>
                  <a:lnTo>
                    <a:pt x="183349" y="19794"/>
                  </a:lnTo>
                  <a:lnTo>
                    <a:pt x="1833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49133" y="948308"/>
              <a:ext cx="135824" cy="2162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73729" y="1166240"/>
              <a:ext cx="720725" cy="282575"/>
            </a:xfrm>
            <a:custGeom>
              <a:avLst/>
              <a:gdLst/>
              <a:ahLst/>
              <a:cxnLst/>
              <a:rect l="l" t="t" r="r" b="b"/>
              <a:pathLst>
                <a:path w="720725" h="282575">
                  <a:moveTo>
                    <a:pt x="630555" y="0"/>
                  </a:moveTo>
                  <a:lnTo>
                    <a:pt x="626618" y="11430"/>
                  </a:lnTo>
                  <a:lnTo>
                    <a:pt x="642925" y="18522"/>
                  </a:lnTo>
                  <a:lnTo>
                    <a:pt x="656971" y="28352"/>
                  </a:lnTo>
                  <a:lnTo>
                    <a:pt x="685514" y="73852"/>
                  </a:lnTo>
                  <a:lnTo>
                    <a:pt x="693855" y="115341"/>
                  </a:lnTo>
                  <a:lnTo>
                    <a:pt x="694944" y="139700"/>
                  </a:lnTo>
                  <a:lnTo>
                    <a:pt x="693896" y="164633"/>
                  </a:lnTo>
                  <a:lnTo>
                    <a:pt x="685514" y="207547"/>
                  </a:lnTo>
                  <a:lnTo>
                    <a:pt x="657018" y="253841"/>
                  </a:lnTo>
                  <a:lnTo>
                    <a:pt x="626999" y="270891"/>
                  </a:lnTo>
                  <a:lnTo>
                    <a:pt x="630555" y="282321"/>
                  </a:lnTo>
                  <a:lnTo>
                    <a:pt x="669115" y="264239"/>
                  </a:lnTo>
                  <a:lnTo>
                    <a:pt x="697484" y="232918"/>
                  </a:lnTo>
                  <a:lnTo>
                    <a:pt x="714803" y="191119"/>
                  </a:lnTo>
                  <a:lnTo>
                    <a:pt x="720598" y="141224"/>
                  </a:lnTo>
                  <a:lnTo>
                    <a:pt x="719161" y="115623"/>
                  </a:lnTo>
                  <a:lnTo>
                    <a:pt x="719145" y="115341"/>
                  </a:lnTo>
                  <a:lnTo>
                    <a:pt x="707524" y="69482"/>
                  </a:lnTo>
                  <a:lnTo>
                    <a:pt x="684472" y="32146"/>
                  </a:lnTo>
                  <a:lnTo>
                    <a:pt x="651083" y="7381"/>
                  </a:lnTo>
                  <a:lnTo>
                    <a:pt x="630555" y="0"/>
                  </a:lnTo>
                  <a:close/>
                </a:path>
                <a:path w="720725" h="282575">
                  <a:moveTo>
                    <a:pt x="90043" y="0"/>
                  </a:moveTo>
                  <a:lnTo>
                    <a:pt x="51657" y="18097"/>
                  </a:lnTo>
                  <a:lnTo>
                    <a:pt x="23368" y="49530"/>
                  </a:lnTo>
                  <a:lnTo>
                    <a:pt x="5826" y="91424"/>
                  </a:lnTo>
                  <a:lnTo>
                    <a:pt x="85" y="139700"/>
                  </a:lnTo>
                  <a:lnTo>
                    <a:pt x="0" y="141224"/>
                  </a:lnTo>
                  <a:lnTo>
                    <a:pt x="1452" y="167177"/>
                  </a:lnTo>
                  <a:lnTo>
                    <a:pt x="13073" y="213036"/>
                  </a:lnTo>
                  <a:lnTo>
                    <a:pt x="36125" y="250227"/>
                  </a:lnTo>
                  <a:lnTo>
                    <a:pt x="69514" y="274941"/>
                  </a:lnTo>
                  <a:lnTo>
                    <a:pt x="90043" y="282321"/>
                  </a:lnTo>
                  <a:lnTo>
                    <a:pt x="93599" y="270891"/>
                  </a:lnTo>
                  <a:lnTo>
                    <a:pt x="77549" y="263771"/>
                  </a:lnTo>
                  <a:lnTo>
                    <a:pt x="63690" y="253841"/>
                  </a:lnTo>
                  <a:lnTo>
                    <a:pt x="35210" y="207547"/>
                  </a:lnTo>
                  <a:lnTo>
                    <a:pt x="26828" y="164633"/>
                  </a:lnTo>
                  <a:lnTo>
                    <a:pt x="25781" y="139700"/>
                  </a:lnTo>
                  <a:lnTo>
                    <a:pt x="26828" y="115623"/>
                  </a:lnTo>
                  <a:lnTo>
                    <a:pt x="35210" y="73852"/>
                  </a:lnTo>
                  <a:lnTo>
                    <a:pt x="63801" y="28352"/>
                  </a:lnTo>
                  <a:lnTo>
                    <a:pt x="94107" y="11430"/>
                  </a:lnTo>
                  <a:lnTo>
                    <a:pt x="900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70757" y="1150873"/>
              <a:ext cx="236092" cy="7327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5075" y="1248536"/>
              <a:ext cx="281939" cy="18338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6960" y="1178051"/>
              <a:ext cx="134938" cy="21513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183257" y="2106693"/>
              <a:ext cx="183515" cy="20320"/>
            </a:xfrm>
            <a:custGeom>
              <a:avLst/>
              <a:gdLst/>
              <a:ahLst/>
              <a:cxnLst/>
              <a:rect l="l" t="t" r="r" b="b"/>
              <a:pathLst>
                <a:path w="183514" h="20319">
                  <a:moveTo>
                    <a:pt x="183349" y="0"/>
                  </a:moveTo>
                  <a:lnTo>
                    <a:pt x="0" y="0"/>
                  </a:lnTo>
                  <a:lnTo>
                    <a:pt x="0" y="19794"/>
                  </a:lnTo>
                  <a:lnTo>
                    <a:pt x="183349" y="19794"/>
                  </a:lnTo>
                  <a:lnTo>
                    <a:pt x="1833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94732" y="1151254"/>
              <a:ext cx="1561444" cy="1254887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65122" y="1990851"/>
            <a:ext cx="135001" cy="21526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1630807" y="2075814"/>
            <a:ext cx="183515" cy="81915"/>
          </a:xfrm>
          <a:custGeom>
            <a:avLst/>
            <a:gdLst/>
            <a:ahLst/>
            <a:cxnLst/>
            <a:rect l="l" t="t" r="r" b="b"/>
            <a:pathLst>
              <a:path w="183514" h="81914">
                <a:moveTo>
                  <a:pt x="183388" y="61849"/>
                </a:moveTo>
                <a:lnTo>
                  <a:pt x="0" y="61849"/>
                </a:lnTo>
                <a:lnTo>
                  <a:pt x="0" y="81534"/>
                </a:lnTo>
                <a:lnTo>
                  <a:pt x="183388" y="81534"/>
                </a:lnTo>
                <a:lnTo>
                  <a:pt x="183388" y="61849"/>
                </a:lnTo>
                <a:close/>
              </a:path>
              <a:path w="183514" h="81914">
                <a:moveTo>
                  <a:pt x="183388" y="0"/>
                </a:moveTo>
                <a:lnTo>
                  <a:pt x="0" y="0"/>
                </a:lnTo>
                <a:lnTo>
                  <a:pt x="0" y="19812"/>
                </a:lnTo>
                <a:lnTo>
                  <a:pt x="183388" y="19812"/>
                </a:lnTo>
                <a:lnTo>
                  <a:pt x="183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36623" y="1990851"/>
            <a:ext cx="135000" cy="215265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101331" y="1092708"/>
            <a:ext cx="185420" cy="1384300"/>
          </a:xfrm>
          <a:custGeom>
            <a:avLst/>
            <a:gdLst/>
            <a:ahLst/>
            <a:cxnLst/>
            <a:rect l="l" t="t" r="r" b="b"/>
            <a:pathLst>
              <a:path w="185419" h="1384300">
                <a:moveTo>
                  <a:pt x="164338" y="1371600"/>
                </a:moveTo>
                <a:lnTo>
                  <a:pt x="153873" y="1371600"/>
                </a:lnTo>
                <a:lnTo>
                  <a:pt x="159715" y="1384300"/>
                </a:lnTo>
                <a:lnTo>
                  <a:pt x="164338" y="1384300"/>
                </a:lnTo>
                <a:lnTo>
                  <a:pt x="164338" y="1371600"/>
                </a:lnTo>
                <a:close/>
              </a:path>
              <a:path w="185419" h="1384300">
                <a:moveTo>
                  <a:pt x="167843" y="1371600"/>
                </a:moveTo>
                <a:lnTo>
                  <a:pt x="164338" y="1371600"/>
                </a:lnTo>
                <a:lnTo>
                  <a:pt x="164338" y="1384300"/>
                </a:lnTo>
                <a:lnTo>
                  <a:pt x="165036" y="1384300"/>
                </a:lnTo>
                <a:lnTo>
                  <a:pt x="167843" y="1371600"/>
                </a:lnTo>
                <a:close/>
              </a:path>
              <a:path w="185419" h="1384300">
                <a:moveTo>
                  <a:pt x="180987" y="1371600"/>
                </a:moveTo>
                <a:lnTo>
                  <a:pt x="167843" y="1371600"/>
                </a:lnTo>
                <a:lnTo>
                  <a:pt x="165036" y="1384300"/>
                </a:lnTo>
                <a:lnTo>
                  <a:pt x="183019" y="1384300"/>
                </a:lnTo>
                <a:lnTo>
                  <a:pt x="180987" y="1371600"/>
                </a:lnTo>
                <a:close/>
              </a:path>
              <a:path w="185419" h="1384300">
                <a:moveTo>
                  <a:pt x="184162" y="1371600"/>
                </a:moveTo>
                <a:lnTo>
                  <a:pt x="180987" y="1371600"/>
                </a:lnTo>
                <a:lnTo>
                  <a:pt x="183019" y="1384300"/>
                </a:lnTo>
                <a:lnTo>
                  <a:pt x="184162" y="1384300"/>
                </a:lnTo>
                <a:lnTo>
                  <a:pt x="184162" y="1371600"/>
                </a:lnTo>
                <a:close/>
              </a:path>
              <a:path w="185419" h="1384300">
                <a:moveTo>
                  <a:pt x="184670" y="1371600"/>
                </a:moveTo>
                <a:lnTo>
                  <a:pt x="184162" y="1371600"/>
                </a:lnTo>
                <a:lnTo>
                  <a:pt x="184162" y="1384300"/>
                </a:lnTo>
                <a:lnTo>
                  <a:pt x="184797" y="1384300"/>
                </a:lnTo>
                <a:lnTo>
                  <a:pt x="184670" y="1371600"/>
                </a:lnTo>
                <a:close/>
              </a:path>
              <a:path w="185419" h="1384300">
                <a:moveTo>
                  <a:pt x="177431" y="1358900"/>
                </a:moveTo>
                <a:lnTo>
                  <a:pt x="131406" y="1358900"/>
                </a:lnTo>
                <a:lnTo>
                  <a:pt x="137782" y="1371600"/>
                </a:lnTo>
                <a:lnTo>
                  <a:pt x="178828" y="1371600"/>
                </a:lnTo>
                <a:lnTo>
                  <a:pt x="177431" y="1358900"/>
                </a:lnTo>
                <a:close/>
              </a:path>
              <a:path w="185419" h="1384300">
                <a:moveTo>
                  <a:pt x="153200" y="1346200"/>
                </a:moveTo>
                <a:lnTo>
                  <a:pt x="106387" y="1346200"/>
                </a:lnTo>
                <a:lnTo>
                  <a:pt x="111061" y="1358900"/>
                </a:lnTo>
                <a:lnTo>
                  <a:pt x="162534" y="1358900"/>
                </a:lnTo>
                <a:lnTo>
                  <a:pt x="153200" y="1346200"/>
                </a:lnTo>
                <a:close/>
              </a:path>
              <a:path w="185419" h="1384300">
                <a:moveTo>
                  <a:pt x="131902" y="1333500"/>
                </a:moveTo>
                <a:lnTo>
                  <a:pt x="91059" y="1333500"/>
                </a:lnTo>
                <a:lnTo>
                  <a:pt x="95732" y="1346200"/>
                </a:lnTo>
                <a:lnTo>
                  <a:pt x="136588" y="1346200"/>
                </a:lnTo>
                <a:lnTo>
                  <a:pt x="131902" y="1333500"/>
                </a:lnTo>
                <a:close/>
              </a:path>
              <a:path w="185419" h="1384300">
                <a:moveTo>
                  <a:pt x="110858" y="1320800"/>
                </a:moveTo>
                <a:lnTo>
                  <a:pt x="80352" y="1320800"/>
                </a:lnTo>
                <a:lnTo>
                  <a:pt x="89712" y="1333500"/>
                </a:lnTo>
                <a:lnTo>
                  <a:pt x="119151" y="1333500"/>
                </a:lnTo>
                <a:lnTo>
                  <a:pt x="110858" y="1320800"/>
                </a:lnTo>
                <a:close/>
              </a:path>
              <a:path w="185419" h="1384300">
                <a:moveTo>
                  <a:pt x="90538" y="1295400"/>
                </a:moveTo>
                <a:lnTo>
                  <a:pt x="69024" y="1295400"/>
                </a:lnTo>
                <a:lnTo>
                  <a:pt x="69278" y="1308100"/>
                </a:lnTo>
                <a:lnTo>
                  <a:pt x="76111" y="1320800"/>
                </a:lnTo>
                <a:lnTo>
                  <a:pt x="108267" y="1320800"/>
                </a:lnTo>
                <a:lnTo>
                  <a:pt x="98894" y="1308100"/>
                </a:lnTo>
                <a:lnTo>
                  <a:pt x="97396" y="1308100"/>
                </a:lnTo>
                <a:lnTo>
                  <a:pt x="90538" y="1295400"/>
                </a:lnTo>
                <a:close/>
              </a:path>
              <a:path w="185419" h="1384300">
                <a:moveTo>
                  <a:pt x="72428" y="825500"/>
                </a:moveTo>
                <a:lnTo>
                  <a:pt x="49961" y="825500"/>
                </a:lnTo>
                <a:lnTo>
                  <a:pt x="46355" y="850900"/>
                </a:lnTo>
                <a:lnTo>
                  <a:pt x="44881" y="863600"/>
                </a:lnTo>
                <a:lnTo>
                  <a:pt x="42278" y="889000"/>
                </a:lnTo>
                <a:lnTo>
                  <a:pt x="41554" y="889000"/>
                </a:lnTo>
                <a:lnTo>
                  <a:pt x="39357" y="927100"/>
                </a:lnTo>
                <a:lnTo>
                  <a:pt x="38277" y="952500"/>
                </a:lnTo>
                <a:lnTo>
                  <a:pt x="36830" y="1003300"/>
                </a:lnTo>
                <a:lnTo>
                  <a:pt x="36855" y="1016000"/>
                </a:lnTo>
                <a:lnTo>
                  <a:pt x="36144" y="1028700"/>
                </a:lnTo>
                <a:lnTo>
                  <a:pt x="35775" y="1041400"/>
                </a:lnTo>
                <a:lnTo>
                  <a:pt x="35013" y="1054100"/>
                </a:lnTo>
                <a:lnTo>
                  <a:pt x="34658" y="1079500"/>
                </a:lnTo>
                <a:lnTo>
                  <a:pt x="34302" y="1092200"/>
                </a:lnTo>
                <a:lnTo>
                  <a:pt x="34302" y="1117600"/>
                </a:lnTo>
                <a:lnTo>
                  <a:pt x="34683" y="1130300"/>
                </a:lnTo>
                <a:lnTo>
                  <a:pt x="36118" y="1143000"/>
                </a:lnTo>
                <a:lnTo>
                  <a:pt x="37223" y="1155700"/>
                </a:lnTo>
                <a:lnTo>
                  <a:pt x="39014" y="1168400"/>
                </a:lnTo>
                <a:lnTo>
                  <a:pt x="40868" y="1181100"/>
                </a:lnTo>
                <a:lnTo>
                  <a:pt x="44107" y="1206500"/>
                </a:lnTo>
                <a:lnTo>
                  <a:pt x="46228" y="1219200"/>
                </a:lnTo>
                <a:lnTo>
                  <a:pt x="51396" y="1244600"/>
                </a:lnTo>
                <a:lnTo>
                  <a:pt x="53251" y="1244600"/>
                </a:lnTo>
                <a:lnTo>
                  <a:pt x="57924" y="1270000"/>
                </a:lnTo>
                <a:lnTo>
                  <a:pt x="60566" y="1270000"/>
                </a:lnTo>
                <a:lnTo>
                  <a:pt x="65951" y="1295400"/>
                </a:lnTo>
                <a:lnTo>
                  <a:pt x="90754" y="1295400"/>
                </a:lnTo>
                <a:lnTo>
                  <a:pt x="87833" y="1282700"/>
                </a:lnTo>
                <a:lnTo>
                  <a:pt x="88112" y="1282700"/>
                </a:lnTo>
                <a:lnTo>
                  <a:pt x="82600" y="1270000"/>
                </a:lnTo>
                <a:lnTo>
                  <a:pt x="80060" y="1257300"/>
                </a:lnTo>
                <a:lnTo>
                  <a:pt x="80302" y="1257300"/>
                </a:lnTo>
                <a:lnTo>
                  <a:pt x="75679" y="1244600"/>
                </a:lnTo>
                <a:lnTo>
                  <a:pt x="73901" y="1231900"/>
                </a:lnTo>
                <a:lnTo>
                  <a:pt x="68948" y="1206500"/>
                </a:lnTo>
                <a:lnTo>
                  <a:pt x="66763" y="1193800"/>
                </a:lnTo>
                <a:lnTo>
                  <a:pt x="63525" y="1181100"/>
                </a:lnTo>
                <a:lnTo>
                  <a:pt x="61772" y="1168400"/>
                </a:lnTo>
                <a:lnTo>
                  <a:pt x="59982" y="1155700"/>
                </a:lnTo>
                <a:lnTo>
                  <a:pt x="58902" y="1143000"/>
                </a:lnTo>
                <a:lnTo>
                  <a:pt x="57492" y="1130300"/>
                </a:lnTo>
                <a:lnTo>
                  <a:pt x="57137" y="1117600"/>
                </a:lnTo>
                <a:lnTo>
                  <a:pt x="57124" y="1092200"/>
                </a:lnTo>
                <a:lnTo>
                  <a:pt x="57480" y="1079500"/>
                </a:lnTo>
                <a:lnTo>
                  <a:pt x="57835" y="1054100"/>
                </a:lnTo>
                <a:lnTo>
                  <a:pt x="58534" y="1041400"/>
                </a:lnTo>
                <a:lnTo>
                  <a:pt x="58877" y="1028700"/>
                </a:lnTo>
                <a:lnTo>
                  <a:pt x="59613" y="1016000"/>
                </a:lnTo>
                <a:lnTo>
                  <a:pt x="61061" y="952500"/>
                </a:lnTo>
                <a:lnTo>
                  <a:pt x="62826" y="914400"/>
                </a:lnTo>
                <a:lnTo>
                  <a:pt x="64274" y="901700"/>
                </a:lnTo>
                <a:lnTo>
                  <a:pt x="64947" y="889000"/>
                </a:lnTo>
                <a:lnTo>
                  <a:pt x="67424" y="863600"/>
                </a:lnTo>
                <a:lnTo>
                  <a:pt x="68834" y="850900"/>
                </a:lnTo>
                <a:lnTo>
                  <a:pt x="72428" y="825500"/>
                </a:lnTo>
                <a:close/>
              </a:path>
              <a:path w="185419" h="1384300">
                <a:moveTo>
                  <a:pt x="83477" y="774700"/>
                </a:moveTo>
                <a:lnTo>
                  <a:pt x="61226" y="774700"/>
                </a:lnTo>
                <a:lnTo>
                  <a:pt x="57988" y="787400"/>
                </a:lnTo>
                <a:lnTo>
                  <a:pt x="56591" y="800100"/>
                </a:lnTo>
                <a:lnTo>
                  <a:pt x="52324" y="812800"/>
                </a:lnTo>
                <a:lnTo>
                  <a:pt x="50139" y="825500"/>
                </a:lnTo>
                <a:lnTo>
                  <a:pt x="74396" y="825500"/>
                </a:lnTo>
                <a:lnTo>
                  <a:pt x="78765" y="800100"/>
                </a:lnTo>
                <a:lnTo>
                  <a:pt x="80238" y="787400"/>
                </a:lnTo>
                <a:lnTo>
                  <a:pt x="83477" y="774700"/>
                </a:lnTo>
                <a:close/>
              </a:path>
              <a:path w="185419" h="1384300">
                <a:moveTo>
                  <a:pt x="84340" y="762000"/>
                </a:moveTo>
                <a:lnTo>
                  <a:pt x="61810" y="762000"/>
                </a:lnTo>
                <a:lnTo>
                  <a:pt x="61087" y="774700"/>
                </a:lnTo>
                <a:lnTo>
                  <a:pt x="83629" y="774700"/>
                </a:lnTo>
                <a:lnTo>
                  <a:pt x="84340" y="762000"/>
                </a:lnTo>
                <a:close/>
              </a:path>
              <a:path w="185419" h="1384300">
                <a:moveTo>
                  <a:pt x="87947" y="749300"/>
                </a:moveTo>
                <a:lnTo>
                  <a:pt x="65036" y="749300"/>
                </a:lnTo>
                <a:lnTo>
                  <a:pt x="62026" y="762000"/>
                </a:lnTo>
                <a:lnTo>
                  <a:pt x="84340" y="762000"/>
                </a:lnTo>
                <a:lnTo>
                  <a:pt x="84124" y="774700"/>
                </a:lnTo>
                <a:lnTo>
                  <a:pt x="86893" y="762000"/>
                </a:lnTo>
                <a:lnTo>
                  <a:pt x="87947" y="749300"/>
                </a:lnTo>
                <a:close/>
              </a:path>
              <a:path w="185419" h="1384300">
                <a:moveTo>
                  <a:pt x="95173" y="736600"/>
                </a:moveTo>
                <a:lnTo>
                  <a:pt x="69697" y="736600"/>
                </a:lnTo>
                <a:lnTo>
                  <a:pt x="66446" y="749300"/>
                </a:lnTo>
                <a:lnTo>
                  <a:pt x="91821" y="749300"/>
                </a:lnTo>
                <a:lnTo>
                  <a:pt x="95173" y="736600"/>
                </a:lnTo>
                <a:close/>
              </a:path>
              <a:path w="185419" h="1384300">
                <a:moveTo>
                  <a:pt x="98691" y="723900"/>
                </a:moveTo>
                <a:lnTo>
                  <a:pt x="74739" y="723900"/>
                </a:lnTo>
                <a:lnTo>
                  <a:pt x="71501" y="736600"/>
                </a:lnTo>
                <a:lnTo>
                  <a:pt x="96418" y="736600"/>
                </a:lnTo>
                <a:lnTo>
                  <a:pt x="98691" y="723900"/>
                </a:lnTo>
                <a:close/>
              </a:path>
              <a:path w="185419" h="1384300">
                <a:moveTo>
                  <a:pt x="100177" y="711203"/>
                </a:moveTo>
                <a:lnTo>
                  <a:pt x="77660" y="711203"/>
                </a:lnTo>
                <a:lnTo>
                  <a:pt x="77292" y="723900"/>
                </a:lnTo>
                <a:lnTo>
                  <a:pt x="100164" y="723900"/>
                </a:lnTo>
                <a:lnTo>
                  <a:pt x="100177" y="711203"/>
                </a:lnTo>
                <a:close/>
              </a:path>
              <a:path w="185419" h="1384300">
                <a:moveTo>
                  <a:pt x="97536" y="698500"/>
                </a:moveTo>
                <a:lnTo>
                  <a:pt x="70408" y="698500"/>
                </a:lnTo>
                <a:lnTo>
                  <a:pt x="73267" y="711203"/>
                </a:lnTo>
                <a:lnTo>
                  <a:pt x="98272" y="711203"/>
                </a:lnTo>
                <a:lnTo>
                  <a:pt x="97536" y="698500"/>
                </a:lnTo>
                <a:close/>
              </a:path>
              <a:path w="185419" h="1384300">
                <a:moveTo>
                  <a:pt x="58465" y="685422"/>
                </a:moveTo>
                <a:lnTo>
                  <a:pt x="62153" y="698500"/>
                </a:lnTo>
                <a:lnTo>
                  <a:pt x="90906" y="698500"/>
                </a:lnTo>
                <a:lnTo>
                  <a:pt x="90043" y="685800"/>
                </a:lnTo>
                <a:lnTo>
                  <a:pt x="58712" y="685800"/>
                </a:lnTo>
                <a:lnTo>
                  <a:pt x="58465" y="685422"/>
                </a:lnTo>
                <a:close/>
              </a:path>
              <a:path w="185419" h="1384300">
                <a:moveTo>
                  <a:pt x="68351" y="660400"/>
                </a:moveTo>
                <a:lnTo>
                  <a:pt x="38938" y="660400"/>
                </a:lnTo>
                <a:lnTo>
                  <a:pt x="46494" y="673100"/>
                </a:lnTo>
                <a:lnTo>
                  <a:pt x="50431" y="673100"/>
                </a:lnTo>
                <a:lnTo>
                  <a:pt x="58712" y="685800"/>
                </a:lnTo>
                <a:lnTo>
                  <a:pt x="80352" y="685800"/>
                </a:lnTo>
                <a:lnTo>
                  <a:pt x="76733" y="673100"/>
                </a:lnTo>
                <a:lnTo>
                  <a:pt x="68351" y="660400"/>
                </a:lnTo>
                <a:close/>
              </a:path>
              <a:path w="185419" h="1384300">
                <a:moveTo>
                  <a:pt x="56121" y="647700"/>
                </a:moveTo>
                <a:lnTo>
                  <a:pt x="29387" y="647700"/>
                </a:lnTo>
                <a:lnTo>
                  <a:pt x="36944" y="660400"/>
                </a:lnTo>
                <a:lnTo>
                  <a:pt x="64363" y="660400"/>
                </a:lnTo>
                <a:lnTo>
                  <a:pt x="56121" y="647700"/>
                </a:lnTo>
                <a:close/>
              </a:path>
              <a:path w="185419" h="1384300">
                <a:moveTo>
                  <a:pt x="44742" y="635000"/>
                </a:moveTo>
                <a:lnTo>
                  <a:pt x="8978" y="635000"/>
                </a:lnTo>
                <a:lnTo>
                  <a:pt x="16154" y="647700"/>
                </a:lnTo>
                <a:lnTo>
                  <a:pt x="52857" y="647700"/>
                </a:lnTo>
                <a:lnTo>
                  <a:pt x="44742" y="635000"/>
                </a:lnTo>
                <a:close/>
              </a:path>
              <a:path w="185419" h="1384300">
                <a:moveTo>
                  <a:pt x="31521" y="622300"/>
                </a:moveTo>
                <a:lnTo>
                  <a:pt x="1447" y="622300"/>
                </a:lnTo>
                <a:lnTo>
                  <a:pt x="3962" y="635000"/>
                </a:lnTo>
                <a:lnTo>
                  <a:pt x="39433" y="635000"/>
                </a:lnTo>
                <a:lnTo>
                  <a:pt x="31521" y="622300"/>
                </a:lnTo>
                <a:close/>
              </a:path>
              <a:path w="185419" h="1384300">
                <a:moveTo>
                  <a:pt x="41884" y="609600"/>
                </a:moveTo>
                <a:lnTo>
                  <a:pt x="698" y="609600"/>
                </a:lnTo>
                <a:lnTo>
                  <a:pt x="0" y="622300"/>
                </a:lnTo>
                <a:lnTo>
                  <a:pt x="31813" y="622300"/>
                </a:lnTo>
                <a:lnTo>
                  <a:pt x="41884" y="609600"/>
                </a:lnTo>
                <a:close/>
              </a:path>
              <a:path w="185419" h="1384300">
                <a:moveTo>
                  <a:pt x="74142" y="596900"/>
                </a:moveTo>
                <a:lnTo>
                  <a:pt x="11887" y="596900"/>
                </a:lnTo>
                <a:lnTo>
                  <a:pt x="9728" y="609600"/>
                </a:lnTo>
                <a:lnTo>
                  <a:pt x="74498" y="609600"/>
                </a:lnTo>
                <a:lnTo>
                  <a:pt x="74142" y="596900"/>
                </a:lnTo>
                <a:close/>
              </a:path>
              <a:path w="185419" h="1384300">
                <a:moveTo>
                  <a:pt x="72948" y="584200"/>
                </a:moveTo>
                <a:lnTo>
                  <a:pt x="50482" y="584200"/>
                </a:lnTo>
                <a:lnTo>
                  <a:pt x="50787" y="596900"/>
                </a:lnTo>
                <a:lnTo>
                  <a:pt x="73012" y="596900"/>
                </a:lnTo>
                <a:lnTo>
                  <a:pt x="72948" y="584200"/>
                </a:lnTo>
                <a:close/>
              </a:path>
              <a:path w="185419" h="1384300">
                <a:moveTo>
                  <a:pt x="77470" y="88900"/>
                </a:moveTo>
                <a:lnTo>
                  <a:pt x="57886" y="88900"/>
                </a:lnTo>
                <a:lnTo>
                  <a:pt x="52755" y="101600"/>
                </a:lnTo>
                <a:lnTo>
                  <a:pt x="49682" y="114300"/>
                </a:lnTo>
                <a:lnTo>
                  <a:pt x="43167" y="152400"/>
                </a:lnTo>
                <a:lnTo>
                  <a:pt x="35775" y="190500"/>
                </a:lnTo>
                <a:lnTo>
                  <a:pt x="31368" y="228600"/>
                </a:lnTo>
                <a:lnTo>
                  <a:pt x="29806" y="317500"/>
                </a:lnTo>
                <a:lnTo>
                  <a:pt x="31242" y="330200"/>
                </a:lnTo>
                <a:lnTo>
                  <a:pt x="31940" y="355600"/>
                </a:lnTo>
                <a:lnTo>
                  <a:pt x="34099" y="393700"/>
                </a:lnTo>
                <a:lnTo>
                  <a:pt x="34798" y="406400"/>
                </a:lnTo>
                <a:lnTo>
                  <a:pt x="36957" y="431800"/>
                </a:lnTo>
                <a:lnTo>
                  <a:pt x="38011" y="457200"/>
                </a:lnTo>
                <a:lnTo>
                  <a:pt x="41275" y="482600"/>
                </a:lnTo>
                <a:lnTo>
                  <a:pt x="42646" y="495300"/>
                </a:lnTo>
                <a:lnTo>
                  <a:pt x="45504" y="520700"/>
                </a:lnTo>
                <a:lnTo>
                  <a:pt x="46507" y="533400"/>
                </a:lnTo>
                <a:lnTo>
                  <a:pt x="47929" y="546100"/>
                </a:lnTo>
                <a:lnTo>
                  <a:pt x="48602" y="571500"/>
                </a:lnTo>
                <a:lnTo>
                  <a:pt x="49339" y="584200"/>
                </a:lnTo>
                <a:lnTo>
                  <a:pt x="71589" y="584200"/>
                </a:lnTo>
                <a:lnTo>
                  <a:pt x="70878" y="571500"/>
                </a:lnTo>
                <a:lnTo>
                  <a:pt x="70180" y="571500"/>
                </a:lnTo>
                <a:lnTo>
                  <a:pt x="69418" y="546100"/>
                </a:lnTo>
                <a:lnTo>
                  <a:pt x="67957" y="533400"/>
                </a:lnTo>
                <a:lnTo>
                  <a:pt x="66814" y="520700"/>
                </a:lnTo>
                <a:lnTo>
                  <a:pt x="63906" y="495300"/>
                </a:lnTo>
                <a:lnTo>
                  <a:pt x="62369" y="482600"/>
                </a:lnTo>
                <a:lnTo>
                  <a:pt x="59169" y="444500"/>
                </a:lnTo>
                <a:lnTo>
                  <a:pt x="55892" y="406400"/>
                </a:lnTo>
                <a:lnTo>
                  <a:pt x="52997" y="355600"/>
                </a:lnTo>
                <a:lnTo>
                  <a:pt x="52273" y="330200"/>
                </a:lnTo>
                <a:lnTo>
                  <a:pt x="50838" y="317500"/>
                </a:lnTo>
                <a:lnTo>
                  <a:pt x="50787" y="254000"/>
                </a:lnTo>
                <a:lnTo>
                  <a:pt x="51092" y="241300"/>
                </a:lnTo>
                <a:lnTo>
                  <a:pt x="52133" y="228600"/>
                </a:lnTo>
                <a:lnTo>
                  <a:pt x="54648" y="215900"/>
                </a:lnTo>
                <a:lnTo>
                  <a:pt x="56362" y="190500"/>
                </a:lnTo>
                <a:lnTo>
                  <a:pt x="61391" y="165100"/>
                </a:lnTo>
                <a:lnTo>
                  <a:pt x="63385" y="152400"/>
                </a:lnTo>
                <a:lnTo>
                  <a:pt x="69824" y="127000"/>
                </a:lnTo>
                <a:lnTo>
                  <a:pt x="72478" y="114300"/>
                </a:lnTo>
                <a:lnTo>
                  <a:pt x="77470" y="88900"/>
                </a:lnTo>
                <a:close/>
              </a:path>
              <a:path w="185419" h="1384300">
                <a:moveTo>
                  <a:pt x="85813" y="63500"/>
                </a:moveTo>
                <a:lnTo>
                  <a:pt x="64135" y="63500"/>
                </a:lnTo>
                <a:lnTo>
                  <a:pt x="61201" y="76200"/>
                </a:lnTo>
                <a:lnTo>
                  <a:pt x="58115" y="88900"/>
                </a:lnTo>
                <a:lnTo>
                  <a:pt x="79946" y="88900"/>
                </a:lnTo>
                <a:lnTo>
                  <a:pt x="82778" y="76200"/>
                </a:lnTo>
                <a:lnTo>
                  <a:pt x="82638" y="76200"/>
                </a:lnTo>
                <a:lnTo>
                  <a:pt x="85813" y="63500"/>
                </a:lnTo>
                <a:close/>
              </a:path>
              <a:path w="185419" h="1384300">
                <a:moveTo>
                  <a:pt x="108051" y="25400"/>
                </a:moveTo>
                <a:lnTo>
                  <a:pt x="88595" y="25400"/>
                </a:lnTo>
                <a:lnTo>
                  <a:pt x="78600" y="38100"/>
                </a:lnTo>
                <a:lnTo>
                  <a:pt x="74460" y="50800"/>
                </a:lnTo>
                <a:lnTo>
                  <a:pt x="67932" y="63500"/>
                </a:lnTo>
                <a:lnTo>
                  <a:pt x="85445" y="63500"/>
                </a:lnTo>
                <a:lnTo>
                  <a:pt x="91757" y="50800"/>
                </a:lnTo>
                <a:lnTo>
                  <a:pt x="95427" y="50800"/>
                </a:lnTo>
                <a:lnTo>
                  <a:pt x="104861" y="38419"/>
                </a:lnTo>
                <a:lnTo>
                  <a:pt x="108051" y="25400"/>
                </a:lnTo>
                <a:close/>
              </a:path>
              <a:path w="185419" h="1384300">
                <a:moveTo>
                  <a:pt x="134366" y="25400"/>
                </a:moveTo>
                <a:lnTo>
                  <a:pt x="116573" y="25400"/>
                </a:lnTo>
                <a:lnTo>
                  <a:pt x="129159" y="38100"/>
                </a:lnTo>
                <a:lnTo>
                  <a:pt x="134366" y="25400"/>
                </a:lnTo>
                <a:close/>
              </a:path>
              <a:path w="185419" h="1384300">
                <a:moveTo>
                  <a:pt x="109194" y="12700"/>
                </a:moveTo>
                <a:lnTo>
                  <a:pt x="92379" y="12700"/>
                </a:lnTo>
                <a:lnTo>
                  <a:pt x="89014" y="25400"/>
                </a:lnTo>
                <a:lnTo>
                  <a:pt x="112382" y="25400"/>
                </a:lnTo>
                <a:lnTo>
                  <a:pt x="113224" y="21963"/>
                </a:lnTo>
                <a:lnTo>
                  <a:pt x="113266" y="21789"/>
                </a:lnTo>
                <a:lnTo>
                  <a:pt x="109194" y="12700"/>
                </a:lnTo>
                <a:close/>
              </a:path>
              <a:path w="185419" h="1384300">
                <a:moveTo>
                  <a:pt x="113344" y="21963"/>
                </a:moveTo>
                <a:lnTo>
                  <a:pt x="112923" y="23192"/>
                </a:lnTo>
                <a:lnTo>
                  <a:pt x="112382" y="25400"/>
                </a:lnTo>
                <a:lnTo>
                  <a:pt x="113652" y="25400"/>
                </a:lnTo>
                <a:lnTo>
                  <a:pt x="113807" y="23988"/>
                </a:lnTo>
                <a:lnTo>
                  <a:pt x="113895" y="23192"/>
                </a:lnTo>
                <a:lnTo>
                  <a:pt x="113344" y="21963"/>
                </a:lnTo>
                <a:close/>
              </a:path>
              <a:path w="185419" h="1384300">
                <a:moveTo>
                  <a:pt x="113895" y="23192"/>
                </a:moveTo>
                <a:lnTo>
                  <a:pt x="113652" y="25400"/>
                </a:lnTo>
                <a:lnTo>
                  <a:pt x="113830" y="25400"/>
                </a:lnTo>
                <a:lnTo>
                  <a:pt x="113895" y="23192"/>
                </a:lnTo>
                <a:close/>
              </a:path>
              <a:path w="185419" h="1384300">
                <a:moveTo>
                  <a:pt x="114016" y="23462"/>
                </a:moveTo>
                <a:lnTo>
                  <a:pt x="113830" y="25400"/>
                </a:lnTo>
                <a:lnTo>
                  <a:pt x="114096" y="25400"/>
                </a:lnTo>
                <a:lnTo>
                  <a:pt x="114201" y="23988"/>
                </a:lnTo>
                <a:lnTo>
                  <a:pt x="114016" y="23462"/>
                </a:lnTo>
                <a:close/>
              </a:path>
              <a:path w="185419" h="1384300">
                <a:moveTo>
                  <a:pt x="114252" y="23988"/>
                </a:moveTo>
                <a:lnTo>
                  <a:pt x="114096" y="25400"/>
                </a:lnTo>
                <a:lnTo>
                  <a:pt x="114884" y="25400"/>
                </a:lnTo>
                <a:lnTo>
                  <a:pt x="114252" y="23988"/>
                </a:lnTo>
                <a:close/>
              </a:path>
              <a:path w="185419" h="1384300">
                <a:moveTo>
                  <a:pt x="139230" y="12700"/>
                </a:moveTo>
                <a:lnTo>
                  <a:pt x="115493" y="12700"/>
                </a:lnTo>
                <a:lnTo>
                  <a:pt x="114643" y="20429"/>
                </a:lnTo>
                <a:lnTo>
                  <a:pt x="114546" y="21309"/>
                </a:lnTo>
                <a:lnTo>
                  <a:pt x="114474" y="21963"/>
                </a:lnTo>
                <a:lnTo>
                  <a:pt x="116433" y="25400"/>
                </a:lnTo>
                <a:lnTo>
                  <a:pt x="139903" y="25400"/>
                </a:lnTo>
                <a:lnTo>
                  <a:pt x="139408" y="16061"/>
                </a:lnTo>
                <a:lnTo>
                  <a:pt x="139371" y="15373"/>
                </a:lnTo>
                <a:lnTo>
                  <a:pt x="139248" y="13053"/>
                </a:lnTo>
                <a:lnTo>
                  <a:pt x="139230" y="12700"/>
                </a:lnTo>
                <a:close/>
              </a:path>
              <a:path w="185419" h="1384300">
                <a:moveTo>
                  <a:pt x="114156" y="21963"/>
                </a:moveTo>
                <a:lnTo>
                  <a:pt x="113895" y="23192"/>
                </a:lnTo>
                <a:lnTo>
                  <a:pt x="114016" y="23462"/>
                </a:lnTo>
                <a:lnTo>
                  <a:pt x="114039" y="23192"/>
                </a:lnTo>
                <a:lnTo>
                  <a:pt x="114156" y="21963"/>
                </a:lnTo>
                <a:close/>
              </a:path>
              <a:path w="185419" h="1384300">
                <a:moveTo>
                  <a:pt x="113600" y="20429"/>
                </a:moveTo>
                <a:lnTo>
                  <a:pt x="113384" y="21309"/>
                </a:lnTo>
                <a:lnTo>
                  <a:pt x="113344" y="21963"/>
                </a:lnTo>
                <a:lnTo>
                  <a:pt x="113895" y="23192"/>
                </a:lnTo>
                <a:lnTo>
                  <a:pt x="114030" y="21963"/>
                </a:lnTo>
                <a:lnTo>
                  <a:pt x="114102" y="21309"/>
                </a:lnTo>
                <a:lnTo>
                  <a:pt x="113600" y="20429"/>
                </a:lnTo>
                <a:close/>
              </a:path>
              <a:path w="185419" h="1384300">
                <a:moveTo>
                  <a:pt x="115454" y="13053"/>
                </a:moveTo>
                <a:lnTo>
                  <a:pt x="114838" y="15373"/>
                </a:lnTo>
                <a:lnTo>
                  <a:pt x="114464" y="20429"/>
                </a:lnTo>
                <a:lnTo>
                  <a:pt x="114351" y="21963"/>
                </a:lnTo>
                <a:lnTo>
                  <a:pt x="114493" y="21789"/>
                </a:lnTo>
                <a:lnTo>
                  <a:pt x="115454" y="13053"/>
                </a:lnTo>
                <a:close/>
              </a:path>
              <a:path w="185419" h="1384300">
                <a:moveTo>
                  <a:pt x="114787" y="16061"/>
                </a:moveTo>
                <a:lnTo>
                  <a:pt x="114302" y="20429"/>
                </a:lnTo>
                <a:lnTo>
                  <a:pt x="114205" y="21490"/>
                </a:lnTo>
                <a:lnTo>
                  <a:pt x="114375" y="21789"/>
                </a:lnTo>
                <a:lnTo>
                  <a:pt x="114787" y="16061"/>
                </a:lnTo>
                <a:close/>
              </a:path>
              <a:path w="185419" h="1384300">
                <a:moveTo>
                  <a:pt x="114679" y="16061"/>
                </a:moveTo>
                <a:lnTo>
                  <a:pt x="113600" y="20429"/>
                </a:lnTo>
                <a:lnTo>
                  <a:pt x="114102" y="21309"/>
                </a:lnTo>
                <a:lnTo>
                  <a:pt x="114679" y="16061"/>
                </a:lnTo>
                <a:close/>
              </a:path>
              <a:path w="185419" h="1384300">
                <a:moveTo>
                  <a:pt x="119888" y="0"/>
                </a:moveTo>
                <a:lnTo>
                  <a:pt x="102095" y="0"/>
                </a:lnTo>
                <a:lnTo>
                  <a:pt x="100723" y="11723"/>
                </a:lnTo>
                <a:lnTo>
                  <a:pt x="100609" y="12700"/>
                </a:lnTo>
                <a:lnTo>
                  <a:pt x="109194" y="12700"/>
                </a:lnTo>
                <a:lnTo>
                  <a:pt x="113600" y="20429"/>
                </a:lnTo>
                <a:lnTo>
                  <a:pt x="114670" y="16061"/>
                </a:lnTo>
                <a:lnTo>
                  <a:pt x="115010" y="13053"/>
                </a:lnTo>
                <a:lnTo>
                  <a:pt x="115077" y="12327"/>
                </a:lnTo>
                <a:lnTo>
                  <a:pt x="115143" y="11723"/>
                </a:lnTo>
                <a:lnTo>
                  <a:pt x="126488" y="11723"/>
                </a:lnTo>
                <a:lnTo>
                  <a:pt x="119888" y="0"/>
                </a:lnTo>
                <a:close/>
              </a:path>
              <a:path w="185419" h="1384300">
                <a:moveTo>
                  <a:pt x="126488" y="11723"/>
                </a:moveTo>
                <a:lnTo>
                  <a:pt x="115143" y="11723"/>
                </a:lnTo>
                <a:lnTo>
                  <a:pt x="114838" y="15373"/>
                </a:lnTo>
                <a:lnTo>
                  <a:pt x="115407" y="13053"/>
                </a:lnTo>
                <a:lnTo>
                  <a:pt x="115493" y="12700"/>
                </a:lnTo>
                <a:lnTo>
                  <a:pt x="127038" y="12700"/>
                </a:lnTo>
                <a:lnTo>
                  <a:pt x="126488" y="11723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5036" y="1343025"/>
            <a:ext cx="4086225" cy="2066925"/>
            <a:chOff x="315036" y="1343025"/>
            <a:chExt cx="4086225" cy="2066925"/>
          </a:xfrm>
        </p:grpSpPr>
        <p:sp>
          <p:nvSpPr>
            <p:cNvPr id="3" name="object 3"/>
            <p:cNvSpPr/>
            <p:nvPr/>
          </p:nvSpPr>
          <p:spPr>
            <a:xfrm>
              <a:off x="838200" y="1362075"/>
              <a:ext cx="0" cy="1952625"/>
            </a:xfrm>
            <a:custGeom>
              <a:avLst/>
              <a:gdLst/>
              <a:ahLst/>
              <a:cxnLst/>
              <a:rect l="l" t="t" r="r" b="b"/>
              <a:pathLst>
                <a:path w="0" h="1952625">
                  <a:moveTo>
                    <a:pt x="0" y="195262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38200" y="3228975"/>
              <a:ext cx="3409950" cy="161925"/>
            </a:xfrm>
            <a:custGeom>
              <a:avLst/>
              <a:gdLst/>
              <a:ahLst/>
              <a:cxnLst/>
              <a:rect l="l" t="t" r="r" b="b"/>
              <a:pathLst>
                <a:path w="3409950" h="161925">
                  <a:moveTo>
                    <a:pt x="0" y="85725"/>
                  </a:moveTo>
                  <a:lnTo>
                    <a:pt x="3409950" y="85725"/>
                  </a:lnTo>
                </a:path>
                <a:path w="3409950" h="161925">
                  <a:moveTo>
                    <a:pt x="0" y="0"/>
                  </a:moveTo>
                  <a:lnTo>
                    <a:pt x="0" y="161925"/>
                  </a:lnTo>
                </a:path>
                <a:path w="3409950" h="161925">
                  <a:moveTo>
                    <a:pt x="857250" y="0"/>
                  </a:moveTo>
                  <a:lnTo>
                    <a:pt x="857250" y="161925"/>
                  </a:lnTo>
                </a:path>
                <a:path w="3409950" h="161925">
                  <a:moveTo>
                    <a:pt x="1704975" y="0"/>
                  </a:moveTo>
                  <a:lnTo>
                    <a:pt x="1704975" y="161925"/>
                  </a:lnTo>
                </a:path>
                <a:path w="3409950" h="161925">
                  <a:moveTo>
                    <a:pt x="2562225" y="0"/>
                  </a:moveTo>
                  <a:lnTo>
                    <a:pt x="2562225" y="161925"/>
                  </a:lnTo>
                </a:path>
                <a:path w="3409950" h="161925">
                  <a:moveTo>
                    <a:pt x="3409950" y="0"/>
                  </a:moveTo>
                  <a:lnTo>
                    <a:pt x="3409950" y="161925"/>
                  </a:lnTo>
                </a:path>
              </a:pathLst>
            </a:custGeom>
            <a:ln w="38100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903" y="1355471"/>
              <a:ext cx="3581027" cy="18539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5036" y="1414906"/>
              <a:ext cx="467359" cy="185420"/>
            </a:xfrm>
            <a:custGeom>
              <a:avLst/>
              <a:gdLst/>
              <a:ahLst/>
              <a:cxnLst/>
              <a:rect l="l" t="t" r="r" b="b"/>
              <a:pathLst>
                <a:path w="467359" h="185419">
                  <a:moveTo>
                    <a:pt x="407873" y="0"/>
                  </a:moveTo>
                  <a:lnTo>
                    <a:pt x="405231" y="7492"/>
                  </a:lnTo>
                  <a:lnTo>
                    <a:pt x="415957" y="12186"/>
                  </a:lnTo>
                  <a:lnTo>
                    <a:pt x="425180" y="18653"/>
                  </a:lnTo>
                  <a:lnTo>
                    <a:pt x="447328" y="61515"/>
                  </a:lnTo>
                  <a:lnTo>
                    <a:pt x="450062" y="91693"/>
                  </a:lnTo>
                  <a:lnTo>
                    <a:pt x="449376" y="108076"/>
                  </a:lnTo>
                  <a:lnTo>
                    <a:pt x="439077" y="148081"/>
                  </a:lnTo>
                  <a:lnTo>
                    <a:pt x="405523" y="177800"/>
                  </a:lnTo>
                  <a:lnTo>
                    <a:pt x="407873" y="185292"/>
                  </a:lnTo>
                  <a:lnTo>
                    <a:pt x="443270" y="164290"/>
                  </a:lnTo>
                  <a:lnTo>
                    <a:pt x="463149" y="125475"/>
                  </a:lnTo>
                  <a:lnTo>
                    <a:pt x="466953" y="92709"/>
                  </a:lnTo>
                  <a:lnTo>
                    <a:pt x="466008" y="75908"/>
                  </a:lnTo>
                  <a:lnTo>
                    <a:pt x="451675" y="32512"/>
                  </a:lnTo>
                  <a:lnTo>
                    <a:pt x="421305" y="4883"/>
                  </a:lnTo>
                  <a:lnTo>
                    <a:pt x="407873" y="0"/>
                  </a:lnTo>
                  <a:close/>
                </a:path>
                <a:path w="467359" h="185419">
                  <a:moveTo>
                    <a:pt x="59093" y="0"/>
                  </a:moveTo>
                  <a:lnTo>
                    <a:pt x="23758" y="21127"/>
                  </a:lnTo>
                  <a:lnTo>
                    <a:pt x="3821" y="60039"/>
                  </a:lnTo>
                  <a:lnTo>
                    <a:pt x="57" y="91693"/>
                  </a:lnTo>
                  <a:lnTo>
                    <a:pt x="0" y="92709"/>
                  </a:lnTo>
                  <a:lnTo>
                    <a:pt x="858" y="108076"/>
                  </a:lnTo>
                  <a:lnTo>
                    <a:pt x="952" y="109759"/>
                  </a:lnTo>
                  <a:lnTo>
                    <a:pt x="3810" y="125475"/>
                  </a:lnTo>
                  <a:lnTo>
                    <a:pt x="23695" y="164290"/>
                  </a:lnTo>
                  <a:lnTo>
                    <a:pt x="59093" y="185292"/>
                  </a:lnTo>
                  <a:lnTo>
                    <a:pt x="61429" y="177800"/>
                  </a:lnTo>
                  <a:lnTo>
                    <a:pt x="50876" y="173102"/>
                  </a:lnTo>
                  <a:lnTo>
                    <a:pt x="41768" y="166608"/>
                  </a:lnTo>
                  <a:lnTo>
                    <a:pt x="19648" y="122936"/>
                  </a:lnTo>
                  <a:lnTo>
                    <a:pt x="16903" y="91693"/>
                  </a:lnTo>
                  <a:lnTo>
                    <a:pt x="17589" y="75908"/>
                  </a:lnTo>
                  <a:lnTo>
                    <a:pt x="27889" y="36956"/>
                  </a:lnTo>
                  <a:lnTo>
                    <a:pt x="61734" y="7492"/>
                  </a:lnTo>
                  <a:lnTo>
                    <a:pt x="590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83184" y="1408176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4" h="48259">
                  <a:moveTo>
                    <a:pt x="134848" y="0"/>
                  </a:moveTo>
                  <a:lnTo>
                    <a:pt x="129679" y="5841"/>
                  </a:lnTo>
                  <a:lnTo>
                    <a:pt x="145300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45300" y="28575"/>
                  </a:lnTo>
                  <a:lnTo>
                    <a:pt x="129679" y="42163"/>
                  </a:lnTo>
                  <a:lnTo>
                    <a:pt x="134848" y="48006"/>
                  </a:lnTo>
                  <a:lnTo>
                    <a:pt x="159359" y="26797"/>
                  </a:lnTo>
                  <a:lnTo>
                    <a:pt x="159359" y="21209"/>
                  </a:lnTo>
                  <a:lnTo>
                    <a:pt x="13484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78" y="2148586"/>
              <a:ext cx="220611" cy="1049020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28942" y="262890"/>
            <a:ext cx="8295640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Make</a:t>
            </a:r>
            <a:r>
              <a:rPr dirty="0" spc="-125"/>
              <a:t> </a:t>
            </a:r>
            <a:r>
              <a:rPr dirty="0"/>
              <a:t>sure</a:t>
            </a:r>
            <a:r>
              <a:rPr dirty="0" spc="-60"/>
              <a:t> </a:t>
            </a:r>
            <a:r>
              <a:rPr dirty="0"/>
              <a:t>gradient</a:t>
            </a:r>
            <a:r>
              <a:rPr dirty="0" spc="25"/>
              <a:t> </a:t>
            </a:r>
            <a:r>
              <a:rPr dirty="0"/>
              <a:t>descent</a:t>
            </a:r>
            <a:r>
              <a:rPr dirty="0" spc="-105"/>
              <a:t> </a:t>
            </a:r>
            <a:r>
              <a:rPr dirty="0"/>
              <a:t>is</a:t>
            </a:r>
            <a:r>
              <a:rPr dirty="0" spc="-15"/>
              <a:t> </a:t>
            </a:r>
            <a:r>
              <a:rPr dirty="0"/>
              <a:t>working</a:t>
            </a:r>
            <a:r>
              <a:rPr dirty="0" spc="10"/>
              <a:t> </a:t>
            </a:r>
            <a:r>
              <a:rPr dirty="0" spc="-10"/>
              <a:t>correctly</a:t>
            </a:r>
          </a:p>
        </p:txBody>
      </p:sp>
      <p:sp>
        <p:nvSpPr>
          <p:cNvPr id="10" name="object 10"/>
          <p:cNvSpPr/>
          <p:nvPr/>
        </p:nvSpPr>
        <p:spPr>
          <a:xfrm>
            <a:off x="5653151" y="1281175"/>
            <a:ext cx="0" cy="3108960"/>
          </a:xfrm>
          <a:custGeom>
            <a:avLst/>
            <a:gdLst/>
            <a:ahLst/>
            <a:cxnLst/>
            <a:rect l="l" t="t" r="r" b="b"/>
            <a:pathLst>
              <a:path w="0" h="3108960">
                <a:moveTo>
                  <a:pt x="0" y="0"/>
                </a:moveTo>
                <a:lnTo>
                  <a:pt x="0" y="3108540"/>
                </a:lnTo>
              </a:path>
            </a:pathLst>
          </a:custGeom>
          <a:ln w="254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82775" y="1113916"/>
            <a:ext cx="128905" cy="34290"/>
          </a:xfrm>
          <a:custGeom>
            <a:avLst/>
            <a:gdLst/>
            <a:ahLst/>
            <a:cxnLst/>
            <a:rect l="l" t="t" r="r" b="b"/>
            <a:pathLst>
              <a:path w="128905" h="34290">
                <a:moveTo>
                  <a:pt x="111252" y="0"/>
                </a:moveTo>
                <a:lnTo>
                  <a:pt x="107568" y="4191"/>
                </a:lnTo>
                <a:lnTo>
                  <a:pt x="118745" y="13843"/>
                </a:lnTo>
                <a:lnTo>
                  <a:pt x="0" y="13843"/>
                </a:lnTo>
                <a:lnTo>
                  <a:pt x="0" y="20447"/>
                </a:lnTo>
                <a:lnTo>
                  <a:pt x="118745" y="20447"/>
                </a:lnTo>
                <a:lnTo>
                  <a:pt x="107568" y="30099"/>
                </a:lnTo>
                <a:lnTo>
                  <a:pt x="111252" y="34290"/>
                </a:lnTo>
                <a:lnTo>
                  <a:pt x="128778" y="19177"/>
                </a:lnTo>
                <a:lnTo>
                  <a:pt x="128778" y="15112"/>
                </a:lnTo>
                <a:lnTo>
                  <a:pt x="1112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1819401" y="945133"/>
            <a:ext cx="467359" cy="192405"/>
            <a:chOff x="1819401" y="945133"/>
            <a:chExt cx="467359" cy="192405"/>
          </a:xfrm>
        </p:grpSpPr>
        <p:sp>
          <p:nvSpPr>
            <p:cNvPr id="13" name="object 13"/>
            <p:cNvSpPr/>
            <p:nvPr/>
          </p:nvSpPr>
          <p:spPr>
            <a:xfrm>
              <a:off x="1819401" y="951864"/>
              <a:ext cx="467359" cy="185420"/>
            </a:xfrm>
            <a:custGeom>
              <a:avLst/>
              <a:gdLst/>
              <a:ahLst/>
              <a:cxnLst/>
              <a:rect l="l" t="t" r="r" b="b"/>
              <a:pathLst>
                <a:path w="467360" h="185419">
                  <a:moveTo>
                    <a:pt x="407924" y="0"/>
                  </a:moveTo>
                  <a:lnTo>
                    <a:pt x="405256" y="7493"/>
                  </a:lnTo>
                  <a:lnTo>
                    <a:pt x="416002" y="12184"/>
                  </a:lnTo>
                  <a:lnTo>
                    <a:pt x="425211" y="18637"/>
                  </a:lnTo>
                  <a:lnTo>
                    <a:pt x="447341" y="61499"/>
                  </a:lnTo>
                  <a:lnTo>
                    <a:pt x="450088" y="91694"/>
                  </a:lnTo>
                  <a:lnTo>
                    <a:pt x="449399" y="108059"/>
                  </a:lnTo>
                  <a:lnTo>
                    <a:pt x="439166" y="148082"/>
                  </a:lnTo>
                  <a:lnTo>
                    <a:pt x="405511" y="177800"/>
                  </a:lnTo>
                  <a:lnTo>
                    <a:pt x="407924" y="185293"/>
                  </a:lnTo>
                  <a:lnTo>
                    <a:pt x="443285" y="164218"/>
                  </a:lnTo>
                  <a:lnTo>
                    <a:pt x="463169" y="125380"/>
                  </a:lnTo>
                  <a:lnTo>
                    <a:pt x="466979" y="92710"/>
                  </a:lnTo>
                  <a:lnTo>
                    <a:pt x="466036" y="75906"/>
                  </a:lnTo>
                  <a:lnTo>
                    <a:pt x="466026" y="75731"/>
                  </a:lnTo>
                  <a:lnTo>
                    <a:pt x="451739" y="32512"/>
                  </a:lnTo>
                  <a:lnTo>
                    <a:pt x="421360" y="4829"/>
                  </a:lnTo>
                  <a:lnTo>
                    <a:pt x="407924" y="0"/>
                  </a:lnTo>
                  <a:close/>
                </a:path>
                <a:path w="467360" h="185419">
                  <a:moveTo>
                    <a:pt x="59181" y="0"/>
                  </a:moveTo>
                  <a:lnTo>
                    <a:pt x="23820" y="21109"/>
                  </a:lnTo>
                  <a:lnTo>
                    <a:pt x="3825" y="60039"/>
                  </a:lnTo>
                  <a:lnTo>
                    <a:pt x="57" y="91694"/>
                  </a:lnTo>
                  <a:lnTo>
                    <a:pt x="0" y="92710"/>
                  </a:lnTo>
                  <a:lnTo>
                    <a:pt x="8572" y="139787"/>
                  </a:lnTo>
                  <a:lnTo>
                    <a:pt x="33829" y="173386"/>
                  </a:lnTo>
                  <a:lnTo>
                    <a:pt x="59181" y="185293"/>
                  </a:lnTo>
                  <a:lnTo>
                    <a:pt x="61468" y="177800"/>
                  </a:lnTo>
                  <a:lnTo>
                    <a:pt x="50925" y="173085"/>
                  </a:lnTo>
                  <a:lnTo>
                    <a:pt x="41798" y="166560"/>
                  </a:lnTo>
                  <a:lnTo>
                    <a:pt x="19653" y="122888"/>
                  </a:lnTo>
                  <a:lnTo>
                    <a:pt x="16933" y="92710"/>
                  </a:lnTo>
                  <a:lnTo>
                    <a:pt x="16891" y="91694"/>
                  </a:lnTo>
                  <a:lnTo>
                    <a:pt x="23106" y="48474"/>
                  </a:lnTo>
                  <a:lnTo>
                    <a:pt x="51032" y="12184"/>
                  </a:lnTo>
                  <a:lnTo>
                    <a:pt x="61722" y="7493"/>
                  </a:lnTo>
                  <a:lnTo>
                    <a:pt x="591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87600" y="945133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5" h="48259">
                  <a:moveTo>
                    <a:pt x="134874" y="0"/>
                  </a:moveTo>
                  <a:lnTo>
                    <a:pt x="129667" y="5841"/>
                  </a:lnTo>
                  <a:lnTo>
                    <a:pt x="145287" y="19430"/>
                  </a:lnTo>
                  <a:lnTo>
                    <a:pt x="0" y="19430"/>
                  </a:lnTo>
                  <a:lnTo>
                    <a:pt x="0" y="28575"/>
                  </a:lnTo>
                  <a:lnTo>
                    <a:pt x="145287" y="28575"/>
                  </a:lnTo>
                  <a:lnTo>
                    <a:pt x="129667" y="42163"/>
                  </a:lnTo>
                  <a:lnTo>
                    <a:pt x="134874" y="48005"/>
                  </a:lnTo>
                  <a:lnTo>
                    <a:pt x="159385" y="26796"/>
                  </a:lnTo>
                  <a:lnTo>
                    <a:pt x="159385" y="21081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46379" y="891603"/>
            <a:ext cx="1993264" cy="3784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645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objective:</a:t>
            </a:r>
            <a:r>
              <a:rPr dirty="0" sz="1550" spc="150">
                <a:latin typeface="Verdana"/>
                <a:cs typeface="Verdana"/>
              </a:rPr>
              <a:t> </a:t>
            </a:r>
            <a:r>
              <a:rPr dirty="0" sz="1550">
                <a:latin typeface="Cambria Math"/>
                <a:cs typeface="Cambria Math"/>
              </a:rPr>
              <a:t>min 𝐽</a:t>
            </a:r>
            <a:r>
              <a:rPr dirty="0" sz="1550" spc="455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45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  <a:p>
            <a:pPr marL="1147445">
              <a:lnSpc>
                <a:spcPts val="1105"/>
              </a:lnSpc>
            </a:pPr>
            <a:r>
              <a:rPr dirty="0" sz="1100" spc="35">
                <a:latin typeface="Cambria Math"/>
                <a:cs typeface="Cambria Math"/>
              </a:rPr>
              <a:t>w,𝑏</a:t>
            </a:r>
            <a:endParaRPr sz="11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809113" y="818133"/>
            <a:ext cx="467359" cy="192405"/>
            <a:chOff x="2809113" y="818133"/>
            <a:chExt cx="467359" cy="192405"/>
          </a:xfrm>
        </p:grpSpPr>
        <p:sp>
          <p:nvSpPr>
            <p:cNvPr id="17" name="object 17"/>
            <p:cNvSpPr/>
            <p:nvPr/>
          </p:nvSpPr>
          <p:spPr>
            <a:xfrm>
              <a:off x="2809113" y="824864"/>
              <a:ext cx="467359" cy="185420"/>
            </a:xfrm>
            <a:custGeom>
              <a:avLst/>
              <a:gdLst/>
              <a:ahLst/>
              <a:cxnLst/>
              <a:rect l="l" t="t" r="r" b="b"/>
              <a:pathLst>
                <a:path w="467360" h="185419">
                  <a:moveTo>
                    <a:pt x="407797" y="0"/>
                  </a:moveTo>
                  <a:lnTo>
                    <a:pt x="405256" y="7620"/>
                  </a:lnTo>
                  <a:lnTo>
                    <a:pt x="415948" y="12239"/>
                  </a:lnTo>
                  <a:lnTo>
                    <a:pt x="425164" y="18669"/>
                  </a:lnTo>
                  <a:lnTo>
                    <a:pt x="447341" y="61531"/>
                  </a:lnTo>
                  <a:lnTo>
                    <a:pt x="449366" y="75731"/>
                  </a:lnTo>
                  <a:lnTo>
                    <a:pt x="449399" y="75961"/>
                  </a:lnTo>
                  <a:lnTo>
                    <a:pt x="447325" y="122951"/>
                  </a:lnTo>
                  <a:lnTo>
                    <a:pt x="432800" y="158297"/>
                  </a:lnTo>
                  <a:lnTo>
                    <a:pt x="405511" y="177800"/>
                  </a:lnTo>
                  <a:lnTo>
                    <a:pt x="407797" y="185293"/>
                  </a:lnTo>
                  <a:lnTo>
                    <a:pt x="443283" y="164290"/>
                  </a:lnTo>
                  <a:lnTo>
                    <a:pt x="463169" y="125476"/>
                  </a:lnTo>
                  <a:lnTo>
                    <a:pt x="466978" y="92710"/>
                  </a:lnTo>
                  <a:lnTo>
                    <a:pt x="466037" y="75961"/>
                  </a:lnTo>
                  <a:lnTo>
                    <a:pt x="466024" y="75731"/>
                  </a:lnTo>
                  <a:lnTo>
                    <a:pt x="451612" y="32512"/>
                  </a:lnTo>
                  <a:lnTo>
                    <a:pt x="421251" y="4883"/>
                  </a:lnTo>
                  <a:lnTo>
                    <a:pt x="407797" y="0"/>
                  </a:lnTo>
                  <a:close/>
                </a:path>
                <a:path w="467360" h="185419">
                  <a:moveTo>
                    <a:pt x="59055" y="0"/>
                  </a:moveTo>
                  <a:lnTo>
                    <a:pt x="23693" y="21127"/>
                  </a:lnTo>
                  <a:lnTo>
                    <a:pt x="3809" y="60039"/>
                  </a:lnTo>
                  <a:lnTo>
                    <a:pt x="0" y="92710"/>
                  </a:lnTo>
                  <a:lnTo>
                    <a:pt x="861" y="108130"/>
                  </a:lnTo>
                  <a:lnTo>
                    <a:pt x="952" y="109759"/>
                  </a:lnTo>
                  <a:lnTo>
                    <a:pt x="15239" y="152908"/>
                  </a:lnTo>
                  <a:lnTo>
                    <a:pt x="45600" y="180482"/>
                  </a:lnTo>
                  <a:lnTo>
                    <a:pt x="59055" y="185293"/>
                  </a:lnTo>
                  <a:lnTo>
                    <a:pt x="61468" y="177800"/>
                  </a:lnTo>
                  <a:lnTo>
                    <a:pt x="50869" y="173156"/>
                  </a:lnTo>
                  <a:lnTo>
                    <a:pt x="41735" y="166655"/>
                  </a:lnTo>
                  <a:lnTo>
                    <a:pt x="19637" y="122951"/>
                  </a:lnTo>
                  <a:lnTo>
                    <a:pt x="16891" y="91821"/>
                  </a:lnTo>
                  <a:lnTo>
                    <a:pt x="17579" y="75961"/>
                  </a:lnTo>
                  <a:lnTo>
                    <a:pt x="27812" y="36957"/>
                  </a:lnTo>
                  <a:lnTo>
                    <a:pt x="61722" y="7620"/>
                  </a:lnTo>
                  <a:lnTo>
                    <a:pt x="590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877185" y="818133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5" h="48259">
                  <a:moveTo>
                    <a:pt x="134873" y="0"/>
                  </a:moveTo>
                  <a:lnTo>
                    <a:pt x="129793" y="5841"/>
                  </a:lnTo>
                  <a:lnTo>
                    <a:pt x="145414" y="19430"/>
                  </a:lnTo>
                  <a:lnTo>
                    <a:pt x="0" y="19430"/>
                  </a:lnTo>
                  <a:lnTo>
                    <a:pt x="0" y="28575"/>
                  </a:lnTo>
                  <a:lnTo>
                    <a:pt x="145414" y="28575"/>
                  </a:lnTo>
                  <a:lnTo>
                    <a:pt x="129793" y="42163"/>
                  </a:lnTo>
                  <a:lnTo>
                    <a:pt x="134873" y="48005"/>
                  </a:lnTo>
                  <a:lnTo>
                    <a:pt x="159384" y="26924"/>
                  </a:lnTo>
                  <a:lnTo>
                    <a:pt x="159384" y="21208"/>
                  </a:lnTo>
                  <a:lnTo>
                    <a:pt x="134873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695829" y="763905"/>
            <a:ext cx="234632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0085" algn="l"/>
              </a:tabLst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5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7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550">
                <a:latin typeface="Verdana"/>
                <a:cs typeface="Verdana"/>
              </a:rPr>
              <a:t>should</a:t>
            </a:r>
            <a:r>
              <a:rPr dirty="0" sz="1550" spc="180"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C00000"/>
                </a:solidFill>
                <a:latin typeface="Verdana"/>
                <a:cs typeface="Verdana"/>
              </a:rPr>
              <a:t>decrease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95829" y="1012507"/>
            <a:ext cx="20643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after</a:t>
            </a:r>
            <a:r>
              <a:rPr dirty="0" sz="1550" spc="114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every</a:t>
            </a:r>
            <a:r>
              <a:rPr dirty="0" sz="1550" spc="8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iteration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96970" y="3870325"/>
            <a:ext cx="852805" cy="265430"/>
          </a:xfrm>
          <a:custGeom>
            <a:avLst/>
            <a:gdLst/>
            <a:ahLst/>
            <a:cxnLst/>
            <a:rect l="l" t="t" r="r" b="b"/>
            <a:pathLst>
              <a:path w="852804" h="265429">
                <a:moveTo>
                  <a:pt x="845819" y="0"/>
                </a:moveTo>
                <a:lnTo>
                  <a:pt x="841375" y="1143"/>
                </a:lnTo>
                <a:lnTo>
                  <a:pt x="838580" y="1778"/>
                </a:lnTo>
                <a:lnTo>
                  <a:pt x="736472" y="33591"/>
                </a:lnTo>
                <a:lnTo>
                  <a:pt x="718277" y="39763"/>
                </a:lnTo>
                <a:lnTo>
                  <a:pt x="717034" y="40158"/>
                </a:lnTo>
                <a:lnTo>
                  <a:pt x="665099" y="55549"/>
                </a:lnTo>
                <a:lnTo>
                  <a:pt x="571245" y="82130"/>
                </a:lnTo>
                <a:lnTo>
                  <a:pt x="548506" y="88898"/>
                </a:lnTo>
                <a:lnTo>
                  <a:pt x="523239" y="95846"/>
                </a:lnTo>
                <a:lnTo>
                  <a:pt x="470153" y="111036"/>
                </a:lnTo>
                <a:lnTo>
                  <a:pt x="411334" y="126923"/>
                </a:lnTo>
                <a:lnTo>
                  <a:pt x="387857" y="132397"/>
                </a:lnTo>
                <a:lnTo>
                  <a:pt x="340487" y="142557"/>
                </a:lnTo>
                <a:lnTo>
                  <a:pt x="262763" y="158407"/>
                </a:lnTo>
                <a:lnTo>
                  <a:pt x="240156" y="162521"/>
                </a:lnTo>
                <a:lnTo>
                  <a:pt x="218693" y="167309"/>
                </a:lnTo>
                <a:lnTo>
                  <a:pt x="165607" y="178511"/>
                </a:lnTo>
                <a:lnTo>
                  <a:pt x="110616" y="192544"/>
                </a:lnTo>
                <a:lnTo>
                  <a:pt x="88137" y="200571"/>
                </a:lnTo>
                <a:lnTo>
                  <a:pt x="76200" y="204660"/>
                </a:lnTo>
                <a:lnTo>
                  <a:pt x="56514" y="211975"/>
                </a:lnTo>
                <a:lnTo>
                  <a:pt x="55879" y="212255"/>
                </a:lnTo>
                <a:lnTo>
                  <a:pt x="48894" y="215633"/>
                </a:lnTo>
                <a:lnTo>
                  <a:pt x="42404" y="218998"/>
                </a:lnTo>
                <a:lnTo>
                  <a:pt x="36321" y="221881"/>
                </a:lnTo>
                <a:lnTo>
                  <a:pt x="35813" y="222084"/>
                </a:lnTo>
                <a:lnTo>
                  <a:pt x="30479" y="225158"/>
                </a:lnTo>
                <a:lnTo>
                  <a:pt x="25145" y="228142"/>
                </a:lnTo>
                <a:lnTo>
                  <a:pt x="24129" y="228866"/>
                </a:lnTo>
                <a:lnTo>
                  <a:pt x="13080" y="239013"/>
                </a:lnTo>
                <a:lnTo>
                  <a:pt x="12191" y="240004"/>
                </a:lnTo>
                <a:lnTo>
                  <a:pt x="0" y="256514"/>
                </a:lnTo>
                <a:lnTo>
                  <a:pt x="507" y="260642"/>
                </a:lnTo>
                <a:lnTo>
                  <a:pt x="3428" y="262890"/>
                </a:lnTo>
                <a:lnTo>
                  <a:pt x="6222" y="265137"/>
                </a:lnTo>
                <a:lnTo>
                  <a:pt x="10413" y="264680"/>
                </a:lnTo>
                <a:lnTo>
                  <a:pt x="12700" y="261874"/>
                </a:lnTo>
                <a:lnTo>
                  <a:pt x="23494" y="248831"/>
                </a:lnTo>
                <a:lnTo>
                  <a:pt x="24002" y="248170"/>
                </a:lnTo>
                <a:lnTo>
                  <a:pt x="30945" y="237464"/>
                </a:lnTo>
                <a:lnTo>
                  <a:pt x="30099" y="237464"/>
                </a:lnTo>
                <a:lnTo>
                  <a:pt x="32130" y="235635"/>
                </a:lnTo>
                <a:lnTo>
                  <a:pt x="33706" y="235635"/>
                </a:lnTo>
                <a:lnTo>
                  <a:pt x="35559" y="234696"/>
                </a:lnTo>
                <a:lnTo>
                  <a:pt x="35803" y="234696"/>
                </a:lnTo>
                <a:lnTo>
                  <a:pt x="40639" y="233108"/>
                </a:lnTo>
                <a:lnTo>
                  <a:pt x="41147" y="232918"/>
                </a:lnTo>
                <a:lnTo>
                  <a:pt x="47507" y="230276"/>
                </a:lnTo>
                <a:lnTo>
                  <a:pt x="53717" y="227956"/>
                </a:lnTo>
                <a:lnTo>
                  <a:pt x="61213" y="225552"/>
                </a:lnTo>
                <a:lnTo>
                  <a:pt x="62357" y="225158"/>
                </a:lnTo>
                <a:lnTo>
                  <a:pt x="81809" y="218212"/>
                </a:lnTo>
                <a:lnTo>
                  <a:pt x="115062" y="207314"/>
                </a:lnTo>
                <a:lnTo>
                  <a:pt x="115204" y="207314"/>
                </a:lnTo>
                <a:lnTo>
                  <a:pt x="137921" y="201549"/>
                </a:lnTo>
                <a:lnTo>
                  <a:pt x="221868" y="181533"/>
                </a:lnTo>
                <a:lnTo>
                  <a:pt x="243077" y="176936"/>
                </a:lnTo>
                <a:lnTo>
                  <a:pt x="391032" y="146672"/>
                </a:lnTo>
                <a:lnTo>
                  <a:pt x="414781" y="141376"/>
                </a:lnTo>
                <a:lnTo>
                  <a:pt x="414923" y="141376"/>
                </a:lnTo>
                <a:lnTo>
                  <a:pt x="474217" y="125552"/>
                </a:lnTo>
                <a:lnTo>
                  <a:pt x="527908" y="110280"/>
                </a:lnTo>
                <a:lnTo>
                  <a:pt x="554101" y="103505"/>
                </a:lnTo>
                <a:lnTo>
                  <a:pt x="669543" y="70853"/>
                </a:lnTo>
                <a:lnTo>
                  <a:pt x="721182" y="55549"/>
                </a:lnTo>
                <a:lnTo>
                  <a:pt x="741171" y="50444"/>
                </a:lnTo>
                <a:lnTo>
                  <a:pt x="772667" y="39763"/>
                </a:lnTo>
                <a:lnTo>
                  <a:pt x="827531" y="22555"/>
                </a:lnTo>
                <a:lnTo>
                  <a:pt x="843105" y="17870"/>
                </a:lnTo>
                <a:lnTo>
                  <a:pt x="849883" y="16154"/>
                </a:lnTo>
                <a:lnTo>
                  <a:pt x="852677" y="11633"/>
                </a:lnTo>
                <a:lnTo>
                  <a:pt x="850391" y="2666"/>
                </a:lnTo>
                <a:lnTo>
                  <a:pt x="845819" y="0"/>
                </a:lnTo>
                <a:close/>
              </a:path>
              <a:path w="852804" h="265429">
                <a:moveTo>
                  <a:pt x="32130" y="235635"/>
                </a:moveTo>
                <a:lnTo>
                  <a:pt x="30099" y="237464"/>
                </a:lnTo>
                <a:lnTo>
                  <a:pt x="31359" y="236825"/>
                </a:lnTo>
                <a:lnTo>
                  <a:pt x="32130" y="235635"/>
                </a:lnTo>
                <a:close/>
              </a:path>
              <a:path w="852804" h="265429">
                <a:moveTo>
                  <a:pt x="31359" y="236825"/>
                </a:moveTo>
                <a:lnTo>
                  <a:pt x="30099" y="237464"/>
                </a:lnTo>
                <a:lnTo>
                  <a:pt x="30945" y="237464"/>
                </a:lnTo>
                <a:lnTo>
                  <a:pt x="31359" y="236825"/>
                </a:lnTo>
                <a:close/>
              </a:path>
              <a:path w="852804" h="265429">
                <a:moveTo>
                  <a:pt x="33706" y="235635"/>
                </a:moveTo>
                <a:lnTo>
                  <a:pt x="32130" y="235635"/>
                </a:lnTo>
                <a:lnTo>
                  <a:pt x="31359" y="236825"/>
                </a:lnTo>
                <a:lnTo>
                  <a:pt x="33706" y="235635"/>
                </a:lnTo>
                <a:close/>
              </a:path>
              <a:path w="852804" h="265429">
                <a:moveTo>
                  <a:pt x="35803" y="234696"/>
                </a:moveTo>
                <a:lnTo>
                  <a:pt x="35559" y="234696"/>
                </a:lnTo>
                <a:lnTo>
                  <a:pt x="34908" y="235026"/>
                </a:lnTo>
                <a:lnTo>
                  <a:pt x="35803" y="234696"/>
                </a:lnTo>
                <a:close/>
              </a:path>
              <a:path w="852804" h="265429">
                <a:moveTo>
                  <a:pt x="115204" y="207314"/>
                </a:moveTo>
                <a:lnTo>
                  <a:pt x="115062" y="207314"/>
                </a:lnTo>
                <a:lnTo>
                  <a:pt x="114562" y="207479"/>
                </a:lnTo>
                <a:lnTo>
                  <a:pt x="115204" y="207314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173" y="3911544"/>
            <a:ext cx="436323" cy="16118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99389" y="1318445"/>
            <a:ext cx="4890770" cy="318897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5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6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  <a:p>
            <a:pPr algn="ctr" marR="90170">
              <a:lnSpc>
                <a:spcPct val="100000"/>
              </a:lnSpc>
              <a:spcBef>
                <a:spcPts val="330"/>
              </a:spcBef>
              <a:tabLst>
                <a:tab pos="666750" algn="l"/>
              </a:tabLst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0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7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550">
                <a:latin typeface="Verdana"/>
                <a:cs typeface="Verdana"/>
              </a:rPr>
              <a:t>after</a:t>
            </a:r>
            <a:r>
              <a:rPr dirty="0" sz="1550" spc="60"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FF40FF"/>
                </a:solidFill>
                <a:latin typeface="Verdana"/>
                <a:cs typeface="Verdana"/>
              </a:rPr>
              <a:t>100</a:t>
            </a:r>
            <a:r>
              <a:rPr dirty="0" sz="1550" spc="100">
                <a:solidFill>
                  <a:srgbClr val="FF40FF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  <a:p>
            <a:pPr marL="1691639">
              <a:lnSpc>
                <a:spcPct val="100000"/>
              </a:lnSpc>
              <a:spcBef>
                <a:spcPts val="1260"/>
              </a:spcBef>
              <a:tabLst>
                <a:tab pos="2358390" algn="l"/>
              </a:tabLst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0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7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550">
                <a:latin typeface="Verdana"/>
                <a:cs typeface="Verdana"/>
              </a:rPr>
              <a:t>after</a:t>
            </a:r>
            <a:r>
              <a:rPr dirty="0" sz="1550" spc="60"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7030A0"/>
                </a:solidFill>
                <a:latin typeface="Verdana"/>
                <a:cs typeface="Verdana"/>
              </a:rPr>
              <a:t>200</a:t>
            </a:r>
            <a:r>
              <a:rPr dirty="0" sz="1550" spc="95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  <a:p>
            <a:pPr marL="2562860" marR="5080">
              <a:lnSpc>
                <a:spcPct val="104900"/>
              </a:lnSpc>
              <a:spcBef>
                <a:spcPts val="740"/>
              </a:spcBef>
              <a:tabLst>
                <a:tab pos="3230245" algn="l"/>
              </a:tabLst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5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6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550">
                <a:latin typeface="Verdana"/>
                <a:cs typeface="Verdana"/>
              </a:rPr>
              <a:t>likely</a:t>
            </a:r>
            <a:r>
              <a:rPr dirty="0" sz="1550" spc="114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converged </a:t>
            </a:r>
            <a:r>
              <a:rPr dirty="0" sz="1550">
                <a:latin typeface="Verdana"/>
                <a:cs typeface="Verdana"/>
              </a:rPr>
              <a:t>by</a:t>
            </a:r>
            <a:r>
              <a:rPr dirty="0" sz="1550" spc="15"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C00000"/>
                </a:solidFill>
                <a:latin typeface="Verdana"/>
                <a:cs typeface="Verdana"/>
              </a:rPr>
              <a:t>400</a:t>
            </a:r>
            <a:r>
              <a:rPr dirty="0" sz="1550" spc="10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550">
              <a:latin typeface="Verdana"/>
              <a:cs typeface="Verdana"/>
            </a:endParaRPr>
          </a:p>
          <a:p>
            <a:pPr marL="572135">
              <a:lnSpc>
                <a:spcPct val="100000"/>
              </a:lnSpc>
              <a:tabLst>
                <a:tab pos="1283970" algn="l"/>
                <a:tab pos="2136775" algn="l"/>
                <a:tab pos="2988945" algn="l"/>
                <a:tab pos="3841750" algn="l"/>
              </a:tabLst>
            </a:pPr>
            <a:r>
              <a:rPr dirty="0" sz="2000" spc="-50">
                <a:latin typeface="Cambria Math"/>
                <a:cs typeface="Cambria Math"/>
              </a:rPr>
              <a:t>0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100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200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300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400</a:t>
            </a:r>
            <a:endParaRPr sz="2000">
              <a:latin typeface="Cambria Math"/>
              <a:cs typeface="Cambria Math"/>
            </a:endParaRPr>
          </a:p>
          <a:p>
            <a:pPr marL="1675130">
              <a:lnSpc>
                <a:spcPct val="100000"/>
              </a:lnSpc>
              <a:spcBef>
                <a:spcPts val="560"/>
              </a:spcBef>
              <a:tabLst>
                <a:tab pos="3695700" algn="l"/>
              </a:tabLst>
            </a:pPr>
            <a:r>
              <a:rPr dirty="0" baseline="1543" sz="2700">
                <a:latin typeface="Verdana"/>
                <a:cs typeface="Verdana"/>
              </a:rPr>
              <a:t>#</a:t>
            </a:r>
            <a:r>
              <a:rPr dirty="0" baseline="1543" sz="2700" spc="-15">
                <a:latin typeface="Verdana"/>
                <a:cs typeface="Verdana"/>
              </a:rPr>
              <a:t> </a:t>
            </a:r>
            <a:r>
              <a:rPr dirty="0" baseline="1543" sz="2700" spc="-15">
                <a:solidFill>
                  <a:srgbClr val="FF9300"/>
                </a:solidFill>
                <a:latin typeface="Verdana"/>
                <a:cs typeface="Verdana"/>
              </a:rPr>
              <a:t>iterations</a:t>
            </a:r>
            <a:r>
              <a:rPr dirty="0" baseline="1543" sz="2700">
                <a:solidFill>
                  <a:srgbClr val="FF9300"/>
                </a:solidFill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𝑤,</a:t>
            </a:r>
            <a:r>
              <a:rPr dirty="0" sz="2000" spc="-9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  <a:p>
            <a:pPr marL="127635">
              <a:lnSpc>
                <a:spcPct val="100000"/>
              </a:lnSpc>
              <a:spcBef>
                <a:spcPts val="890"/>
              </a:spcBef>
            </a:pPr>
            <a:r>
              <a:rPr dirty="0" sz="1550">
                <a:latin typeface="Verdana"/>
                <a:cs typeface="Verdana"/>
              </a:rPr>
              <a:t>#</a:t>
            </a:r>
            <a:r>
              <a:rPr dirty="0" sz="1550" spc="13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iterations</a:t>
            </a:r>
            <a:r>
              <a:rPr dirty="0" sz="1550" spc="15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needed</a:t>
            </a:r>
            <a:r>
              <a:rPr dirty="0" sz="1550" spc="14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varies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799323" y="2926588"/>
            <a:ext cx="159385" cy="48260"/>
          </a:xfrm>
          <a:custGeom>
            <a:avLst/>
            <a:gdLst/>
            <a:ahLst/>
            <a:cxnLst/>
            <a:rect l="l" t="t" r="r" b="b"/>
            <a:pathLst>
              <a:path w="159384" h="48260">
                <a:moveTo>
                  <a:pt x="134874" y="0"/>
                </a:moveTo>
                <a:lnTo>
                  <a:pt x="129667" y="5842"/>
                </a:lnTo>
                <a:lnTo>
                  <a:pt x="145287" y="19431"/>
                </a:lnTo>
                <a:lnTo>
                  <a:pt x="0" y="19431"/>
                </a:lnTo>
                <a:lnTo>
                  <a:pt x="0" y="28575"/>
                </a:lnTo>
                <a:lnTo>
                  <a:pt x="145287" y="28575"/>
                </a:lnTo>
                <a:lnTo>
                  <a:pt x="129667" y="42163"/>
                </a:lnTo>
                <a:lnTo>
                  <a:pt x="134874" y="48006"/>
                </a:lnTo>
                <a:lnTo>
                  <a:pt x="159384" y="26924"/>
                </a:lnTo>
                <a:lnTo>
                  <a:pt x="159384" y="21209"/>
                </a:lnTo>
                <a:lnTo>
                  <a:pt x="134874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6140577" y="2095626"/>
            <a:ext cx="467359" cy="192405"/>
            <a:chOff x="6140577" y="2095626"/>
            <a:chExt cx="467359" cy="192405"/>
          </a:xfrm>
        </p:grpSpPr>
        <p:sp>
          <p:nvSpPr>
            <p:cNvPr id="26" name="object 26"/>
            <p:cNvSpPr/>
            <p:nvPr/>
          </p:nvSpPr>
          <p:spPr>
            <a:xfrm>
              <a:off x="6140577" y="2102357"/>
              <a:ext cx="467359" cy="185420"/>
            </a:xfrm>
            <a:custGeom>
              <a:avLst/>
              <a:gdLst/>
              <a:ahLst/>
              <a:cxnLst/>
              <a:rect l="l" t="t" r="r" b="b"/>
              <a:pathLst>
                <a:path w="467359" h="185419">
                  <a:moveTo>
                    <a:pt x="407924" y="0"/>
                  </a:moveTo>
                  <a:lnTo>
                    <a:pt x="405256" y="7493"/>
                  </a:lnTo>
                  <a:lnTo>
                    <a:pt x="416020" y="12186"/>
                  </a:lnTo>
                  <a:lnTo>
                    <a:pt x="425259" y="18653"/>
                  </a:lnTo>
                  <a:lnTo>
                    <a:pt x="447389" y="61515"/>
                  </a:lnTo>
                  <a:lnTo>
                    <a:pt x="450088" y="91693"/>
                  </a:lnTo>
                  <a:lnTo>
                    <a:pt x="449399" y="108077"/>
                  </a:lnTo>
                  <a:lnTo>
                    <a:pt x="439166" y="148081"/>
                  </a:lnTo>
                  <a:lnTo>
                    <a:pt x="405638" y="177800"/>
                  </a:lnTo>
                  <a:lnTo>
                    <a:pt x="407924" y="185293"/>
                  </a:lnTo>
                  <a:lnTo>
                    <a:pt x="443285" y="164290"/>
                  </a:lnTo>
                  <a:lnTo>
                    <a:pt x="463168" y="125476"/>
                  </a:lnTo>
                  <a:lnTo>
                    <a:pt x="466978" y="92710"/>
                  </a:lnTo>
                  <a:lnTo>
                    <a:pt x="466036" y="75908"/>
                  </a:lnTo>
                  <a:lnTo>
                    <a:pt x="466026" y="75731"/>
                  </a:lnTo>
                  <a:lnTo>
                    <a:pt x="451739" y="32512"/>
                  </a:lnTo>
                  <a:lnTo>
                    <a:pt x="421378" y="4883"/>
                  </a:lnTo>
                  <a:lnTo>
                    <a:pt x="407924" y="0"/>
                  </a:lnTo>
                  <a:close/>
                </a:path>
                <a:path w="467359" h="185419">
                  <a:moveTo>
                    <a:pt x="59182" y="0"/>
                  </a:moveTo>
                  <a:lnTo>
                    <a:pt x="23820" y="21127"/>
                  </a:lnTo>
                  <a:lnTo>
                    <a:pt x="3873" y="60039"/>
                  </a:lnTo>
                  <a:lnTo>
                    <a:pt x="58" y="91693"/>
                  </a:lnTo>
                  <a:lnTo>
                    <a:pt x="0" y="92710"/>
                  </a:lnTo>
                  <a:lnTo>
                    <a:pt x="858" y="108076"/>
                  </a:lnTo>
                  <a:lnTo>
                    <a:pt x="952" y="109759"/>
                  </a:lnTo>
                  <a:lnTo>
                    <a:pt x="3810" y="125476"/>
                  </a:lnTo>
                  <a:lnTo>
                    <a:pt x="23713" y="164290"/>
                  </a:lnTo>
                  <a:lnTo>
                    <a:pt x="59182" y="185293"/>
                  </a:lnTo>
                  <a:lnTo>
                    <a:pt x="61468" y="177800"/>
                  </a:lnTo>
                  <a:lnTo>
                    <a:pt x="50942" y="173085"/>
                  </a:lnTo>
                  <a:lnTo>
                    <a:pt x="41846" y="166560"/>
                  </a:lnTo>
                  <a:lnTo>
                    <a:pt x="19716" y="122935"/>
                  </a:lnTo>
                  <a:lnTo>
                    <a:pt x="17059" y="92710"/>
                  </a:lnTo>
                  <a:lnTo>
                    <a:pt x="17018" y="91693"/>
                  </a:lnTo>
                  <a:lnTo>
                    <a:pt x="23125" y="48527"/>
                  </a:lnTo>
                  <a:lnTo>
                    <a:pt x="51157" y="12186"/>
                  </a:lnTo>
                  <a:lnTo>
                    <a:pt x="61849" y="7493"/>
                  </a:lnTo>
                  <a:lnTo>
                    <a:pt x="591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208776" y="2095626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5" h="48260">
                  <a:moveTo>
                    <a:pt x="134874" y="0"/>
                  </a:moveTo>
                  <a:lnTo>
                    <a:pt x="129666" y="5842"/>
                  </a:lnTo>
                  <a:lnTo>
                    <a:pt x="145287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45287" y="28575"/>
                  </a:lnTo>
                  <a:lnTo>
                    <a:pt x="129666" y="42164"/>
                  </a:lnTo>
                  <a:lnTo>
                    <a:pt x="134874" y="48006"/>
                  </a:lnTo>
                  <a:lnTo>
                    <a:pt x="159385" y="26797"/>
                  </a:lnTo>
                  <a:lnTo>
                    <a:pt x="159385" y="21209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763895" y="1097597"/>
            <a:ext cx="2954655" cy="1212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43180">
              <a:lnSpc>
                <a:spcPct val="130500"/>
              </a:lnSpc>
              <a:spcBef>
                <a:spcPts val="95"/>
              </a:spcBef>
              <a:tabLst>
                <a:tab pos="650875" algn="l"/>
              </a:tabLst>
            </a:pPr>
            <a:r>
              <a:rPr dirty="0" sz="1550">
                <a:latin typeface="Verdana"/>
                <a:cs typeface="Verdana"/>
              </a:rPr>
              <a:t>Automatic</a:t>
            </a:r>
            <a:r>
              <a:rPr dirty="0" sz="1550" spc="28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convergence</a:t>
            </a:r>
            <a:r>
              <a:rPr dirty="0" sz="1550" spc="235">
                <a:latin typeface="Verdana"/>
                <a:cs typeface="Verdana"/>
              </a:rPr>
              <a:t> </a:t>
            </a:r>
            <a:r>
              <a:rPr dirty="0" sz="1550" spc="-20">
                <a:latin typeface="Verdana"/>
                <a:cs typeface="Verdana"/>
              </a:rPr>
              <a:t>test </a:t>
            </a:r>
            <a:r>
              <a:rPr dirty="0" sz="1550">
                <a:latin typeface="Verdana"/>
                <a:cs typeface="Verdana"/>
              </a:rPr>
              <a:t>Let</a:t>
            </a:r>
            <a:r>
              <a:rPr dirty="0" sz="1550" spc="30"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𝜀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550">
                <a:latin typeface="Verdana"/>
                <a:cs typeface="Verdana"/>
              </a:rPr>
              <a:t>“epsilon”</a:t>
            </a:r>
            <a:r>
              <a:rPr dirty="0" sz="1550" spc="8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be</a:t>
            </a:r>
            <a:r>
              <a:rPr dirty="0" sz="1550" spc="195"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0096FF"/>
                </a:solidFill>
                <a:latin typeface="Cambria Math"/>
                <a:cs typeface="Cambria Math"/>
              </a:rPr>
              <a:t>10</a:t>
            </a:r>
            <a:r>
              <a:rPr dirty="0" baseline="30303" sz="1650" spc="-30">
                <a:solidFill>
                  <a:srgbClr val="0096FF"/>
                </a:solidFill>
                <a:latin typeface="Cambria Math"/>
                <a:cs typeface="Cambria Math"/>
              </a:rPr>
              <a:t>−3</a:t>
            </a:r>
            <a:r>
              <a:rPr dirty="0" sz="1550" spc="-20">
                <a:latin typeface="Verdana"/>
                <a:cs typeface="Verdana"/>
              </a:rPr>
              <a:t>.</a:t>
            </a:r>
            <a:endParaRPr sz="15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55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tabLst>
                <a:tab pos="946785" algn="l"/>
              </a:tabLst>
            </a:pPr>
            <a:r>
              <a:rPr dirty="0" sz="1550">
                <a:latin typeface="Verdana"/>
                <a:cs typeface="Verdana"/>
              </a:rPr>
              <a:t>If</a:t>
            </a:r>
            <a:r>
              <a:rPr dirty="0" sz="1550" spc="80">
                <a:latin typeface="Verdana"/>
                <a:cs typeface="Verdana"/>
              </a:rPr>
              <a:t> </a:t>
            </a: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375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75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550">
                <a:latin typeface="Verdana"/>
                <a:cs typeface="Verdana"/>
              </a:rPr>
              <a:t>decreases</a:t>
            </a:r>
            <a:r>
              <a:rPr dirty="0" sz="1550" spc="14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by</a:t>
            </a:r>
            <a:r>
              <a:rPr dirty="0" sz="1550" spc="9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≤</a:t>
            </a:r>
            <a:r>
              <a:rPr dirty="0" sz="1550" spc="140"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𝜀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01995" y="2292413"/>
            <a:ext cx="164274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in</a:t>
            </a:r>
            <a:r>
              <a:rPr dirty="0" sz="1550" spc="6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one</a:t>
            </a:r>
            <a:r>
              <a:rPr dirty="0" sz="1550" spc="5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iteration,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01995" y="2425128"/>
            <a:ext cx="2355215" cy="12045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25" marR="5080" indent="-9525">
              <a:lnSpc>
                <a:spcPct val="146500"/>
              </a:lnSpc>
              <a:spcBef>
                <a:spcPts val="95"/>
              </a:spcBef>
            </a:pPr>
            <a:r>
              <a:rPr dirty="0" sz="1550">
                <a:latin typeface="Verdana"/>
                <a:cs typeface="Verdana"/>
              </a:rPr>
              <a:t>declare</a:t>
            </a:r>
            <a:r>
              <a:rPr dirty="0" sz="1550" spc="160"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C00000"/>
                </a:solidFill>
                <a:latin typeface="Verdana"/>
                <a:cs typeface="Verdana"/>
              </a:rPr>
              <a:t>convergence</a:t>
            </a:r>
            <a:r>
              <a:rPr dirty="0" sz="1550" spc="-10">
                <a:latin typeface="Verdana"/>
                <a:cs typeface="Verdana"/>
              </a:rPr>
              <a:t>. </a:t>
            </a:r>
            <a:r>
              <a:rPr dirty="0" sz="1550">
                <a:latin typeface="Verdana"/>
                <a:cs typeface="Verdana"/>
              </a:rPr>
              <a:t>(found</a:t>
            </a:r>
            <a:r>
              <a:rPr dirty="0" sz="1550" spc="21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parameters</a:t>
            </a:r>
            <a:r>
              <a:rPr dirty="0" sz="1550" spc="175"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25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  <a:p>
            <a:pPr marL="22225">
              <a:lnSpc>
                <a:spcPct val="100000"/>
              </a:lnSpc>
              <a:spcBef>
                <a:spcPts val="90"/>
              </a:spcBef>
            </a:pPr>
            <a:r>
              <a:rPr dirty="0" sz="1550">
                <a:latin typeface="Verdana"/>
                <a:cs typeface="Verdana"/>
              </a:rPr>
              <a:t>to</a:t>
            </a:r>
            <a:r>
              <a:rPr dirty="0" sz="1550" spc="10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get</a:t>
            </a:r>
            <a:r>
              <a:rPr dirty="0" sz="1550" spc="7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close</a:t>
            </a:r>
            <a:r>
              <a:rPr dirty="0" sz="1550" spc="55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to</a:t>
            </a:r>
            <a:endParaRPr sz="1550">
              <a:latin typeface="Verdana"/>
              <a:cs typeface="Verdana"/>
            </a:endParaRPr>
          </a:p>
          <a:p>
            <a:pPr marL="22225">
              <a:lnSpc>
                <a:spcPct val="100000"/>
              </a:lnSpc>
              <a:spcBef>
                <a:spcPts val="20"/>
              </a:spcBef>
            </a:pPr>
            <a:r>
              <a:rPr dirty="0" sz="1550">
                <a:latin typeface="Verdana"/>
                <a:cs typeface="Verdana"/>
              </a:rPr>
              <a:t>global</a:t>
            </a:r>
            <a:r>
              <a:rPr dirty="0" sz="1550" spc="17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minimum)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6775" y="1362075"/>
            <a:ext cx="180975" cy="18097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85744" y="4288091"/>
            <a:ext cx="303656" cy="196545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23208" y="4310811"/>
            <a:ext cx="493442" cy="20067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32422" y="4300220"/>
            <a:ext cx="794216" cy="188747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61116" y="1747520"/>
            <a:ext cx="679100" cy="165353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67250" y="3048000"/>
            <a:ext cx="180975" cy="18097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36583" y="2770885"/>
            <a:ext cx="2185244" cy="4356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48200" y="3581400"/>
            <a:ext cx="180975" cy="180975"/>
          </a:xfrm>
          <a:prstGeom prst="rect">
            <a:avLst/>
          </a:prstGeom>
        </p:spPr>
      </p:pic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622935" marR="5080" indent="152400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Practical</a:t>
            </a:r>
            <a:r>
              <a:rPr dirty="0" sz="3950" spc="5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Tips</a:t>
            </a:r>
            <a:r>
              <a:rPr dirty="0" sz="3950" spc="35">
                <a:solidFill>
                  <a:srgbClr val="0070EA"/>
                </a:solidFill>
              </a:rPr>
              <a:t> </a:t>
            </a:r>
            <a:r>
              <a:rPr dirty="0" sz="3950" spc="-25">
                <a:solidFill>
                  <a:srgbClr val="0070EA"/>
                </a:solidFill>
              </a:rPr>
              <a:t>for </a:t>
            </a: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5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</a:t>
            </a:r>
            <a:endParaRPr sz="39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60062" rIns="0" bIns="0" rtlCol="0" vert="horz">
            <a:spAutoFit/>
          </a:bodyPr>
          <a:lstStyle/>
          <a:p>
            <a:pPr marL="1013460" marR="5080" indent="104775">
              <a:lnSpc>
                <a:spcPct val="117300"/>
              </a:lnSpc>
              <a:spcBef>
                <a:spcPts val="90"/>
              </a:spcBef>
            </a:pP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Choosing</a:t>
            </a:r>
            <a:r>
              <a:rPr dirty="0" sz="3950" spc="85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25">
                <a:solidFill>
                  <a:srgbClr val="000000"/>
                </a:solidFill>
                <a:latin typeface="Verdana"/>
                <a:cs typeface="Verdana"/>
              </a:rPr>
              <a:t>the </a:t>
            </a: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Learning</a:t>
            </a:r>
            <a:r>
              <a:rPr dirty="0" sz="3950" spc="11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20">
                <a:solidFill>
                  <a:srgbClr val="000000"/>
                </a:solidFill>
                <a:latin typeface="Verdana"/>
                <a:cs typeface="Verdana"/>
              </a:rPr>
              <a:t>Rate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9458" y="4297045"/>
            <a:ext cx="127508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0096FF"/>
                </a:solidFill>
                <a:latin typeface="Arial"/>
                <a:cs typeface="Arial"/>
              </a:rPr>
              <a:t>parameter</a:t>
            </a:r>
            <a:r>
              <a:rPr dirty="0" sz="1550" spc="200">
                <a:solidFill>
                  <a:srgbClr val="0096FF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151" sz="1650" spc="-37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endParaRPr baseline="-15151" sz="1650">
              <a:latin typeface="Cambria Math"/>
              <a:cs typeface="Cambria Math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8772" y="2724150"/>
            <a:ext cx="3091815" cy="1765935"/>
            <a:chOff x="138772" y="2724150"/>
            <a:chExt cx="3091815" cy="1765935"/>
          </a:xfrm>
        </p:grpSpPr>
        <p:sp>
          <p:nvSpPr>
            <p:cNvPr id="4" name="object 4"/>
            <p:cNvSpPr/>
            <p:nvPr/>
          </p:nvSpPr>
          <p:spPr>
            <a:xfrm>
              <a:off x="138772" y="2724149"/>
              <a:ext cx="3091815" cy="1765935"/>
            </a:xfrm>
            <a:custGeom>
              <a:avLst/>
              <a:gdLst/>
              <a:ahLst/>
              <a:cxnLst/>
              <a:rect l="l" t="t" r="r" b="b"/>
              <a:pathLst>
                <a:path w="3091815" h="1765935">
                  <a:moveTo>
                    <a:pt x="61722" y="732536"/>
                  </a:moveTo>
                  <a:lnTo>
                    <a:pt x="59093" y="725043"/>
                  </a:lnTo>
                  <a:lnTo>
                    <a:pt x="45643" y="729932"/>
                  </a:lnTo>
                  <a:lnTo>
                    <a:pt x="33870" y="736968"/>
                  </a:lnTo>
                  <a:lnTo>
                    <a:pt x="8585" y="770686"/>
                  </a:lnTo>
                  <a:lnTo>
                    <a:pt x="50" y="816737"/>
                  </a:lnTo>
                  <a:lnTo>
                    <a:pt x="0" y="817753"/>
                  </a:lnTo>
                  <a:lnTo>
                    <a:pt x="850" y="833120"/>
                  </a:lnTo>
                  <a:lnTo>
                    <a:pt x="15240" y="877951"/>
                  </a:lnTo>
                  <a:lnTo>
                    <a:pt x="45605" y="905535"/>
                  </a:lnTo>
                  <a:lnTo>
                    <a:pt x="59093" y="910336"/>
                  </a:lnTo>
                  <a:lnTo>
                    <a:pt x="61429" y="902843"/>
                  </a:lnTo>
                  <a:lnTo>
                    <a:pt x="50863" y="898156"/>
                  </a:lnTo>
                  <a:lnTo>
                    <a:pt x="41757" y="891654"/>
                  </a:lnTo>
                  <a:lnTo>
                    <a:pt x="19634" y="847979"/>
                  </a:lnTo>
                  <a:lnTo>
                    <a:pt x="16891" y="816737"/>
                  </a:lnTo>
                  <a:lnTo>
                    <a:pt x="17576" y="800963"/>
                  </a:lnTo>
                  <a:lnTo>
                    <a:pt x="27876" y="762000"/>
                  </a:lnTo>
                  <a:lnTo>
                    <a:pt x="51028" y="737235"/>
                  </a:lnTo>
                  <a:lnTo>
                    <a:pt x="61722" y="732536"/>
                  </a:lnTo>
                  <a:close/>
                </a:path>
                <a:path w="3091815" h="1765935">
                  <a:moveTo>
                    <a:pt x="466953" y="817753"/>
                  </a:moveTo>
                  <a:lnTo>
                    <a:pt x="458355" y="770686"/>
                  </a:lnTo>
                  <a:lnTo>
                    <a:pt x="433070" y="736968"/>
                  </a:lnTo>
                  <a:lnTo>
                    <a:pt x="407860" y="725043"/>
                  </a:lnTo>
                  <a:lnTo>
                    <a:pt x="405231" y="732536"/>
                  </a:lnTo>
                  <a:lnTo>
                    <a:pt x="415950" y="737235"/>
                  </a:lnTo>
                  <a:lnTo>
                    <a:pt x="425170" y="743699"/>
                  </a:lnTo>
                  <a:lnTo>
                    <a:pt x="447319" y="786561"/>
                  </a:lnTo>
                  <a:lnTo>
                    <a:pt x="449351" y="800785"/>
                  </a:lnTo>
                  <a:lnTo>
                    <a:pt x="449376" y="800963"/>
                  </a:lnTo>
                  <a:lnTo>
                    <a:pt x="447306" y="847991"/>
                  </a:lnTo>
                  <a:lnTo>
                    <a:pt x="432841" y="883323"/>
                  </a:lnTo>
                  <a:lnTo>
                    <a:pt x="405523" y="902843"/>
                  </a:lnTo>
                  <a:lnTo>
                    <a:pt x="407860" y="910336"/>
                  </a:lnTo>
                  <a:lnTo>
                    <a:pt x="443255" y="889342"/>
                  </a:lnTo>
                  <a:lnTo>
                    <a:pt x="463130" y="850519"/>
                  </a:lnTo>
                  <a:lnTo>
                    <a:pt x="466001" y="834809"/>
                  </a:lnTo>
                  <a:lnTo>
                    <a:pt x="466953" y="817753"/>
                  </a:lnTo>
                  <a:close/>
                </a:path>
                <a:path w="3091815" h="1765935">
                  <a:moveTo>
                    <a:pt x="3091218" y="1533525"/>
                  </a:moveTo>
                  <a:lnTo>
                    <a:pt x="3068358" y="1514475"/>
                  </a:lnTo>
                  <a:lnTo>
                    <a:pt x="2959392" y="1423644"/>
                  </a:lnTo>
                  <a:lnTo>
                    <a:pt x="2952775" y="1420050"/>
                  </a:lnTo>
                  <a:lnTo>
                    <a:pt x="2928226" y="1440002"/>
                  </a:lnTo>
                  <a:lnTo>
                    <a:pt x="2930245" y="1447012"/>
                  </a:lnTo>
                  <a:lnTo>
                    <a:pt x="2935008" y="1452905"/>
                  </a:lnTo>
                  <a:lnTo>
                    <a:pt x="3008884" y="1514475"/>
                  </a:lnTo>
                  <a:lnTo>
                    <a:pt x="537502" y="1514475"/>
                  </a:lnTo>
                  <a:lnTo>
                    <a:pt x="537502" y="82334"/>
                  </a:lnTo>
                  <a:lnTo>
                    <a:pt x="599071" y="156210"/>
                  </a:lnTo>
                  <a:lnTo>
                    <a:pt x="604964" y="160972"/>
                  </a:lnTo>
                  <a:lnTo>
                    <a:pt x="611974" y="162991"/>
                  </a:lnTo>
                  <a:lnTo>
                    <a:pt x="619239" y="162229"/>
                  </a:lnTo>
                  <a:lnTo>
                    <a:pt x="625894" y="158623"/>
                  </a:lnTo>
                  <a:lnTo>
                    <a:pt x="630631" y="152742"/>
                  </a:lnTo>
                  <a:lnTo>
                    <a:pt x="632675" y="145757"/>
                  </a:lnTo>
                  <a:lnTo>
                    <a:pt x="631926" y="138506"/>
                  </a:lnTo>
                  <a:lnTo>
                    <a:pt x="628332" y="131826"/>
                  </a:lnTo>
                  <a:lnTo>
                    <a:pt x="543217" y="29718"/>
                  </a:lnTo>
                  <a:lnTo>
                    <a:pt x="518452" y="0"/>
                  </a:lnTo>
                  <a:lnTo>
                    <a:pt x="408571" y="131826"/>
                  </a:lnTo>
                  <a:lnTo>
                    <a:pt x="404964" y="138506"/>
                  </a:lnTo>
                  <a:lnTo>
                    <a:pt x="404228" y="145757"/>
                  </a:lnTo>
                  <a:lnTo>
                    <a:pt x="406260" y="152742"/>
                  </a:lnTo>
                  <a:lnTo>
                    <a:pt x="411010" y="158623"/>
                  </a:lnTo>
                  <a:lnTo>
                    <a:pt x="417652" y="162229"/>
                  </a:lnTo>
                  <a:lnTo>
                    <a:pt x="424916" y="162991"/>
                  </a:lnTo>
                  <a:lnTo>
                    <a:pt x="431927" y="160972"/>
                  </a:lnTo>
                  <a:lnTo>
                    <a:pt x="437832" y="156210"/>
                  </a:lnTo>
                  <a:lnTo>
                    <a:pt x="499402" y="82334"/>
                  </a:lnTo>
                  <a:lnTo>
                    <a:pt x="499402" y="1514475"/>
                  </a:lnTo>
                  <a:lnTo>
                    <a:pt x="289852" y="1514475"/>
                  </a:lnTo>
                  <a:lnTo>
                    <a:pt x="289852" y="1552575"/>
                  </a:lnTo>
                  <a:lnTo>
                    <a:pt x="499402" y="1552575"/>
                  </a:lnTo>
                  <a:lnTo>
                    <a:pt x="499402" y="1765719"/>
                  </a:lnTo>
                  <a:lnTo>
                    <a:pt x="537502" y="1765719"/>
                  </a:lnTo>
                  <a:lnTo>
                    <a:pt x="537502" y="1552575"/>
                  </a:lnTo>
                  <a:lnTo>
                    <a:pt x="3008884" y="1552575"/>
                  </a:lnTo>
                  <a:lnTo>
                    <a:pt x="2935008" y="1614144"/>
                  </a:lnTo>
                  <a:lnTo>
                    <a:pt x="2930245" y="1620050"/>
                  </a:lnTo>
                  <a:lnTo>
                    <a:pt x="2928226" y="1627060"/>
                  </a:lnTo>
                  <a:lnTo>
                    <a:pt x="2928988" y="1634324"/>
                  </a:lnTo>
                  <a:lnTo>
                    <a:pt x="2932595" y="1640967"/>
                  </a:lnTo>
                  <a:lnTo>
                    <a:pt x="2938488" y="1645716"/>
                  </a:lnTo>
                  <a:lnTo>
                    <a:pt x="2945511" y="1647748"/>
                  </a:lnTo>
                  <a:lnTo>
                    <a:pt x="2952775" y="1647012"/>
                  </a:lnTo>
                  <a:lnTo>
                    <a:pt x="2959392" y="1643405"/>
                  </a:lnTo>
                  <a:lnTo>
                    <a:pt x="3068358" y="1552575"/>
                  </a:lnTo>
                  <a:lnTo>
                    <a:pt x="3091218" y="15335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16446" y="3442462"/>
              <a:ext cx="140335" cy="48260"/>
            </a:xfrm>
            <a:custGeom>
              <a:avLst/>
              <a:gdLst/>
              <a:ahLst/>
              <a:cxnLst/>
              <a:rect l="l" t="t" r="r" b="b"/>
              <a:pathLst>
                <a:path w="140335" h="48260">
                  <a:moveTo>
                    <a:pt x="115798" y="0"/>
                  </a:moveTo>
                  <a:lnTo>
                    <a:pt x="110617" y="5842"/>
                  </a:lnTo>
                  <a:lnTo>
                    <a:pt x="126250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26250" y="28575"/>
                  </a:lnTo>
                  <a:lnTo>
                    <a:pt x="110617" y="42163"/>
                  </a:lnTo>
                  <a:lnTo>
                    <a:pt x="115798" y="48006"/>
                  </a:lnTo>
                  <a:lnTo>
                    <a:pt x="140309" y="26796"/>
                  </a:lnTo>
                  <a:lnTo>
                    <a:pt x="140309" y="21208"/>
                  </a:lnTo>
                  <a:lnTo>
                    <a:pt x="11579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2859" y="3393503"/>
            <a:ext cx="53403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9">
                <a:latin typeface="Cambria Math"/>
                <a:cs typeface="Cambria Math"/>
              </a:rPr>
              <a:t> </a:t>
            </a:r>
            <a:r>
              <a:rPr dirty="0" sz="1550" spc="6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550" spc="65">
                <a:latin typeface="Cambria Math"/>
                <a:cs typeface="Cambria Math"/>
              </a:rPr>
              <a:t>,</a:t>
            </a:r>
            <a:r>
              <a:rPr dirty="0" sz="1550" spc="-14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39419" y="61912"/>
            <a:ext cx="5012055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/>
              <a:t>Identify</a:t>
            </a:r>
            <a:r>
              <a:rPr dirty="0" sz="2000" spc="-40"/>
              <a:t> </a:t>
            </a:r>
            <a:r>
              <a:rPr dirty="0" sz="2000"/>
              <a:t>problem</a:t>
            </a:r>
            <a:r>
              <a:rPr dirty="0" sz="2000" spc="-70"/>
              <a:t> </a:t>
            </a:r>
            <a:r>
              <a:rPr dirty="0" sz="2000"/>
              <a:t>with</a:t>
            </a:r>
            <a:r>
              <a:rPr dirty="0" sz="2000" spc="30"/>
              <a:t> </a:t>
            </a:r>
            <a:r>
              <a:rPr dirty="0" sz="2000"/>
              <a:t>gradient</a:t>
            </a:r>
            <a:r>
              <a:rPr dirty="0" sz="2000" spc="-90"/>
              <a:t> </a:t>
            </a:r>
            <a:r>
              <a:rPr dirty="0" sz="2000" spc="-10"/>
              <a:t>descent</a:t>
            </a:r>
            <a:endParaRPr sz="2000"/>
          </a:p>
        </p:txBody>
      </p:sp>
      <p:grpSp>
        <p:nvGrpSpPr>
          <p:cNvPr id="8" name="object 8"/>
          <p:cNvGrpSpPr/>
          <p:nvPr/>
        </p:nvGrpSpPr>
        <p:grpSpPr>
          <a:xfrm>
            <a:off x="6659244" y="2658745"/>
            <a:ext cx="467359" cy="192405"/>
            <a:chOff x="6659244" y="2658745"/>
            <a:chExt cx="467359" cy="192405"/>
          </a:xfrm>
        </p:grpSpPr>
        <p:sp>
          <p:nvSpPr>
            <p:cNvPr id="9" name="object 9"/>
            <p:cNvSpPr/>
            <p:nvPr/>
          </p:nvSpPr>
          <p:spPr>
            <a:xfrm>
              <a:off x="6659244" y="2665476"/>
              <a:ext cx="467359" cy="185420"/>
            </a:xfrm>
            <a:custGeom>
              <a:avLst/>
              <a:gdLst/>
              <a:ahLst/>
              <a:cxnLst/>
              <a:rect l="l" t="t" r="r" b="b"/>
              <a:pathLst>
                <a:path w="467359" h="185419">
                  <a:moveTo>
                    <a:pt x="407797" y="0"/>
                  </a:moveTo>
                  <a:lnTo>
                    <a:pt x="405256" y="7493"/>
                  </a:lnTo>
                  <a:lnTo>
                    <a:pt x="415946" y="12184"/>
                  </a:lnTo>
                  <a:lnTo>
                    <a:pt x="425148" y="18637"/>
                  </a:lnTo>
                  <a:lnTo>
                    <a:pt x="447325" y="61499"/>
                  </a:lnTo>
                  <a:lnTo>
                    <a:pt x="450087" y="91693"/>
                  </a:lnTo>
                  <a:lnTo>
                    <a:pt x="449397" y="108077"/>
                  </a:lnTo>
                  <a:lnTo>
                    <a:pt x="439038" y="148081"/>
                  </a:lnTo>
                  <a:lnTo>
                    <a:pt x="405510" y="177800"/>
                  </a:lnTo>
                  <a:lnTo>
                    <a:pt x="407797" y="185293"/>
                  </a:lnTo>
                  <a:lnTo>
                    <a:pt x="443283" y="164290"/>
                  </a:lnTo>
                  <a:lnTo>
                    <a:pt x="463168" y="125476"/>
                  </a:lnTo>
                  <a:lnTo>
                    <a:pt x="466978" y="92710"/>
                  </a:lnTo>
                  <a:lnTo>
                    <a:pt x="466016" y="75906"/>
                  </a:lnTo>
                  <a:lnTo>
                    <a:pt x="466006" y="75731"/>
                  </a:lnTo>
                  <a:lnTo>
                    <a:pt x="451611" y="32512"/>
                  </a:lnTo>
                  <a:lnTo>
                    <a:pt x="421251" y="4883"/>
                  </a:lnTo>
                  <a:lnTo>
                    <a:pt x="407797" y="0"/>
                  </a:lnTo>
                  <a:close/>
                </a:path>
                <a:path w="467359" h="185419">
                  <a:moveTo>
                    <a:pt x="59054" y="0"/>
                  </a:moveTo>
                  <a:lnTo>
                    <a:pt x="23693" y="21127"/>
                  </a:lnTo>
                  <a:lnTo>
                    <a:pt x="3810" y="60039"/>
                  </a:lnTo>
                  <a:lnTo>
                    <a:pt x="56" y="91693"/>
                  </a:lnTo>
                  <a:lnTo>
                    <a:pt x="0" y="92710"/>
                  </a:lnTo>
                  <a:lnTo>
                    <a:pt x="858" y="108076"/>
                  </a:lnTo>
                  <a:lnTo>
                    <a:pt x="952" y="109759"/>
                  </a:lnTo>
                  <a:lnTo>
                    <a:pt x="3809" y="125475"/>
                  </a:lnTo>
                  <a:lnTo>
                    <a:pt x="23693" y="164290"/>
                  </a:lnTo>
                  <a:lnTo>
                    <a:pt x="59054" y="185293"/>
                  </a:lnTo>
                  <a:lnTo>
                    <a:pt x="61468" y="177800"/>
                  </a:lnTo>
                  <a:lnTo>
                    <a:pt x="50869" y="173085"/>
                  </a:lnTo>
                  <a:lnTo>
                    <a:pt x="41735" y="166560"/>
                  </a:lnTo>
                  <a:lnTo>
                    <a:pt x="19637" y="122935"/>
                  </a:lnTo>
                  <a:lnTo>
                    <a:pt x="16933" y="92710"/>
                  </a:lnTo>
                  <a:lnTo>
                    <a:pt x="16890" y="91693"/>
                  </a:lnTo>
                  <a:lnTo>
                    <a:pt x="23052" y="48474"/>
                  </a:lnTo>
                  <a:lnTo>
                    <a:pt x="51030" y="12184"/>
                  </a:lnTo>
                  <a:lnTo>
                    <a:pt x="61722" y="7493"/>
                  </a:lnTo>
                  <a:lnTo>
                    <a:pt x="590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727316" y="2658745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4" h="48260">
                  <a:moveTo>
                    <a:pt x="134874" y="0"/>
                  </a:moveTo>
                  <a:lnTo>
                    <a:pt x="129666" y="5842"/>
                  </a:lnTo>
                  <a:lnTo>
                    <a:pt x="145287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45287" y="28575"/>
                  </a:lnTo>
                  <a:lnTo>
                    <a:pt x="129666" y="42163"/>
                  </a:lnTo>
                  <a:lnTo>
                    <a:pt x="134874" y="48006"/>
                  </a:lnTo>
                  <a:lnTo>
                    <a:pt x="159384" y="26797"/>
                  </a:lnTo>
                  <a:lnTo>
                    <a:pt x="159384" y="21209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550025" y="2360231"/>
            <a:ext cx="2396490" cy="7531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With</a:t>
            </a:r>
            <a:r>
              <a:rPr dirty="0" sz="1550" spc="7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a</a:t>
            </a:r>
            <a:r>
              <a:rPr dirty="0" sz="1550" spc="13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small</a:t>
            </a:r>
            <a:r>
              <a:rPr dirty="0" sz="1550" spc="114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enough</a:t>
            </a:r>
            <a:r>
              <a:rPr dirty="0" sz="1550" spc="200">
                <a:latin typeface="Verdana"/>
                <a:cs typeface="Verdana"/>
              </a:rPr>
              <a:t> </a:t>
            </a:r>
            <a:r>
              <a:rPr dirty="0" sz="1550" spc="-25">
                <a:solidFill>
                  <a:srgbClr val="FF0000"/>
                </a:solidFill>
                <a:latin typeface="Cambria Math"/>
                <a:cs typeface="Cambria Math"/>
              </a:rPr>
              <a:t>𝛼</a:t>
            </a:r>
            <a:r>
              <a:rPr dirty="0" sz="1550" spc="-25">
                <a:latin typeface="Verdana"/>
                <a:cs typeface="Verdana"/>
              </a:rPr>
              <a:t>,</a:t>
            </a:r>
            <a:endParaRPr sz="1550">
              <a:latin typeface="Verdana"/>
              <a:cs typeface="Verdana"/>
            </a:endParaRPr>
          </a:p>
          <a:p>
            <a:pPr marL="12700" marR="55244">
              <a:lnSpc>
                <a:spcPct val="101099"/>
              </a:lnSpc>
              <a:spcBef>
                <a:spcPts val="75"/>
              </a:spcBef>
              <a:tabLst>
                <a:tab pos="679450" algn="l"/>
              </a:tabLst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5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6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550">
                <a:latin typeface="Verdana"/>
                <a:cs typeface="Verdana"/>
              </a:rPr>
              <a:t>should</a:t>
            </a:r>
            <a:r>
              <a:rPr dirty="0" sz="1550" spc="185"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C00000"/>
                </a:solidFill>
                <a:latin typeface="Verdana"/>
                <a:cs typeface="Verdana"/>
              </a:rPr>
              <a:t>decrease </a:t>
            </a:r>
            <a:r>
              <a:rPr dirty="0" sz="1550">
                <a:latin typeface="Verdana"/>
                <a:cs typeface="Verdana"/>
              </a:rPr>
              <a:t>on</a:t>
            </a:r>
            <a:r>
              <a:rPr dirty="0" sz="1550" spc="9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every</a:t>
            </a:r>
            <a:r>
              <a:rPr dirty="0" sz="1550" spc="9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iteration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162" y="2859151"/>
            <a:ext cx="2553652" cy="133020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296790" y="2425001"/>
            <a:ext cx="141351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Use</a:t>
            </a:r>
            <a:r>
              <a:rPr dirty="0" sz="1550" spc="150"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C00000"/>
                </a:solidFill>
                <a:latin typeface="Verdana"/>
                <a:cs typeface="Verdana"/>
              </a:rPr>
              <a:t>smaller</a:t>
            </a:r>
            <a:r>
              <a:rPr dirty="0" sz="1550" spc="12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50025" y="3323844"/>
            <a:ext cx="2372995" cy="1001394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03699"/>
              </a:lnSpc>
              <a:spcBef>
                <a:spcPts val="60"/>
              </a:spcBef>
            </a:pPr>
            <a:r>
              <a:rPr dirty="0" sz="1550">
                <a:latin typeface="Verdana"/>
                <a:cs typeface="Verdana"/>
              </a:rPr>
              <a:t>If</a:t>
            </a:r>
            <a:r>
              <a:rPr dirty="0" sz="1550" spc="105"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sz="1550" spc="2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latin typeface="Verdana"/>
                <a:cs typeface="Verdana"/>
              </a:rPr>
              <a:t>is</a:t>
            </a:r>
            <a:r>
              <a:rPr dirty="0" sz="1550" spc="6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too</a:t>
            </a:r>
            <a:r>
              <a:rPr dirty="0" sz="1550" spc="80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small, </a:t>
            </a:r>
            <a:r>
              <a:rPr dirty="0" sz="1550">
                <a:latin typeface="Verdana"/>
                <a:cs typeface="Verdana"/>
              </a:rPr>
              <a:t>gradient</a:t>
            </a:r>
            <a:r>
              <a:rPr dirty="0" sz="1550" spc="14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descent</a:t>
            </a:r>
            <a:r>
              <a:rPr dirty="0" sz="1550" spc="229">
                <a:latin typeface="Verdana"/>
                <a:cs typeface="Verdana"/>
              </a:rPr>
              <a:t> </a:t>
            </a:r>
            <a:r>
              <a:rPr dirty="0" sz="1550" spc="-20">
                <a:latin typeface="Verdana"/>
                <a:cs typeface="Verdana"/>
              </a:rPr>
              <a:t>takes </a:t>
            </a:r>
            <a:r>
              <a:rPr dirty="0" sz="1550">
                <a:latin typeface="Verdana"/>
                <a:cs typeface="Verdana"/>
              </a:rPr>
              <a:t>a</a:t>
            </a:r>
            <a:r>
              <a:rPr dirty="0" sz="1550" spc="6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lot</a:t>
            </a:r>
            <a:r>
              <a:rPr dirty="0" sz="1550" spc="8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more</a:t>
            </a:r>
            <a:r>
              <a:rPr dirty="0" sz="1550" spc="15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iterations</a:t>
            </a:r>
            <a:r>
              <a:rPr dirty="0" sz="1550" spc="120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to </a:t>
            </a:r>
            <a:r>
              <a:rPr dirty="0" sz="1550" spc="-10">
                <a:solidFill>
                  <a:srgbClr val="C00000"/>
                </a:solidFill>
                <a:latin typeface="Verdana"/>
                <a:cs typeface="Verdana"/>
              </a:rPr>
              <a:t>converge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39163" y="2409825"/>
            <a:ext cx="116141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sz="1550" spc="2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latin typeface="Verdana"/>
                <a:cs typeface="Verdana"/>
              </a:rPr>
              <a:t>is</a:t>
            </a:r>
            <a:r>
              <a:rPr dirty="0" sz="1550" spc="8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too</a:t>
            </a:r>
            <a:r>
              <a:rPr dirty="0" sz="1550" spc="105">
                <a:latin typeface="Verdana"/>
                <a:cs typeface="Verdana"/>
              </a:rPr>
              <a:t> </a:t>
            </a:r>
            <a:r>
              <a:rPr dirty="0" sz="1550" spc="-25">
                <a:solidFill>
                  <a:srgbClr val="C00000"/>
                </a:solidFill>
                <a:latin typeface="Verdana"/>
                <a:cs typeface="Verdana"/>
              </a:rPr>
              <a:t>big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94453" y="4298315"/>
            <a:ext cx="127508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0096FF"/>
                </a:solidFill>
                <a:latin typeface="Arial"/>
                <a:cs typeface="Arial"/>
              </a:rPr>
              <a:t>parameter</a:t>
            </a:r>
            <a:r>
              <a:rPr dirty="0" sz="1550" spc="200">
                <a:solidFill>
                  <a:srgbClr val="0096FF"/>
                </a:solidFill>
                <a:latin typeface="Arial"/>
                <a:cs typeface="Arial"/>
              </a:rPr>
              <a:t> </a:t>
            </a:r>
            <a:r>
              <a:rPr dirty="0" sz="155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151" sz="1650" spc="-37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endParaRPr baseline="-15151" sz="165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90189" y="2724150"/>
            <a:ext cx="3074035" cy="1767205"/>
            <a:chOff x="3290189" y="2724150"/>
            <a:chExt cx="3074035" cy="1767205"/>
          </a:xfrm>
        </p:grpSpPr>
        <p:sp>
          <p:nvSpPr>
            <p:cNvPr id="18" name="object 18"/>
            <p:cNvSpPr/>
            <p:nvPr/>
          </p:nvSpPr>
          <p:spPr>
            <a:xfrm>
              <a:off x="3290189" y="2724149"/>
              <a:ext cx="3074035" cy="1767205"/>
            </a:xfrm>
            <a:custGeom>
              <a:avLst/>
              <a:gdLst/>
              <a:ahLst/>
              <a:cxnLst/>
              <a:rect l="l" t="t" r="r" b="b"/>
              <a:pathLst>
                <a:path w="3074035" h="1767204">
                  <a:moveTo>
                    <a:pt x="61722" y="732536"/>
                  </a:moveTo>
                  <a:lnTo>
                    <a:pt x="59055" y="725043"/>
                  </a:lnTo>
                  <a:lnTo>
                    <a:pt x="45593" y="729932"/>
                  </a:lnTo>
                  <a:lnTo>
                    <a:pt x="33807" y="736968"/>
                  </a:lnTo>
                  <a:lnTo>
                    <a:pt x="8572" y="770686"/>
                  </a:lnTo>
                  <a:lnTo>
                    <a:pt x="50" y="816737"/>
                  </a:lnTo>
                  <a:lnTo>
                    <a:pt x="0" y="817753"/>
                  </a:lnTo>
                  <a:lnTo>
                    <a:pt x="850" y="833120"/>
                  </a:lnTo>
                  <a:lnTo>
                    <a:pt x="939" y="834809"/>
                  </a:lnTo>
                  <a:lnTo>
                    <a:pt x="15227" y="877951"/>
                  </a:lnTo>
                  <a:lnTo>
                    <a:pt x="45593" y="905535"/>
                  </a:lnTo>
                  <a:lnTo>
                    <a:pt x="59055" y="910336"/>
                  </a:lnTo>
                  <a:lnTo>
                    <a:pt x="61341" y="902843"/>
                  </a:lnTo>
                  <a:lnTo>
                    <a:pt x="50812" y="898156"/>
                  </a:lnTo>
                  <a:lnTo>
                    <a:pt x="41706" y="891654"/>
                  </a:lnTo>
                  <a:lnTo>
                    <a:pt x="19583" y="847979"/>
                  </a:lnTo>
                  <a:lnTo>
                    <a:pt x="16929" y="817753"/>
                  </a:lnTo>
                  <a:lnTo>
                    <a:pt x="16878" y="816737"/>
                  </a:lnTo>
                  <a:lnTo>
                    <a:pt x="22987" y="773582"/>
                  </a:lnTo>
                  <a:lnTo>
                    <a:pt x="51028" y="737235"/>
                  </a:lnTo>
                  <a:lnTo>
                    <a:pt x="61722" y="732536"/>
                  </a:lnTo>
                  <a:close/>
                </a:path>
                <a:path w="3074035" h="1767204">
                  <a:moveTo>
                    <a:pt x="466852" y="817753"/>
                  </a:moveTo>
                  <a:lnTo>
                    <a:pt x="458279" y="770686"/>
                  </a:lnTo>
                  <a:lnTo>
                    <a:pt x="433031" y="736968"/>
                  </a:lnTo>
                  <a:lnTo>
                    <a:pt x="407797" y="725043"/>
                  </a:lnTo>
                  <a:lnTo>
                    <a:pt x="405130" y="732536"/>
                  </a:lnTo>
                  <a:lnTo>
                    <a:pt x="415886" y="737235"/>
                  </a:lnTo>
                  <a:lnTo>
                    <a:pt x="425119" y="743699"/>
                  </a:lnTo>
                  <a:lnTo>
                    <a:pt x="447255" y="786561"/>
                  </a:lnTo>
                  <a:lnTo>
                    <a:pt x="449262" y="800785"/>
                  </a:lnTo>
                  <a:lnTo>
                    <a:pt x="449287" y="800963"/>
                  </a:lnTo>
                  <a:lnTo>
                    <a:pt x="449961" y="816737"/>
                  </a:lnTo>
                  <a:lnTo>
                    <a:pt x="449287" y="833132"/>
                  </a:lnTo>
                  <a:lnTo>
                    <a:pt x="447255" y="847991"/>
                  </a:lnTo>
                  <a:lnTo>
                    <a:pt x="432790" y="883323"/>
                  </a:lnTo>
                  <a:lnTo>
                    <a:pt x="405511" y="902843"/>
                  </a:lnTo>
                  <a:lnTo>
                    <a:pt x="407797" y="910336"/>
                  </a:lnTo>
                  <a:lnTo>
                    <a:pt x="443153" y="889342"/>
                  </a:lnTo>
                  <a:lnTo>
                    <a:pt x="463042" y="850519"/>
                  </a:lnTo>
                  <a:lnTo>
                    <a:pt x="465899" y="834809"/>
                  </a:lnTo>
                  <a:lnTo>
                    <a:pt x="466852" y="817753"/>
                  </a:lnTo>
                  <a:close/>
                </a:path>
                <a:path w="3074035" h="1767204">
                  <a:moveTo>
                    <a:pt x="3073527" y="1533525"/>
                  </a:moveTo>
                  <a:lnTo>
                    <a:pt x="3050667" y="1514475"/>
                  </a:lnTo>
                  <a:lnTo>
                    <a:pt x="2941701" y="1423644"/>
                  </a:lnTo>
                  <a:lnTo>
                    <a:pt x="2935084" y="1420050"/>
                  </a:lnTo>
                  <a:lnTo>
                    <a:pt x="2910535" y="1440002"/>
                  </a:lnTo>
                  <a:lnTo>
                    <a:pt x="2912554" y="1447012"/>
                  </a:lnTo>
                  <a:lnTo>
                    <a:pt x="2917317" y="1452905"/>
                  </a:lnTo>
                  <a:lnTo>
                    <a:pt x="2991193" y="1514475"/>
                  </a:lnTo>
                  <a:lnTo>
                    <a:pt x="519811" y="1514475"/>
                  </a:lnTo>
                  <a:lnTo>
                    <a:pt x="519811" y="82308"/>
                  </a:lnTo>
                  <a:lnTo>
                    <a:pt x="500761" y="59436"/>
                  </a:lnTo>
                  <a:lnTo>
                    <a:pt x="519811" y="82296"/>
                  </a:lnTo>
                  <a:lnTo>
                    <a:pt x="581406" y="156210"/>
                  </a:lnTo>
                  <a:lnTo>
                    <a:pt x="587286" y="160972"/>
                  </a:lnTo>
                  <a:lnTo>
                    <a:pt x="594271" y="162991"/>
                  </a:lnTo>
                  <a:lnTo>
                    <a:pt x="601522" y="162229"/>
                  </a:lnTo>
                  <a:lnTo>
                    <a:pt x="608203" y="158623"/>
                  </a:lnTo>
                  <a:lnTo>
                    <a:pt x="612952" y="152742"/>
                  </a:lnTo>
                  <a:lnTo>
                    <a:pt x="614972" y="145757"/>
                  </a:lnTo>
                  <a:lnTo>
                    <a:pt x="614210" y="138506"/>
                  </a:lnTo>
                  <a:lnTo>
                    <a:pt x="610616" y="131826"/>
                  </a:lnTo>
                  <a:lnTo>
                    <a:pt x="525526" y="29718"/>
                  </a:lnTo>
                  <a:lnTo>
                    <a:pt x="500761" y="0"/>
                  </a:lnTo>
                  <a:lnTo>
                    <a:pt x="390906" y="131826"/>
                  </a:lnTo>
                  <a:lnTo>
                    <a:pt x="387299" y="138506"/>
                  </a:lnTo>
                  <a:lnTo>
                    <a:pt x="386537" y="145757"/>
                  </a:lnTo>
                  <a:lnTo>
                    <a:pt x="388556" y="152742"/>
                  </a:lnTo>
                  <a:lnTo>
                    <a:pt x="393319" y="158623"/>
                  </a:lnTo>
                  <a:lnTo>
                    <a:pt x="399986" y="162229"/>
                  </a:lnTo>
                  <a:lnTo>
                    <a:pt x="407238" y="162991"/>
                  </a:lnTo>
                  <a:lnTo>
                    <a:pt x="414223" y="160972"/>
                  </a:lnTo>
                  <a:lnTo>
                    <a:pt x="420116" y="156210"/>
                  </a:lnTo>
                  <a:lnTo>
                    <a:pt x="481711" y="82296"/>
                  </a:lnTo>
                  <a:lnTo>
                    <a:pt x="481711" y="1514475"/>
                  </a:lnTo>
                  <a:lnTo>
                    <a:pt x="272161" y="1514475"/>
                  </a:lnTo>
                  <a:lnTo>
                    <a:pt x="272161" y="1552575"/>
                  </a:lnTo>
                  <a:lnTo>
                    <a:pt x="481711" y="1552575"/>
                  </a:lnTo>
                  <a:lnTo>
                    <a:pt x="481711" y="1767154"/>
                  </a:lnTo>
                  <a:lnTo>
                    <a:pt x="519811" y="1767154"/>
                  </a:lnTo>
                  <a:lnTo>
                    <a:pt x="519811" y="1552575"/>
                  </a:lnTo>
                  <a:lnTo>
                    <a:pt x="2991193" y="1552575"/>
                  </a:lnTo>
                  <a:lnTo>
                    <a:pt x="2917317" y="1614144"/>
                  </a:lnTo>
                  <a:lnTo>
                    <a:pt x="2912554" y="1620050"/>
                  </a:lnTo>
                  <a:lnTo>
                    <a:pt x="2910535" y="1627060"/>
                  </a:lnTo>
                  <a:lnTo>
                    <a:pt x="2911297" y="1634324"/>
                  </a:lnTo>
                  <a:lnTo>
                    <a:pt x="2914904" y="1640967"/>
                  </a:lnTo>
                  <a:lnTo>
                    <a:pt x="2920796" y="1645716"/>
                  </a:lnTo>
                  <a:lnTo>
                    <a:pt x="2927820" y="1647748"/>
                  </a:lnTo>
                  <a:lnTo>
                    <a:pt x="2935084" y="1647012"/>
                  </a:lnTo>
                  <a:lnTo>
                    <a:pt x="2941701" y="1643405"/>
                  </a:lnTo>
                  <a:lnTo>
                    <a:pt x="3050667" y="1552575"/>
                  </a:lnTo>
                  <a:lnTo>
                    <a:pt x="3073527" y="15335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367786" y="3442462"/>
              <a:ext cx="140335" cy="48260"/>
            </a:xfrm>
            <a:custGeom>
              <a:avLst/>
              <a:gdLst/>
              <a:ahLst/>
              <a:cxnLst/>
              <a:rect l="l" t="t" r="r" b="b"/>
              <a:pathLst>
                <a:path w="140335" h="48260">
                  <a:moveTo>
                    <a:pt x="115824" y="0"/>
                  </a:moveTo>
                  <a:lnTo>
                    <a:pt x="110616" y="5842"/>
                  </a:lnTo>
                  <a:lnTo>
                    <a:pt x="126237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26237" y="28575"/>
                  </a:lnTo>
                  <a:lnTo>
                    <a:pt x="110616" y="42163"/>
                  </a:lnTo>
                  <a:lnTo>
                    <a:pt x="115824" y="48006"/>
                  </a:lnTo>
                  <a:lnTo>
                    <a:pt x="140335" y="26796"/>
                  </a:lnTo>
                  <a:lnTo>
                    <a:pt x="140335" y="21208"/>
                  </a:lnTo>
                  <a:lnTo>
                    <a:pt x="11582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177539" y="3393503"/>
            <a:ext cx="53403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9">
                <a:latin typeface="Cambria Math"/>
                <a:cs typeface="Cambria Math"/>
              </a:rPr>
              <a:t> </a:t>
            </a:r>
            <a:r>
              <a:rPr dirty="0" sz="1550" spc="6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550" spc="65">
                <a:latin typeface="Cambria Math"/>
                <a:cs typeface="Cambria Math"/>
              </a:rPr>
              <a:t>,</a:t>
            </a:r>
            <a:r>
              <a:rPr dirty="0" sz="1550" spc="-14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90827" y="2897251"/>
            <a:ext cx="5647055" cy="1660525"/>
            <a:chOff x="790827" y="2897251"/>
            <a:chExt cx="5647055" cy="1660525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5951" y="2897251"/>
              <a:ext cx="2511425" cy="130870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36875" y="3443097"/>
              <a:ext cx="173862" cy="17017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0218" y="3382137"/>
              <a:ext cx="1527035" cy="1714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5550" y="3790950"/>
              <a:ext cx="180975" cy="1809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93003" y="3180969"/>
              <a:ext cx="855980" cy="97920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0827" y="4389513"/>
              <a:ext cx="483871" cy="167640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07714" y="605408"/>
            <a:ext cx="1533016" cy="81915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4093464" y="1549336"/>
            <a:ext cx="121412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#</a:t>
            </a:r>
            <a:r>
              <a:rPr dirty="0" sz="1550" spc="6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FF9300"/>
                </a:solidFill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232530" y="542925"/>
            <a:ext cx="2649220" cy="1132205"/>
            <a:chOff x="3232530" y="542925"/>
            <a:chExt cx="2649220" cy="1132205"/>
          </a:xfrm>
        </p:grpSpPr>
        <p:sp>
          <p:nvSpPr>
            <p:cNvPr id="31" name="object 31"/>
            <p:cNvSpPr/>
            <p:nvPr/>
          </p:nvSpPr>
          <p:spPr>
            <a:xfrm>
              <a:off x="3232531" y="542924"/>
              <a:ext cx="2649220" cy="1132205"/>
            </a:xfrm>
            <a:custGeom>
              <a:avLst/>
              <a:gdLst/>
              <a:ahLst/>
              <a:cxnLst/>
              <a:rect l="l" t="t" r="r" b="b"/>
              <a:pathLst>
                <a:path w="2649220" h="1132205">
                  <a:moveTo>
                    <a:pt x="61722" y="477774"/>
                  </a:moveTo>
                  <a:lnTo>
                    <a:pt x="59055" y="470281"/>
                  </a:lnTo>
                  <a:lnTo>
                    <a:pt x="45593" y="475094"/>
                  </a:lnTo>
                  <a:lnTo>
                    <a:pt x="33807" y="482092"/>
                  </a:lnTo>
                  <a:lnTo>
                    <a:pt x="8559" y="515797"/>
                  </a:lnTo>
                  <a:lnTo>
                    <a:pt x="50" y="561975"/>
                  </a:lnTo>
                  <a:lnTo>
                    <a:pt x="0" y="562991"/>
                  </a:lnTo>
                  <a:lnTo>
                    <a:pt x="850" y="578294"/>
                  </a:lnTo>
                  <a:lnTo>
                    <a:pt x="15240" y="623189"/>
                  </a:lnTo>
                  <a:lnTo>
                    <a:pt x="45593" y="650697"/>
                  </a:lnTo>
                  <a:lnTo>
                    <a:pt x="59055" y="655574"/>
                  </a:lnTo>
                  <a:lnTo>
                    <a:pt x="61341" y="647954"/>
                  </a:lnTo>
                  <a:lnTo>
                    <a:pt x="50812" y="643318"/>
                  </a:lnTo>
                  <a:lnTo>
                    <a:pt x="41719" y="636828"/>
                  </a:lnTo>
                  <a:lnTo>
                    <a:pt x="19634" y="593128"/>
                  </a:lnTo>
                  <a:lnTo>
                    <a:pt x="16891" y="561975"/>
                  </a:lnTo>
                  <a:lnTo>
                    <a:pt x="17576" y="546188"/>
                  </a:lnTo>
                  <a:lnTo>
                    <a:pt x="27813" y="507111"/>
                  </a:lnTo>
                  <a:lnTo>
                    <a:pt x="51028" y="482396"/>
                  </a:lnTo>
                  <a:lnTo>
                    <a:pt x="61722" y="477774"/>
                  </a:lnTo>
                  <a:close/>
                </a:path>
                <a:path w="2649220" h="1132205">
                  <a:moveTo>
                    <a:pt x="466852" y="562991"/>
                  </a:moveTo>
                  <a:lnTo>
                    <a:pt x="465912" y="546188"/>
                  </a:lnTo>
                  <a:lnTo>
                    <a:pt x="465899" y="545947"/>
                  </a:lnTo>
                  <a:lnTo>
                    <a:pt x="463042" y="530212"/>
                  </a:lnTo>
                  <a:lnTo>
                    <a:pt x="443153" y="491286"/>
                  </a:lnTo>
                  <a:lnTo>
                    <a:pt x="407797" y="470281"/>
                  </a:lnTo>
                  <a:lnTo>
                    <a:pt x="405130" y="477774"/>
                  </a:lnTo>
                  <a:lnTo>
                    <a:pt x="415886" y="482396"/>
                  </a:lnTo>
                  <a:lnTo>
                    <a:pt x="425132" y="488823"/>
                  </a:lnTo>
                  <a:lnTo>
                    <a:pt x="447255" y="531787"/>
                  </a:lnTo>
                  <a:lnTo>
                    <a:pt x="449249" y="545947"/>
                  </a:lnTo>
                  <a:lnTo>
                    <a:pt x="449287" y="546188"/>
                  </a:lnTo>
                  <a:lnTo>
                    <a:pt x="449961" y="561975"/>
                  </a:lnTo>
                  <a:lnTo>
                    <a:pt x="449287" y="578294"/>
                  </a:lnTo>
                  <a:lnTo>
                    <a:pt x="447255" y="593128"/>
                  </a:lnTo>
                  <a:lnTo>
                    <a:pt x="432790" y="628510"/>
                  </a:lnTo>
                  <a:lnTo>
                    <a:pt x="405511" y="647954"/>
                  </a:lnTo>
                  <a:lnTo>
                    <a:pt x="407797" y="655574"/>
                  </a:lnTo>
                  <a:lnTo>
                    <a:pt x="443255" y="634504"/>
                  </a:lnTo>
                  <a:lnTo>
                    <a:pt x="463105" y="595668"/>
                  </a:lnTo>
                  <a:lnTo>
                    <a:pt x="465912" y="579970"/>
                  </a:lnTo>
                  <a:lnTo>
                    <a:pt x="466852" y="562991"/>
                  </a:lnTo>
                  <a:close/>
                </a:path>
                <a:path w="2649220" h="1132205">
                  <a:moveTo>
                    <a:pt x="2648839" y="962025"/>
                  </a:moveTo>
                  <a:lnTo>
                    <a:pt x="2625979" y="942975"/>
                  </a:lnTo>
                  <a:lnTo>
                    <a:pt x="2517013" y="852170"/>
                  </a:lnTo>
                  <a:lnTo>
                    <a:pt x="2510332" y="848575"/>
                  </a:lnTo>
                  <a:lnTo>
                    <a:pt x="2485847" y="868514"/>
                  </a:lnTo>
                  <a:lnTo>
                    <a:pt x="2487866" y="875499"/>
                  </a:lnTo>
                  <a:lnTo>
                    <a:pt x="2492629" y="881380"/>
                  </a:lnTo>
                  <a:lnTo>
                    <a:pt x="2566543" y="942975"/>
                  </a:lnTo>
                  <a:lnTo>
                    <a:pt x="558419" y="942975"/>
                  </a:lnTo>
                  <a:lnTo>
                    <a:pt x="558419" y="82296"/>
                  </a:lnTo>
                  <a:lnTo>
                    <a:pt x="620014" y="156210"/>
                  </a:lnTo>
                  <a:lnTo>
                    <a:pt x="625894" y="160972"/>
                  </a:lnTo>
                  <a:lnTo>
                    <a:pt x="632879" y="162991"/>
                  </a:lnTo>
                  <a:lnTo>
                    <a:pt x="640130" y="162229"/>
                  </a:lnTo>
                  <a:lnTo>
                    <a:pt x="646811" y="158623"/>
                  </a:lnTo>
                  <a:lnTo>
                    <a:pt x="651560" y="152742"/>
                  </a:lnTo>
                  <a:lnTo>
                    <a:pt x="653580" y="145757"/>
                  </a:lnTo>
                  <a:lnTo>
                    <a:pt x="652818" y="138506"/>
                  </a:lnTo>
                  <a:lnTo>
                    <a:pt x="649224" y="131826"/>
                  </a:lnTo>
                  <a:lnTo>
                    <a:pt x="564134" y="29718"/>
                  </a:lnTo>
                  <a:lnTo>
                    <a:pt x="539369" y="0"/>
                  </a:lnTo>
                  <a:lnTo>
                    <a:pt x="429514" y="131826"/>
                  </a:lnTo>
                  <a:lnTo>
                    <a:pt x="425907" y="138506"/>
                  </a:lnTo>
                  <a:lnTo>
                    <a:pt x="425145" y="145757"/>
                  </a:lnTo>
                  <a:lnTo>
                    <a:pt x="427164" y="152742"/>
                  </a:lnTo>
                  <a:lnTo>
                    <a:pt x="431927" y="158623"/>
                  </a:lnTo>
                  <a:lnTo>
                    <a:pt x="438594" y="162229"/>
                  </a:lnTo>
                  <a:lnTo>
                    <a:pt x="445846" y="162991"/>
                  </a:lnTo>
                  <a:lnTo>
                    <a:pt x="452831" y="160972"/>
                  </a:lnTo>
                  <a:lnTo>
                    <a:pt x="458724" y="156210"/>
                  </a:lnTo>
                  <a:lnTo>
                    <a:pt x="520306" y="82296"/>
                  </a:lnTo>
                  <a:lnTo>
                    <a:pt x="520319" y="29718"/>
                  </a:lnTo>
                  <a:lnTo>
                    <a:pt x="520319" y="82296"/>
                  </a:lnTo>
                  <a:lnTo>
                    <a:pt x="520319" y="942975"/>
                  </a:lnTo>
                  <a:lnTo>
                    <a:pt x="377444" y="942975"/>
                  </a:lnTo>
                  <a:lnTo>
                    <a:pt x="377444" y="981075"/>
                  </a:lnTo>
                  <a:lnTo>
                    <a:pt x="520319" y="981075"/>
                  </a:lnTo>
                  <a:lnTo>
                    <a:pt x="520319" y="1131697"/>
                  </a:lnTo>
                  <a:lnTo>
                    <a:pt x="558419" y="1131697"/>
                  </a:lnTo>
                  <a:lnTo>
                    <a:pt x="558419" y="981075"/>
                  </a:lnTo>
                  <a:lnTo>
                    <a:pt x="2566543" y="981075"/>
                  </a:lnTo>
                  <a:lnTo>
                    <a:pt x="2492629" y="1042670"/>
                  </a:lnTo>
                  <a:lnTo>
                    <a:pt x="2487866" y="1048562"/>
                  </a:lnTo>
                  <a:lnTo>
                    <a:pt x="2485847" y="1055547"/>
                  </a:lnTo>
                  <a:lnTo>
                    <a:pt x="2486609" y="1062799"/>
                  </a:lnTo>
                  <a:lnTo>
                    <a:pt x="2490216" y="1069467"/>
                  </a:lnTo>
                  <a:lnTo>
                    <a:pt x="2496096" y="1074229"/>
                  </a:lnTo>
                  <a:lnTo>
                    <a:pt x="2503081" y="1076248"/>
                  </a:lnTo>
                  <a:lnTo>
                    <a:pt x="2510332" y="1075486"/>
                  </a:lnTo>
                  <a:lnTo>
                    <a:pt x="2517013" y="1071880"/>
                  </a:lnTo>
                  <a:lnTo>
                    <a:pt x="2625979" y="981075"/>
                  </a:lnTo>
                  <a:lnTo>
                    <a:pt x="2648839" y="962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310127" y="1006348"/>
              <a:ext cx="140335" cy="48260"/>
            </a:xfrm>
            <a:custGeom>
              <a:avLst/>
              <a:gdLst/>
              <a:ahLst/>
              <a:cxnLst/>
              <a:rect l="l" t="t" r="r" b="b"/>
              <a:pathLst>
                <a:path w="140335" h="48259">
                  <a:moveTo>
                    <a:pt x="115824" y="0"/>
                  </a:moveTo>
                  <a:lnTo>
                    <a:pt x="110617" y="5841"/>
                  </a:lnTo>
                  <a:lnTo>
                    <a:pt x="126237" y="19430"/>
                  </a:lnTo>
                  <a:lnTo>
                    <a:pt x="0" y="19430"/>
                  </a:lnTo>
                  <a:lnTo>
                    <a:pt x="0" y="28701"/>
                  </a:lnTo>
                  <a:lnTo>
                    <a:pt x="126237" y="28701"/>
                  </a:lnTo>
                  <a:lnTo>
                    <a:pt x="110617" y="42290"/>
                  </a:lnTo>
                  <a:lnTo>
                    <a:pt x="115824" y="48132"/>
                  </a:lnTo>
                  <a:lnTo>
                    <a:pt x="140335" y="26924"/>
                  </a:lnTo>
                  <a:lnTo>
                    <a:pt x="140335" y="21209"/>
                  </a:lnTo>
                  <a:lnTo>
                    <a:pt x="11582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119754" y="952499"/>
            <a:ext cx="53403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5">
                <a:latin typeface="Cambria Math"/>
                <a:cs typeface="Cambria Math"/>
              </a:rPr>
              <a:t> </a:t>
            </a:r>
            <a:r>
              <a:rPr dirty="0" sz="1550" spc="6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550" spc="65">
                <a:latin typeface="Cambria Math"/>
                <a:cs typeface="Cambria Math"/>
              </a:rPr>
              <a:t>,</a:t>
            </a:r>
            <a:r>
              <a:rPr dirty="0" sz="1550" spc="-145">
                <a:latin typeface="Cambria Math"/>
                <a:cs typeface="Cambria Math"/>
              </a:rPr>
              <a:t> </a:t>
            </a:r>
            <a:r>
              <a:rPr dirty="0" sz="1550" spc="-6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27605" y="1942528"/>
            <a:ext cx="257365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Verdana"/>
                <a:cs typeface="Verdana"/>
              </a:rPr>
              <a:t>Adjust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learning</a:t>
            </a:r>
            <a:r>
              <a:rPr dirty="0" sz="2000" spc="-10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rate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4787" y="1909826"/>
            <a:ext cx="6067425" cy="0"/>
          </a:xfrm>
          <a:custGeom>
            <a:avLst/>
            <a:gdLst/>
            <a:ahLst/>
            <a:cxnLst/>
            <a:rect l="l" t="t" r="r" b="b"/>
            <a:pathLst>
              <a:path w="6067425" h="0">
                <a:moveTo>
                  <a:pt x="0" y="0"/>
                </a:moveTo>
                <a:lnTo>
                  <a:pt x="6066853" y="0"/>
                </a:lnTo>
              </a:path>
            </a:pathLst>
          </a:custGeom>
          <a:ln w="25400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612255" y="766635"/>
            <a:ext cx="1797050" cy="89090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151" sz="16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5151" sz="1650" spc="39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latin typeface="Cambria Math"/>
                <a:cs typeface="Cambria Math"/>
              </a:rPr>
              <a:t>=</a:t>
            </a:r>
            <a:r>
              <a:rPr dirty="0" sz="1550" spc="100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151" sz="16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5151" sz="1650" spc="397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FF9300"/>
                </a:solidFill>
                <a:latin typeface="Cambria Math"/>
                <a:cs typeface="Cambria Math"/>
              </a:rPr>
              <a:t>+</a:t>
            </a:r>
            <a:r>
              <a:rPr dirty="0" sz="1550" spc="-4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50" spc="-25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sz="1550" spc="-25">
                <a:solidFill>
                  <a:srgbClr val="FF40FF"/>
                </a:solidFill>
                <a:latin typeface="Cambria Math"/>
                <a:cs typeface="Cambria Math"/>
              </a:rPr>
              <a:t>𝑑</a:t>
            </a:r>
            <a:r>
              <a:rPr dirty="0" baseline="-15151" sz="1650" spc="-37">
                <a:solidFill>
                  <a:srgbClr val="FF40FF"/>
                </a:solidFill>
                <a:latin typeface="Cambria Math"/>
                <a:cs typeface="Cambria Math"/>
              </a:rPr>
              <a:t>1</a:t>
            </a:r>
            <a:endParaRPr baseline="-15151" sz="16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dirty="0" sz="1550">
                <a:latin typeface="Verdana"/>
                <a:cs typeface="Verdana"/>
              </a:rPr>
              <a:t>use</a:t>
            </a:r>
            <a:r>
              <a:rPr dirty="0" sz="1550" spc="9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a</a:t>
            </a:r>
            <a:r>
              <a:rPr dirty="0" sz="1550" spc="2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minus</a:t>
            </a:r>
            <a:r>
              <a:rPr dirty="0" sz="1550" spc="145">
                <a:latin typeface="Verdana"/>
                <a:cs typeface="Verdana"/>
              </a:rPr>
              <a:t> </a:t>
            </a:r>
            <a:r>
              <a:rPr dirty="0" sz="1550" spc="-20">
                <a:latin typeface="Verdana"/>
                <a:cs typeface="Verdana"/>
              </a:rPr>
              <a:t>sign</a:t>
            </a:r>
            <a:endParaRPr sz="155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151" sz="16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5151" sz="1650" spc="39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latin typeface="Cambria Math"/>
                <a:cs typeface="Cambria Math"/>
              </a:rPr>
              <a:t>=</a:t>
            </a:r>
            <a:r>
              <a:rPr dirty="0" sz="1550" spc="100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5151" sz="16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5151" sz="1650" spc="397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FF9300"/>
                </a:solidFill>
                <a:latin typeface="Cambria Math"/>
                <a:cs typeface="Cambria Math"/>
              </a:rPr>
              <a:t>−</a:t>
            </a:r>
            <a:r>
              <a:rPr dirty="0" sz="1550" spc="-4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50" spc="-25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sz="1550" spc="-25">
                <a:solidFill>
                  <a:srgbClr val="FF40FF"/>
                </a:solidFill>
                <a:latin typeface="Cambria Math"/>
                <a:cs typeface="Cambria Math"/>
              </a:rPr>
              <a:t>𝑑</a:t>
            </a:r>
            <a:r>
              <a:rPr dirty="0" baseline="-15151" sz="1650" spc="-37">
                <a:solidFill>
                  <a:srgbClr val="FF40FF"/>
                </a:solidFill>
                <a:latin typeface="Cambria Math"/>
                <a:cs typeface="Cambria Math"/>
              </a:rPr>
              <a:t>1</a:t>
            </a:r>
            <a:endParaRPr baseline="-15151" sz="1650">
              <a:latin typeface="Cambria Math"/>
              <a:cs typeface="Cambria Math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39683" y="798448"/>
            <a:ext cx="218556" cy="341375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8154161" y="1477010"/>
            <a:ext cx="258445" cy="370840"/>
            <a:chOff x="8154161" y="1477010"/>
            <a:chExt cx="258445" cy="370840"/>
          </a:xfrm>
        </p:grpSpPr>
        <p:sp>
          <p:nvSpPr>
            <p:cNvPr id="39" name="object 39"/>
            <p:cNvSpPr/>
            <p:nvPr/>
          </p:nvSpPr>
          <p:spPr>
            <a:xfrm>
              <a:off x="8166988" y="1494155"/>
              <a:ext cx="33020" cy="153035"/>
            </a:xfrm>
            <a:custGeom>
              <a:avLst/>
              <a:gdLst/>
              <a:ahLst/>
              <a:cxnLst/>
              <a:rect l="l" t="t" r="r" b="b"/>
              <a:pathLst>
                <a:path w="33020" h="153035">
                  <a:moveTo>
                    <a:pt x="29209" y="12444"/>
                  </a:moveTo>
                  <a:lnTo>
                    <a:pt x="29209" y="14605"/>
                  </a:lnTo>
                  <a:lnTo>
                    <a:pt x="25145" y="19050"/>
                  </a:lnTo>
                  <a:lnTo>
                    <a:pt x="20065" y="19304"/>
                  </a:lnTo>
                  <a:lnTo>
                    <a:pt x="15663" y="19685"/>
                  </a:lnTo>
                  <a:lnTo>
                    <a:pt x="10373" y="20486"/>
                  </a:lnTo>
                  <a:lnTo>
                    <a:pt x="10286" y="29591"/>
                  </a:lnTo>
                  <a:lnTo>
                    <a:pt x="10159" y="35179"/>
                  </a:lnTo>
                  <a:lnTo>
                    <a:pt x="10032" y="45720"/>
                  </a:lnTo>
                  <a:lnTo>
                    <a:pt x="9905" y="75946"/>
                  </a:lnTo>
                  <a:lnTo>
                    <a:pt x="9536" y="92924"/>
                  </a:lnTo>
                  <a:lnTo>
                    <a:pt x="9143" y="102616"/>
                  </a:lnTo>
                  <a:lnTo>
                    <a:pt x="9174" y="128397"/>
                  </a:lnTo>
                  <a:lnTo>
                    <a:pt x="9282" y="130048"/>
                  </a:lnTo>
                  <a:lnTo>
                    <a:pt x="9397" y="131825"/>
                  </a:lnTo>
                  <a:lnTo>
                    <a:pt x="9524" y="132587"/>
                  </a:lnTo>
                  <a:lnTo>
                    <a:pt x="9567" y="132842"/>
                  </a:lnTo>
                  <a:lnTo>
                    <a:pt x="9651" y="133350"/>
                  </a:lnTo>
                  <a:lnTo>
                    <a:pt x="10134" y="135762"/>
                  </a:lnTo>
                  <a:lnTo>
                    <a:pt x="10921" y="140843"/>
                  </a:lnTo>
                  <a:lnTo>
                    <a:pt x="11049" y="141986"/>
                  </a:lnTo>
                  <a:lnTo>
                    <a:pt x="11429" y="143383"/>
                  </a:lnTo>
                  <a:lnTo>
                    <a:pt x="13461" y="149352"/>
                  </a:lnTo>
                  <a:lnTo>
                    <a:pt x="17312" y="152273"/>
                  </a:lnTo>
                  <a:lnTo>
                    <a:pt x="21462" y="152273"/>
                  </a:lnTo>
                  <a:lnTo>
                    <a:pt x="25653" y="152527"/>
                  </a:lnTo>
                  <a:lnTo>
                    <a:pt x="29590" y="150114"/>
                  </a:lnTo>
                  <a:lnTo>
                    <a:pt x="31368" y="146177"/>
                  </a:lnTo>
                  <a:lnTo>
                    <a:pt x="31495" y="146050"/>
                  </a:lnTo>
                  <a:lnTo>
                    <a:pt x="32003" y="144272"/>
                  </a:lnTo>
                  <a:lnTo>
                    <a:pt x="32003" y="138684"/>
                  </a:lnTo>
                  <a:lnTo>
                    <a:pt x="31750" y="138684"/>
                  </a:lnTo>
                  <a:lnTo>
                    <a:pt x="31641" y="138303"/>
                  </a:lnTo>
                  <a:lnTo>
                    <a:pt x="31464" y="137922"/>
                  </a:lnTo>
                  <a:lnTo>
                    <a:pt x="31755" y="137922"/>
                  </a:lnTo>
                  <a:lnTo>
                    <a:pt x="23703" y="133985"/>
                  </a:lnTo>
                  <a:lnTo>
                    <a:pt x="17399" y="133985"/>
                  </a:lnTo>
                  <a:lnTo>
                    <a:pt x="19549" y="131566"/>
                  </a:lnTo>
                  <a:lnTo>
                    <a:pt x="19676" y="131566"/>
                  </a:lnTo>
                  <a:lnTo>
                    <a:pt x="20446" y="129159"/>
                  </a:lnTo>
                  <a:lnTo>
                    <a:pt x="20523" y="128778"/>
                  </a:lnTo>
                  <a:lnTo>
                    <a:pt x="20599" y="128397"/>
                  </a:lnTo>
                  <a:lnTo>
                    <a:pt x="20700" y="127889"/>
                  </a:lnTo>
                  <a:lnTo>
                    <a:pt x="21462" y="125984"/>
                  </a:lnTo>
                  <a:lnTo>
                    <a:pt x="22415" y="124714"/>
                  </a:lnTo>
                  <a:lnTo>
                    <a:pt x="23749" y="122555"/>
                  </a:lnTo>
                  <a:lnTo>
                    <a:pt x="27050" y="121920"/>
                  </a:lnTo>
                  <a:lnTo>
                    <a:pt x="29717" y="121920"/>
                  </a:lnTo>
                  <a:lnTo>
                    <a:pt x="29738" y="102616"/>
                  </a:lnTo>
                  <a:lnTo>
                    <a:pt x="29971" y="94107"/>
                  </a:lnTo>
                  <a:lnTo>
                    <a:pt x="30352" y="76200"/>
                  </a:lnTo>
                  <a:lnTo>
                    <a:pt x="30225" y="45720"/>
                  </a:lnTo>
                  <a:lnTo>
                    <a:pt x="29971" y="35179"/>
                  </a:lnTo>
                  <a:lnTo>
                    <a:pt x="29844" y="16256"/>
                  </a:lnTo>
                  <a:lnTo>
                    <a:pt x="29638" y="14605"/>
                  </a:lnTo>
                  <a:lnTo>
                    <a:pt x="29590" y="14224"/>
                  </a:lnTo>
                  <a:lnTo>
                    <a:pt x="29256" y="12664"/>
                  </a:lnTo>
                  <a:lnTo>
                    <a:pt x="29209" y="12444"/>
                  </a:lnTo>
                  <a:close/>
                </a:path>
                <a:path w="33020" h="153035">
                  <a:moveTo>
                    <a:pt x="31279" y="135890"/>
                  </a:moveTo>
                  <a:lnTo>
                    <a:pt x="31241" y="136906"/>
                  </a:lnTo>
                  <a:lnTo>
                    <a:pt x="31532" y="137922"/>
                  </a:lnTo>
                  <a:lnTo>
                    <a:pt x="31607" y="138303"/>
                  </a:lnTo>
                  <a:lnTo>
                    <a:pt x="31750" y="138684"/>
                  </a:lnTo>
                  <a:lnTo>
                    <a:pt x="32029" y="138684"/>
                  </a:lnTo>
                  <a:lnTo>
                    <a:pt x="31953" y="138303"/>
                  </a:lnTo>
                  <a:lnTo>
                    <a:pt x="31876" y="137922"/>
                  </a:lnTo>
                  <a:lnTo>
                    <a:pt x="31279" y="135890"/>
                  </a:lnTo>
                  <a:close/>
                </a:path>
                <a:path w="33020" h="153035">
                  <a:moveTo>
                    <a:pt x="20446" y="130556"/>
                  </a:moveTo>
                  <a:lnTo>
                    <a:pt x="19549" y="131566"/>
                  </a:lnTo>
                  <a:lnTo>
                    <a:pt x="19287" y="131825"/>
                  </a:lnTo>
                  <a:lnTo>
                    <a:pt x="31755" y="137922"/>
                  </a:lnTo>
                  <a:lnTo>
                    <a:pt x="31495" y="137922"/>
                  </a:lnTo>
                  <a:lnTo>
                    <a:pt x="31241" y="136906"/>
                  </a:lnTo>
                  <a:lnTo>
                    <a:pt x="31172" y="135762"/>
                  </a:lnTo>
                  <a:lnTo>
                    <a:pt x="29472" y="135762"/>
                  </a:lnTo>
                  <a:lnTo>
                    <a:pt x="29357" y="133985"/>
                  </a:lnTo>
                  <a:lnTo>
                    <a:pt x="29267" y="132587"/>
                  </a:lnTo>
                  <a:lnTo>
                    <a:pt x="19441" y="132587"/>
                  </a:lnTo>
                  <a:lnTo>
                    <a:pt x="19629" y="131825"/>
                  </a:lnTo>
                  <a:lnTo>
                    <a:pt x="19693" y="131566"/>
                  </a:lnTo>
                  <a:lnTo>
                    <a:pt x="19917" y="131566"/>
                  </a:lnTo>
                  <a:lnTo>
                    <a:pt x="20446" y="130556"/>
                  </a:lnTo>
                  <a:close/>
                </a:path>
                <a:path w="33020" h="153035">
                  <a:moveTo>
                    <a:pt x="29273" y="131825"/>
                  </a:moveTo>
                  <a:lnTo>
                    <a:pt x="29357" y="133985"/>
                  </a:lnTo>
                  <a:lnTo>
                    <a:pt x="29472" y="135762"/>
                  </a:lnTo>
                  <a:lnTo>
                    <a:pt x="29992" y="133985"/>
                  </a:lnTo>
                  <a:lnTo>
                    <a:pt x="30035" y="133350"/>
                  </a:lnTo>
                  <a:lnTo>
                    <a:pt x="29273" y="131825"/>
                  </a:lnTo>
                  <a:close/>
                </a:path>
                <a:path w="33020" h="153035">
                  <a:moveTo>
                    <a:pt x="30133" y="133545"/>
                  </a:moveTo>
                  <a:lnTo>
                    <a:pt x="29423" y="135762"/>
                  </a:lnTo>
                  <a:lnTo>
                    <a:pt x="31241" y="135762"/>
                  </a:lnTo>
                  <a:lnTo>
                    <a:pt x="30133" y="133545"/>
                  </a:lnTo>
                  <a:close/>
                </a:path>
                <a:path w="33020" h="153035">
                  <a:moveTo>
                    <a:pt x="30691" y="132587"/>
                  </a:moveTo>
                  <a:lnTo>
                    <a:pt x="30439" y="132587"/>
                  </a:lnTo>
                  <a:lnTo>
                    <a:pt x="30195" y="133350"/>
                  </a:lnTo>
                  <a:lnTo>
                    <a:pt x="30133" y="133545"/>
                  </a:lnTo>
                  <a:lnTo>
                    <a:pt x="31241" y="135762"/>
                  </a:lnTo>
                  <a:lnTo>
                    <a:pt x="30905" y="133985"/>
                  </a:lnTo>
                  <a:lnTo>
                    <a:pt x="30810" y="133350"/>
                  </a:lnTo>
                  <a:lnTo>
                    <a:pt x="30691" y="132587"/>
                  </a:lnTo>
                  <a:close/>
                </a:path>
                <a:path w="33020" h="153035">
                  <a:moveTo>
                    <a:pt x="20232" y="131825"/>
                  </a:moveTo>
                  <a:lnTo>
                    <a:pt x="18923" y="132587"/>
                  </a:lnTo>
                  <a:lnTo>
                    <a:pt x="18640" y="132587"/>
                  </a:lnTo>
                  <a:lnTo>
                    <a:pt x="17399" y="133985"/>
                  </a:lnTo>
                  <a:lnTo>
                    <a:pt x="19232" y="132587"/>
                  </a:lnTo>
                  <a:lnTo>
                    <a:pt x="20845" y="132587"/>
                  </a:lnTo>
                  <a:lnTo>
                    <a:pt x="19287" y="131825"/>
                  </a:lnTo>
                  <a:lnTo>
                    <a:pt x="20232" y="131825"/>
                  </a:lnTo>
                  <a:close/>
                </a:path>
                <a:path w="33020" h="153035">
                  <a:moveTo>
                    <a:pt x="20535" y="131825"/>
                  </a:moveTo>
                  <a:lnTo>
                    <a:pt x="20232" y="131825"/>
                  </a:lnTo>
                  <a:lnTo>
                    <a:pt x="17399" y="133985"/>
                  </a:lnTo>
                  <a:lnTo>
                    <a:pt x="23703" y="133985"/>
                  </a:lnTo>
                  <a:lnTo>
                    <a:pt x="20845" y="132587"/>
                  </a:lnTo>
                  <a:lnTo>
                    <a:pt x="18907" y="132587"/>
                  </a:lnTo>
                  <a:lnTo>
                    <a:pt x="20535" y="131825"/>
                  </a:lnTo>
                  <a:close/>
                </a:path>
                <a:path w="33020" h="153035">
                  <a:moveTo>
                    <a:pt x="30488" y="131566"/>
                  </a:moveTo>
                  <a:lnTo>
                    <a:pt x="30312" y="131825"/>
                  </a:lnTo>
                  <a:lnTo>
                    <a:pt x="29273" y="131825"/>
                  </a:lnTo>
                  <a:lnTo>
                    <a:pt x="30035" y="133350"/>
                  </a:lnTo>
                  <a:lnTo>
                    <a:pt x="30133" y="133545"/>
                  </a:lnTo>
                  <a:lnTo>
                    <a:pt x="30358" y="132842"/>
                  </a:lnTo>
                  <a:lnTo>
                    <a:pt x="30439" y="132587"/>
                  </a:lnTo>
                  <a:lnTo>
                    <a:pt x="30488" y="131566"/>
                  </a:lnTo>
                  <a:close/>
                </a:path>
                <a:path w="33020" h="153035">
                  <a:moveTo>
                    <a:pt x="19917" y="131566"/>
                  </a:moveTo>
                  <a:lnTo>
                    <a:pt x="19693" y="131566"/>
                  </a:lnTo>
                  <a:lnTo>
                    <a:pt x="19441" y="132587"/>
                  </a:lnTo>
                  <a:lnTo>
                    <a:pt x="19781" y="131825"/>
                  </a:lnTo>
                  <a:lnTo>
                    <a:pt x="19917" y="131566"/>
                  </a:lnTo>
                  <a:close/>
                </a:path>
                <a:path w="33020" h="153035">
                  <a:moveTo>
                    <a:pt x="30138" y="130048"/>
                  </a:moveTo>
                  <a:lnTo>
                    <a:pt x="30118" y="130556"/>
                  </a:lnTo>
                  <a:lnTo>
                    <a:pt x="20446" y="130556"/>
                  </a:lnTo>
                  <a:lnTo>
                    <a:pt x="19381" y="132587"/>
                  </a:lnTo>
                  <a:lnTo>
                    <a:pt x="18923" y="132587"/>
                  </a:lnTo>
                  <a:lnTo>
                    <a:pt x="20294" y="131825"/>
                  </a:lnTo>
                  <a:lnTo>
                    <a:pt x="30285" y="131825"/>
                  </a:lnTo>
                  <a:lnTo>
                    <a:pt x="30255" y="130556"/>
                  </a:lnTo>
                  <a:lnTo>
                    <a:pt x="30138" y="130048"/>
                  </a:lnTo>
                  <a:close/>
                </a:path>
                <a:path w="33020" h="153035">
                  <a:moveTo>
                    <a:pt x="29218" y="131825"/>
                  </a:moveTo>
                  <a:lnTo>
                    <a:pt x="20535" y="131825"/>
                  </a:lnTo>
                  <a:lnTo>
                    <a:pt x="18907" y="132587"/>
                  </a:lnTo>
                  <a:lnTo>
                    <a:pt x="29267" y="132587"/>
                  </a:lnTo>
                  <a:lnTo>
                    <a:pt x="29218" y="131825"/>
                  </a:lnTo>
                  <a:close/>
                </a:path>
                <a:path w="33020" h="153035">
                  <a:moveTo>
                    <a:pt x="30928" y="130917"/>
                  </a:moveTo>
                  <a:lnTo>
                    <a:pt x="30488" y="131566"/>
                  </a:lnTo>
                  <a:lnTo>
                    <a:pt x="30564" y="131825"/>
                  </a:lnTo>
                  <a:lnTo>
                    <a:pt x="30691" y="132587"/>
                  </a:lnTo>
                  <a:lnTo>
                    <a:pt x="30429" y="132587"/>
                  </a:lnTo>
                  <a:lnTo>
                    <a:pt x="30733" y="131825"/>
                  </a:lnTo>
                  <a:lnTo>
                    <a:pt x="30928" y="130917"/>
                  </a:lnTo>
                  <a:close/>
                </a:path>
                <a:path w="33020" h="153035">
                  <a:moveTo>
                    <a:pt x="27050" y="121920"/>
                  </a:moveTo>
                  <a:lnTo>
                    <a:pt x="23749" y="122555"/>
                  </a:lnTo>
                  <a:lnTo>
                    <a:pt x="22385" y="124714"/>
                  </a:lnTo>
                  <a:lnTo>
                    <a:pt x="22034" y="125222"/>
                  </a:lnTo>
                  <a:lnTo>
                    <a:pt x="21462" y="125984"/>
                  </a:lnTo>
                  <a:lnTo>
                    <a:pt x="20700" y="127889"/>
                  </a:lnTo>
                  <a:lnTo>
                    <a:pt x="20599" y="128397"/>
                  </a:lnTo>
                  <a:lnTo>
                    <a:pt x="20523" y="128778"/>
                  </a:lnTo>
                  <a:lnTo>
                    <a:pt x="20446" y="129159"/>
                  </a:lnTo>
                  <a:lnTo>
                    <a:pt x="20347" y="129655"/>
                  </a:lnTo>
                  <a:lnTo>
                    <a:pt x="20243" y="129794"/>
                  </a:lnTo>
                  <a:lnTo>
                    <a:pt x="19676" y="131566"/>
                  </a:lnTo>
                  <a:lnTo>
                    <a:pt x="19549" y="131566"/>
                  </a:lnTo>
                  <a:lnTo>
                    <a:pt x="20446" y="130556"/>
                  </a:lnTo>
                  <a:lnTo>
                    <a:pt x="30107" y="130556"/>
                  </a:lnTo>
                  <a:lnTo>
                    <a:pt x="30001" y="129794"/>
                  </a:lnTo>
                  <a:lnTo>
                    <a:pt x="29929" y="127889"/>
                  </a:lnTo>
                  <a:lnTo>
                    <a:pt x="29802" y="125984"/>
                  </a:lnTo>
                  <a:lnTo>
                    <a:pt x="29717" y="123609"/>
                  </a:lnTo>
                  <a:lnTo>
                    <a:pt x="27050" y="121920"/>
                  </a:lnTo>
                  <a:close/>
                </a:path>
                <a:path w="33020" h="153035">
                  <a:moveTo>
                    <a:pt x="29717" y="123609"/>
                  </a:moveTo>
                  <a:lnTo>
                    <a:pt x="30488" y="131566"/>
                  </a:lnTo>
                  <a:lnTo>
                    <a:pt x="30709" y="130917"/>
                  </a:lnTo>
                  <a:lnTo>
                    <a:pt x="31114" y="130048"/>
                  </a:lnTo>
                  <a:lnTo>
                    <a:pt x="31518" y="130048"/>
                  </a:lnTo>
                  <a:lnTo>
                    <a:pt x="32638" y="128397"/>
                  </a:lnTo>
                  <a:lnTo>
                    <a:pt x="32028" y="125222"/>
                  </a:lnTo>
                  <a:lnTo>
                    <a:pt x="32199" y="125222"/>
                  </a:lnTo>
                  <a:lnTo>
                    <a:pt x="29717" y="123609"/>
                  </a:lnTo>
                  <a:close/>
                </a:path>
                <a:path w="33020" h="153035">
                  <a:moveTo>
                    <a:pt x="31114" y="130048"/>
                  </a:moveTo>
                  <a:lnTo>
                    <a:pt x="30406" y="131566"/>
                  </a:lnTo>
                  <a:lnTo>
                    <a:pt x="30928" y="130917"/>
                  </a:lnTo>
                  <a:lnTo>
                    <a:pt x="31006" y="130556"/>
                  </a:lnTo>
                  <a:lnTo>
                    <a:pt x="31114" y="130048"/>
                  </a:lnTo>
                  <a:close/>
                </a:path>
                <a:path w="33020" h="153035">
                  <a:moveTo>
                    <a:pt x="31518" y="130048"/>
                  </a:moveTo>
                  <a:lnTo>
                    <a:pt x="31114" y="130048"/>
                  </a:lnTo>
                  <a:lnTo>
                    <a:pt x="31006" y="130556"/>
                  </a:lnTo>
                  <a:lnTo>
                    <a:pt x="30928" y="130917"/>
                  </a:lnTo>
                  <a:lnTo>
                    <a:pt x="31518" y="130048"/>
                  </a:lnTo>
                  <a:close/>
                </a:path>
                <a:path w="33020" h="153035">
                  <a:moveTo>
                    <a:pt x="29717" y="121920"/>
                  </a:moveTo>
                  <a:lnTo>
                    <a:pt x="27050" y="121920"/>
                  </a:lnTo>
                  <a:lnTo>
                    <a:pt x="29717" y="123609"/>
                  </a:lnTo>
                  <a:lnTo>
                    <a:pt x="29717" y="121920"/>
                  </a:lnTo>
                  <a:close/>
                </a:path>
                <a:path w="33020" h="153035">
                  <a:moveTo>
                    <a:pt x="13334" y="1016"/>
                  </a:moveTo>
                  <a:lnTo>
                    <a:pt x="12572" y="1016"/>
                  </a:lnTo>
                  <a:lnTo>
                    <a:pt x="7619" y="2286"/>
                  </a:lnTo>
                  <a:lnTo>
                    <a:pt x="2920" y="3683"/>
                  </a:lnTo>
                  <a:lnTo>
                    <a:pt x="0" y="8382"/>
                  </a:lnTo>
                  <a:lnTo>
                    <a:pt x="2031" y="18034"/>
                  </a:lnTo>
                  <a:lnTo>
                    <a:pt x="6603" y="21082"/>
                  </a:lnTo>
                  <a:lnTo>
                    <a:pt x="10373" y="20486"/>
                  </a:lnTo>
                  <a:lnTo>
                    <a:pt x="10404" y="17268"/>
                  </a:lnTo>
                  <a:lnTo>
                    <a:pt x="9928" y="14605"/>
                  </a:lnTo>
                  <a:lnTo>
                    <a:pt x="9905" y="4445"/>
                  </a:lnTo>
                  <a:lnTo>
                    <a:pt x="13334" y="1016"/>
                  </a:lnTo>
                  <a:close/>
                </a:path>
                <a:path w="33020" h="153035">
                  <a:moveTo>
                    <a:pt x="10404" y="17268"/>
                  </a:moveTo>
                  <a:lnTo>
                    <a:pt x="10373" y="20486"/>
                  </a:lnTo>
                  <a:lnTo>
                    <a:pt x="15663" y="19685"/>
                  </a:lnTo>
                  <a:lnTo>
                    <a:pt x="20065" y="19304"/>
                  </a:lnTo>
                  <a:lnTo>
                    <a:pt x="25145" y="19050"/>
                  </a:lnTo>
                  <a:lnTo>
                    <a:pt x="26074" y="18034"/>
                  </a:lnTo>
                  <a:lnTo>
                    <a:pt x="10540" y="18034"/>
                  </a:lnTo>
                  <a:lnTo>
                    <a:pt x="10404" y="17268"/>
                  </a:lnTo>
                  <a:close/>
                </a:path>
                <a:path w="33020" h="153035">
                  <a:moveTo>
                    <a:pt x="27700" y="16256"/>
                  </a:moveTo>
                  <a:lnTo>
                    <a:pt x="10413" y="16256"/>
                  </a:lnTo>
                  <a:lnTo>
                    <a:pt x="10540" y="18034"/>
                  </a:lnTo>
                  <a:lnTo>
                    <a:pt x="26074" y="18034"/>
                  </a:lnTo>
                  <a:lnTo>
                    <a:pt x="27700" y="16256"/>
                  </a:lnTo>
                  <a:close/>
                </a:path>
                <a:path w="33020" h="153035">
                  <a:moveTo>
                    <a:pt x="18414" y="254"/>
                  </a:moveTo>
                  <a:lnTo>
                    <a:pt x="14096" y="254"/>
                  </a:lnTo>
                  <a:lnTo>
                    <a:pt x="9905" y="4445"/>
                  </a:lnTo>
                  <a:lnTo>
                    <a:pt x="9928" y="14605"/>
                  </a:lnTo>
                  <a:lnTo>
                    <a:pt x="10404" y="17268"/>
                  </a:lnTo>
                  <a:lnTo>
                    <a:pt x="10413" y="16256"/>
                  </a:lnTo>
                  <a:lnTo>
                    <a:pt x="27700" y="16256"/>
                  </a:lnTo>
                  <a:lnTo>
                    <a:pt x="29209" y="14605"/>
                  </a:lnTo>
                  <a:lnTo>
                    <a:pt x="29103" y="12444"/>
                  </a:lnTo>
                  <a:lnTo>
                    <a:pt x="29001" y="11876"/>
                  </a:lnTo>
                  <a:lnTo>
                    <a:pt x="28902" y="8382"/>
                  </a:lnTo>
                  <a:lnTo>
                    <a:pt x="28820" y="6713"/>
                  </a:lnTo>
                  <a:lnTo>
                    <a:pt x="27685" y="4445"/>
                  </a:lnTo>
                  <a:lnTo>
                    <a:pt x="25780" y="2667"/>
                  </a:lnTo>
                  <a:lnTo>
                    <a:pt x="23894" y="1016"/>
                  </a:lnTo>
                  <a:lnTo>
                    <a:pt x="11937" y="1016"/>
                  </a:lnTo>
                  <a:lnTo>
                    <a:pt x="18414" y="254"/>
                  </a:lnTo>
                  <a:close/>
                </a:path>
                <a:path w="33020" h="153035">
                  <a:moveTo>
                    <a:pt x="29015" y="10668"/>
                  </a:moveTo>
                  <a:lnTo>
                    <a:pt x="28828" y="10668"/>
                  </a:lnTo>
                  <a:lnTo>
                    <a:pt x="29087" y="11876"/>
                  </a:lnTo>
                  <a:lnTo>
                    <a:pt x="29015" y="10668"/>
                  </a:lnTo>
                  <a:close/>
                </a:path>
                <a:path w="33020" h="153035">
                  <a:moveTo>
                    <a:pt x="24510" y="254"/>
                  </a:moveTo>
                  <a:lnTo>
                    <a:pt x="21844" y="254"/>
                  </a:lnTo>
                  <a:lnTo>
                    <a:pt x="24129" y="1016"/>
                  </a:lnTo>
                  <a:lnTo>
                    <a:pt x="23894" y="1016"/>
                  </a:lnTo>
                  <a:lnTo>
                    <a:pt x="25780" y="2667"/>
                  </a:lnTo>
                  <a:lnTo>
                    <a:pt x="27685" y="4445"/>
                  </a:lnTo>
                  <a:lnTo>
                    <a:pt x="28820" y="6713"/>
                  </a:lnTo>
                  <a:lnTo>
                    <a:pt x="28708" y="4445"/>
                  </a:lnTo>
                  <a:lnTo>
                    <a:pt x="28047" y="3683"/>
                  </a:lnTo>
                  <a:lnTo>
                    <a:pt x="24510" y="254"/>
                  </a:lnTo>
                  <a:close/>
                </a:path>
                <a:path w="33020" h="153035">
                  <a:moveTo>
                    <a:pt x="21081" y="0"/>
                  </a:moveTo>
                  <a:lnTo>
                    <a:pt x="18414" y="254"/>
                  </a:lnTo>
                  <a:lnTo>
                    <a:pt x="11937" y="1016"/>
                  </a:lnTo>
                  <a:lnTo>
                    <a:pt x="24129" y="1016"/>
                  </a:lnTo>
                  <a:lnTo>
                    <a:pt x="21081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54161" y="1477010"/>
              <a:ext cx="258191" cy="370459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172212" y="504825"/>
            <a:ext cx="2661920" cy="1130935"/>
            <a:chOff x="172212" y="504825"/>
            <a:chExt cx="2661920" cy="1130935"/>
          </a:xfrm>
        </p:grpSpPr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7750" y="1152525"/>
              <a:ext cx="180975" cy="18097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72212" y="504824"/>
              <a:ext cx="2661920" cy="1130935"/>
            </a:xfrm>
            <a:custGeom>
              <a:avLst/>
              <a:gdLst/>
              <a:ahLst/>
              <a:cxnLst/>
              <a:rect l="l" t="t" r="r" b="b"/>
              <a:pathLst>
                <a:path w="2661920" h="1130935">
                  <a:moveTo>
                    <a:pt x="61734" y="538226"/>
                  </a:moveTo>
                  <a:lnTo>
                    <a:pt x="59093" y="530733"/>
                  </a:lnTo>
                  <a:lnTo>
                    <a:pt x="45656" y="535622"/>
                  </a:lnTo>
                  <a:lnTo>
                    <a:pt x="33870" y="542658"/>
                  </a:lnTo>
                  <a:lnTo>
                    <a:pt x="8597" y="576376"/>
                  </a:lnTo>
                  <a:lnTo>
                    <a:pt x="50" y="622427"/>
                  </a:lnTo>
                  <a:lnTo>
                    <a:pt x="0" y="623443"/>
                  </a:lnTo>
                  <a:lnTo>
                    <a:pt x="850" y="638810"/>
                  </a:lnTo>
                  <a:lnTo>
                    <a:pt x="15240" y="683641"/>
                  </a:lnTo>
                  <a:lnTo>
                    <a:pt x="45618" y="711225"/>
                  </a:lnTo>
                  <a:lnTo>
                    <a:pt x="59093" y="716026"/>
                  </a:lnTo>
                  <a:lnTo>
                    <a:pt x="61442" y="708533"/>
                  </a:lnTo>
                  <a:lnTo>
                    <a:pt x="50876" y="703846"/>
                  </a:lnTo>
                  <a:lnTo>
                    <a:pt x="41770" y="697344"/>
                  </a:lnTo>
                  <a:lnTo>
                    <a:pt x="19646" y="653669"/>
                  </a:lnTo>
                  <a:lnTo>
                    <a:pt x="16903" y="622427"/>
                  </a:lnTo>
                  <a:lnTo>
                    <a:pt x="17589" y="606653"/>
                  </a:lnTo>
                  <a:lnTo>
                    <a:pt x="27889" y="567690"/>
                  </a:lnTo>
                  <a:lnTo>
                    <a:pt x="51041" y="542925"/>
                  </a:lnTo>
                  <a:lnTo>
                    <a:pt x="61734" y="538226"/>
                  </a:lnTo>
                  <a:close/>
                </a:path>
                <a:path w="2661920" h="1130935">
                  <a:moveTo>
                    <a:pt x="466966" y="623443"/>
                  </a:moveTo>
                  <a:lnTo>
                    <a:pt x="458355" y="576376"/>
                  </a:lnTo>
                  <a:lnTo>
                    <a:pt x="433082" y="542658"/>
                  </a:lnTo>
                  <a:lnTo>
                    <a:pt x="407873" y="530733"/>
                  </a:lnTo>
                  <a:lnTo>
                    <a:pt x="405231" y="538226"/>
                  </a:lnTo>
                  <a:lnTo>
                    <a:pt x="415950" y="542925"/>
                  </a:lnTo>
                  <a:lnTo>
                    <a:pt x="425183" y="549389"/>
                  </a:lnTo>
                  <a:lnTo>
                    <a:pt x="447319" y="592251"/>
                  </a:lnTo>
                  <a:lnTo>
                    <a:pt x="449351" y="606475"/>
                  </a:lnTo>
                  <a:lnTo>
                    <a:pt x="449376" y="606653"/>
                  </a:lnTo>
                  <a:lnTo>
                    <a:pt x="447306" y="653669"/>
                  </a:lnTo>
                  <a:lnTo>
                    <a:pt x="432854" y="689013"/>
                  </a:lnTo>
                  <a:lnTo>
                    <a:pt x="405523" y="708533"/>
                  </a:lnTo>
                  <a:lnTo>
                    <a:pt x="407873" y="716026"/>
                  </a:lnTo>
                  <a:lnTo>
                    <a:pt x="443268" y="695032"/>
                  </a:lnTo>
                  <a:lnTo>
                    <a:pt x="463156" y="656209"/>
                  </a:lnTo>
                  <a:lnTo>
                    <a:pt x="466013" y="640499"/>
                  </a:lnTo>
                  <a:lnTo>
                    <a:pt x="466966" y="623443"/>
                  </a:lnTo>
                  <a:close/>
                </a:path>
                <a:path w="2661920" h="1130935">
                  <a:moveTo>
                    <a:pt x="2661412" y="1009650"/>
                  </a:moveTo>
                  <a:lnTo>
                    <a:pt x="2638552" y="990600"/>
                  </a:lnTo>
                  <a:lnTo>
                    <a:pt x="2529586" y="899795"/>
                  </a:lnTo>
                  <a:lnTo>
                    <a:pt x="2522905" y="896200"/>
                  </a:lnTo>
                  <a:lnTo>
                    <a:pt x="2498356" y="916139"/>
                  </a:lnTo>
                  <a:lnTo>
                    <a:pt x="2500426" y="923124"/>
                  </a:lnTo>
                  <a:lnTo>
                    <a:pt x="2505202" y="929005"/>
                  </a:lnTo>
                  <a:lnTo>
                    <a:pt x="2579116" y="990600"/>
                  </a:lnTo>
                  <a:lnTo>
                    <a:pt x="561213" y="990600"/>
                  </a:lnTo>
                  <a:lnTo>
                    <a:pt x="561213" y="82334"/>
                  </a:lnTo>
                  <a:lnTo>
                    <a:pt x="622782" y="156210"/>
                  </a:lnTo>
                  <a:lnTo>
                    <a:pt x="628675" y="160972"/>
                  </a:lnTo>
                  <a:lnTo>
                    <a:pt x="635685" y="162991"/>
                  </a:lnTo>
                  <a:lnTo>
                    <a:pt x="642950" y="162229"/>
                  </a:lnTo>
                  <a:lnTo>
                    <a:pt x="649592" y="158623"/>
                  </a:lnTo>
                  <a:lnTo>
                    <a:pt x="654342" y="152742"/>
                  </a:lnTo>
                  <a:lnTo>
                    <a:pt x="656386" y="145757"/>
                  </a:lnTo>
                  <a:lnTo>
                    <a:pt x="655637" y="138506"/>
                  </a:lnTo>
                  <a:lnTo>
                    <a:pt x="652043" y="131826"/>
                  </a:lnTo>
                  <a:lnTo>
                    <a:pt x="566928" y="29718"/>
                  </a:lnTo>
                  <a:lnTo>
                    <a:pt x="542163" y="0"/>
                  </a:lnTo>
                  <a:lnTo>
                    <a:pt x="432282" y="131826"/>
                  </a:lnTo>
                  <a:lnTo>
                    <a:pt x="428675" y="138506"/>
                  </a:lnTo>
                  <a:lnTo>
                    <a:pt x="427939" y="145757"/>
                  </a:lnTo>
                  <a:lnTo>
                    <a:pt x="429971" y="152742"/>
                  </a:lnTo>
                  <a:lnTo>
                    <a:pt x="434721" y="158623"/>
                  </a:lnTo>
                  <a:lnTo>
                    <a:pt x="441363" y="162229"/>
                  </a:lnTo>
                  <a:lnTo>
                    <a:pt x="448627" y="162991"/>
                  </a:lnTo>
                  <a:lnTo>
                    <a:pt x="455637" y="160972"/>
                  </a:lnTo>
                  <a:lnTo>
                    <a:pt x="461543" y="156210"/>
                  </a:lnTo>
                  <a:lnTo>
                    <a:pt x="523113" y="82334"/>
                  </a:lnTo>
                  <a:lnTo>
                    <a:pt x="523113" y="990600"/>
                  </a:lnTo>
                  <a:lnTo>
                    <a:pt x="284988" y="990600"/>
                  </a:lnTo>
                  <a:lnTo>
                    <a:pt x="284988" y="1028700"/>
                  </a:lnTo>
                  <a:lnTo>
                    <a:pt x="523113" y="1028700"/>
                  </a:lnTo>
                  <a:lnTo>
                    <a:pt x="523113" y="1130427"/>
                  </a:lnTo>
                  <a:lnTo>
                    <a:pt x="561213" y="1130427"/>
                  </a:lnTo>
                  <a:lnTo>
                    <a:pt x="561213" y="1028700"/>
                  </a:lnTo>
                  <a:lnTo>
                    <a:pt x="2579116" y="1028700"/>
                  </a:lnTo>
                  <a:lnTo>
                    <a:pt x="2505202" y="1090295"/>
                  </a:lnTo>
                  <a:lnTo>
                    <a:pt x="2500426" y="1096187"/>
                  </a:lnTo>
                  <a:lnTo>
                    <a:pt x="2498356" y="1103172"/>
                  </a:lnTo>
                  <a:lnTo>
                    <a:pt x="2499068" y="1110424"/>
                  </a:lnTo>
                  <a:lnTo>
                    <a:pt x="2502662" y="1117092"/>
                  </a:lnTo>
                  <a:lnTo>
                    <a:pt x="2508618" y="1121854"/>
                  </a:lnTo>
                  <a:lnTo>
                    <a:pt x="2515641" y="1123873"/>
                  </a:lnTo>
                  <a:lnTo>
                    <a:pt x="2522905" y="1123111"/>
                  </a:lnTo>
                  <a:lnTo>
                    <a:pt x="2529586" y="1119505"/>
                  </a:lnTo>
                  <a:lnTo>
                    <a:pt x="2638552" y="1028700"/>
                  </a:lnTo>
                  <a:lnTo>
                    <a:pt x="2661412" y="1009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49885" y="1028826"/>
              <a:ext cx="140335" cy="48260"/>
            </a:xfrm>
            <a:custGeom>
              <a:avLst/>
              <a:gdLst/>
              <a:ahLst/>
              <a:cxnLst/>
              <a:rect l="l" t="t" r="r" b="b"/>
              <a:pathLst>
                <a:path w="140335" h="48259">
                  <a:moveTo>
                    <a:pt x="115798" y="0"/>
                  </a:moveTo>
                  <a:lnTo>
                    <a:pt x="110629" y="5842"/>
                  </a:lnTo>
                  <a:lnTo>
                    <a:pt x="126250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26250" y="28575"/>
                  </a:lnTo>
                  <a:lnTo>
                    <a:pt x="110629" y="42163"/>
                  </a:lnTo>
                  <a:lnTo>
                    <a:pt x="115798" y="48006"/>
                  </a:lnTo>
                  <a:lnTo>
                    <a:pt x="140322" y="26797"/>
                  </a:lnTo>
                  <a:lnTo>
                    <a:pt x="140322" y="21209"/>
                  </a:lnTo>
                  <a:lnTo>
                    <a:pt x="11579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4008501" y="441007"/>
            <a:ext cx="12115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sz="1400" spc="2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400">
                <a:latin typeface="Verdana"/>
                <a:cs typeface="Verdana"/>
              </a:rPr>
              <a:t>is</a:t>
            </a:r>
            <a:r>
              <a:rPr dirty="0" sz="1400" spc="-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too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C00000"/>
                </a:solidFill>
                <a:latin typeface="Verdana"/>
                <a:cs typeface="Verdana"/>
              </a:rPr>
              <a:t>large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810250" y="38100"/>
            <a:ext cx="742950" cy="742950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6872858" y="164782"/>
            <a:ext cx="1961514" cy="5137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35"/>
              </a:spcBef>
            </a:pPr>
            <a:r>
              <a:rPr dirty="0" sz="1550">
                <a:latin typeface="Verdana"/>
                <a:cs typeface="Verdana"/>
              </a:rPr>
              <a:t>learning</a:t>
            </a:r>
            <a:r>
              <a:rPr dirty="0" sz="1550" spc="13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rate</a:t>
            </a:r>
            <a:r>
              <a:rPr dirty="0" sz="1550" spc="17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is</a:t>
            </a:r>
            <a:r>
              <a:rPr dirty="0" sz="1550" spc="55">
                <a:latin typeface="Verdana"/>
                <a:cs typeface="Verdana"/>
              </a:rPr>
              <a:t> </a:t>
            </a:r>
            <a:r>
              <a:rPr dirty="0" sz="1550" spc="-25">
                <a:latin typeface="Verdana"/>
                <a:cs typeface="Verdana"/>
              </a:rPr>
              <a:t>too </a:t>
            </a:r>
            <a:r>
              <a:rPr dirty="0" sz="1550" spc="-10">
                <a:latin typeface="Verdana"/>
                <a:cs typeface="Verdana"/>
              </a:rPr>
              <a:t>large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516751" y="254952"/>
            <a:ext cx="23812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25">
                <a:latin typeface="Verdana"/>
                <a:cs typeface="Verdana"/>
              </a:rPr>
              <a:t>or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6197" y="975423"/>
            <a:ext cx="53467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Cambria Math"/>
                <a:cs typeface="Cambria Math"/>
              </a:rPr>
              <a:t>𝐽</a:t>
            </a:r>
            <a:r>
              <a:rPr dirty="0" sz="1550" spc="409">
                <a:latin typeface="Cambria Math"/>
                <a:cs typeface="Cambria Math"/>
              </a:rPr>
              <a:t> </a:t>
            </a:r>
            <a:r>
              <a:rPr dirty="0" sz="1550" spc="6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550" spc="60">
                <a:latin typeface="Cambria Math"/>
                <a:cs typeface="Cambria Math"/>
              </a:rPr>
              <a:t>,</a:t>
            </a:r>
            <a:r>
              <a:rPr dirty="0" sz="1550" spc="-135">
                <a:latin typeface="Cambria Math"/>
                <a:cs typeface="Cambria Math"/>
              </a:rPr>
              <a:t> </a:t>
            </a:r>
            <a:r>
              <a:rPr dirty="0" sz="1550" spc="-6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85748" y="870711"/>
            <a:ext cx="1882951" cy="568960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905827" y="1580578"/>
            <a:ext cx="121856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#</a:t>
            </a:r>
            <a:r>
              <a:rPr dirty="0" sz="1550" spc="65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FF9300"/>
                </a:solidFill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829050" y="323850"/>
            <a:ext cx="2217420" cy="1095375"/>
            <a:chOff x="3829050" y="323850"/>
            <a:chExt cx="2217420" cy="1095375"/>
          </a:xfrm>
        </p:grpSpPr>
        <p:pic>
          <p:nvPicPr>
            <p:cNvPr id="53" name="object 5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43550" y="323850"/>
              <a:ext cx="180975" cy="18097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29050" y="1238250"/>
              <a:ext cx="171450" cy="18097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68036" y="631190"/>
              <a:ext cx="678434" cy="426720"/>
            </a:xfrm>
            <a:prstGeom prst="rect">
              <a:avLst/>
            </a:prstGeom>
          </p:spPr>
        </p:pic>
      </p:grp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2505" rIns="0" bIns="0" rtlCol="0" vert="horz">
            <a:spAutoFit/>
          </a:bodyPr>
          <a:lstStyle/>
          <a:p>
            <a:pPr marL="412115">
              <a:lnSpc>
                <a:spcPct val="100000"/>
              </a:lnSpc>
              <a:spcBef>
                <a:spcPts val="130"/>
              </a:spcBef>
            </a:pPr>
            <a:r>
              <a:rPr dirty="0" sz="2000"/>
              <a:t>Values</a:t>
            </a:r>
            <a:r>
              <a:rPr dirty="0" sz="2000" spc="-45"/>
              <a:t> </a:t>
            </a:r>
            <a:r>
              <a:rPr dirty="0" sz="2000"/>
              <a:t>of</a:t>
            </a:r>
            <a:r>
              <a:rPr dirty="0" sz="2000" spc="10"/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sz="2000" spc="35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/>
              <a:t>to</a:t>
            </a:r>
            <a:r>
              <a:rPr dirty="0" sz="2000" spc="-135"/>
              <a:t> </a:t>
            </a:r>
            <a:r>
              <a:rPr dirty="0" sz="2000" spc="-20"/>
              <a:t>try: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7751" y="1109916"/>
            <a:ext cx="941069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…</a:t>
            </a:r>
            <a:r>
              <a:rPr dirty="0" sz="2000" spc="280">
                <a:latin typeface="Cambria Math"/>
                <a:cs typeface="Cambria Math"/>
              </a:rPr>
              <a:t> </a:t>
            </a:r>
            <a:r>
              <a:rPr dirty="0" sz="2000" spc="-10">
                <a:solidFill>
                  <a:srgbClr val="C00000"/>
                </a:solidFill>
                <a:latin typeface="Cambria Math"/>
                <a:cs typeface="Cambria Math"/>
              </a:rPr>
              <a:t>0.001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91609" y="1109916"/>
            <a:ext cx="511809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0">
                <a:solidFill>
                  <a:srgbClr val="C00000"/>
                </a:solidFill>
                <a:latin typeface="Cambria Math"/>
                <a:cs typeface="Cambria Math"/>
              </a:rPr>
              <a:t>0.01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1154" y="1109916"/>
            <a:ext cx="3683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solidFill>
                  <a:srgbClr val="C00000"/>
                </a:solidFill>
                <a:latin typeface="Cambria Math"/>
                <a:cs typeface="Cambria Math"/>
              </a:rPr>
              <a:t>0.1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7756" y="1109916"/>
            <a:ext cx="40068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1</a:t>
            </a:r>
            <a:r>
              <a:rPr dirty="0" sz="2000" spc="-1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…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8229" y="1165860"/>
            <a:ext cx="1461460" cy="4386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8372" y="1662683"/>
            <a:ext cx="381543" cy="2378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0597" y="1171194"/>
            <a:ext cx="1191964" cy="39001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05123" y="1718436"/>
            <a:ext cx="192867" cy="14846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664203" y="1694942"/>
            <a:ext cx="284730" cy="2033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14076" y="1194180"/>
            <a:ext cx="1055429" cy="41871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40352" y="1697608"/>
            <a:ext cx="381635" cy="23761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05905" y="1682495"/>
            <a:ext cx="381610" cy="23761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44947" y="1718436"/>
            <a:ext cx="192867" cy="14846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04028" y="1694942"/>
            <a:ext cx="280670" cy="203327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572793" y="1709420"/>
            <a:ext cx="192628" cy="14858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831838" y="1685925"/>
            <a:ext cx="280669" cy="20332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4020" y="3714750"/>
            <a:ext cx="121793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#</a:t>
            </a:r>
            <a:r>
              <a:rPr dirty="0" sz="1550" spc="65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FF9300"/>
                </a:solidFill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2177" y="2676525"/>
            <a:ext cx="2697480" cy="1132205"/>
            <a:chOff x="812177" y="2676525"/>
            <a:chExt cx="2697480" cy="1132205"/>
          </a:xfrm>
        </p:grpSpPr>
        <p:sp>
          <p:nvSpPr>
            <p:cNvPr id="21" name="object 21"/>
            <p:cNvSpPr/>
            <p:nvPr/>
          </p:nvSpPr>
          <p:spPr>
            <a:xfrm>
              <a:off x="812177" y="2676524"/>
              <a:ext cx="2697480" cy="1132205"/>
            </a:xfrm>
            <a:custGeom>
              <a:avLst/>
              <a:gdLst/>
              <a:ahLst/>
              <a:cxnLst/>
              <a:rect l="l" t="t" r="r" b="b"/>
              <a:pathLst>
                <a:path w="2697479" h="1132204">
                  <a:moveTo>
                    <a:pt x="61722" y="525272"/>
                  </a:moveTo>
                  <a:lnTo>
                    <a:pt x="59093" y="517779"/>
                  </a:lnTo>
                  <a:lnTo>
                    <a:pt x="45656" y="522668"/>
                  </a:lnTo>
                  <a:lnTo>
                    <a:pt x="33870" y="529704"/>
                  </a:lnTo>
                  <a:lnTo>
                    <a:pt x="8585" y="563422"/>
                  </a:lnTo>
                  <a:lnTo>
                    <a:pt x="50" y="609473"/>
                  </a:lnTo>
                  <a:lnTo>
                    <a:pt x="0" y="610489"/>
                  </a:lnTo>
                  <a:lnTo>
                    <a:pt x="850" y="625856"/>
                  </a:lnTo>
                  <a:lnTo>
                    <a:pt x="15227" y="670687"/>
                  </a:lnTo>
                  <a:lnTo>
                    <a:pt x="45605" y="698195"/>
                  </a:lnTo>
                  <a:lnTo>
                    <a:pt x="59093" y="703072"/>
                  </a:lnTo>
                  <a:lnTo>
                    <a:pt x="61429" y="695579"/>
                  </a:lnTo>
                  <a:lnTo>
                    <a:pt x="50863" y="690867"/>
                  </a:lnTo>
                  <a:lnTo>
                    <a:pt x="41757" y="684339"/>
                  </a:lnTo>
                  <a:lnTo>
                    <a:pt x="19634" y="640715"/>
                  </a:lnTo>
                  <a:lnTo>
                    <a:pt x="16891" y="609473"/>
                  </a:lnTo>
                  <a:lnTo>
                    <a:pt x="17576" y="593686"/>
                  </a:lnTo>
                  <a:lnTo>
                    <a:pt x="27889" y="554609"/>
                  </a:lnTo>
                  <a:lnTo>
                    <a:pt x="51028" y="529971"/>
                  </a:lnTo>
                  <a:lnTo>
                    <a:pt x="61722" y="525272"/>
                  </a:lnTo>
                  <a:close/>
                </a:path>
                <a:path w="2697479" h="1132204">
                  <a:moveTo>
                    <a:pt x="476491" y="610489"/>
                  </a:moveTo>
                  <a:lnTo>
                    <a:pt x="475538" y="593686"/>
                  </a:lnTo>
                  <a:lnTo>
                    <a:pt x="475538" y="593521"/>
                  </a:lnTo>
                  <a:lnTo>
                    <a:pt x="472681" y="577824"/>
                  </a:lnTo>
                  <a:lnTo>
                    <a:pt x="452742" y="538911"/>
                  </a:lnTo>
                  <a:lnTo>
                    <a:pt x="417385" y="517779"/>
                  </a:lnTo>
                  <a:lnTo>
                    <a:pt x="414756" y="525272"/>
                  </a:lnTo>
                  <a:lnTo>
                    <a:pt x="425475" y="529971"/>
                  </a:lnTo>
                  <a:lnTo>
                    <a:pt x="434695" y="536422"/>
                  </a:lnTo>
                  <a:lnTo>
                    <a:pt x="456857" y="579285"/>
                  </a:lnTo>
                  <a:lnTo>
                    <a:pt x="458889" y="593521"/>
                  </a:lnTo>
                  <a:lnTo>
                    <a:pt x="458914" y="593686"/>
                  </a:lnTo>
                  <a:lnTo>
                    <a:pt x="456831" y="640715"/>
                  </a:lnTo>
                  <a:lnTo>
                    <a:pt x="442379" y="676008"/>
                  </a:lnTo>
                  <a:lnTo>
                    <a:pt x="415048" y="695579"/>
                  </a:lnTo>
                  <a:lnTo>
                    <a:pt x="417385" y="703072"/>
                  </a:lnTo>
                  <a:lnTo>
                    <a:pt x="452793" y="682002"/>
                  </a:lnTo>
                  <a:lnTo>
                    <a:pt x="472668" y="643216"/>
                  </a:lnTo>
                  <a:lnTo>
                    <a:pt x="475538" y="627494"/>
                  </a:lnTo>
                  <a:lnTo>
                    <a:pt x="476491" y="610489"/>
                  </a:lnTo>
                  <a:close/>
                </a:path>
                <a:path w="2697479" h="1132204">
                  <a:moveTo>
                    <a:pt x="2697467" y="962025"/>
                  </a:moveTo>
                  <a:lnTo>
                    <a:pt x="2674607" y="942975"/>
                  </a:lnTo>
                  <a:lnTo>
                    <a:pt x="2565641" y="852170"/>
                  </a:lnTo>
                  <a:lnTo>
                    <a:pt x="2559024" y="848575"/>
                  </a:lnTo>
                  <a:lnTo>
                    <a:pt x="2534475" y="868514"/>
                  </a:lnTo>
                  <a:lnTo>
                    <a:pt x="2536494" y="875499"/>
                  </a:lnTo>
                  <a:lnTo>
                    <a:pt x="2541257" y="881380"/>
                  </a:lnTo>
                  <a:lnTo>
                    <a:pt x="2615171" y="942975"/>
                  </a:lnTo>
                  <a:lnTo>
                    <a:pt x="607047" y="942975"/>
                  </a:lnTo>
                  <a:lnTo>
                    <a:pt x="607047" y="82308"/>
                  </a:lnTo>
                  <a:lnTo>
                    <a:pt x="668642" y="156210"/>
                  </a:lnTo>
                  <a:lnTo>
                    <a:pt x="674522" y="160972"/>
                  </a:lnTo>
                  <a:lnTo>
                    <a:pt x="681507" y="162991"/>
                  </a:lnTo>
                  <a:lnTo>
                    <a:pt x="688759" y="162229"/>
                  </a:lnTo>
                  <a:lnTo>
                    <a:pt x="695439" y="158623"/>
                  </a:lnTo>
                  <a:lnTo>
                    <a:pt x="700189" y="152742"/>
                  </a:lnTo>
                  <a:lnTo>
                    <a:pt x="702208" y="145757"/>
                  </a:lnTo>
                  <a:lnTo>
                    <a:pt x="701446" y="138506"/>
                  </a:lnTo>
                  <a:lnTo>
                    <a:pt x="697852" y="131826"/>
                  </a:lnTo>
                  <a:lnTo>
                    <a:pt x="612762" y="29718"/>
                  </a:lnTo>
                  <a:lnTo>
                    <a:pt x="587997" y="0"/>
                  </a:lnTo>
                  <a:lnTo>
                    <a:pt x="478142" y="131826"/>
                  </a:lnTo>
                  <a:lnTo>
                    <a:pt x="474535" y="138506"/>
                  </a:lnTo>
                  <a:lnTo>
                    <a:pt x="473773" y="145757"/>
                  </a:lnTo>
                  <a:lnTo>
                    <a:pt x="475792" y="152742"/>
                  </a:lnTo>
                  <a:lnTo>
                    <a:pt x="480555" y="158623"/>
                  </a:lnTo>
                  <a:lnTo>
                    <a:pt x="487222" y="162229"/>
                  </a:lnTo>
                  <a:lnTo>
                    <a:pt x="494474" y="162991"/>
                  </a:lnTo>
                  <a:lnTo>
                    <a:pt x="501459" y="160972"/>
                  </a:lnTo>
                  <a:lnTo>
                    <a:pt x="507352" y="156210"/>
                  </a:lnTo>
                  <a:lnTo>
                    <a:pt x="568947" y="82308"/>
                  </a:lnTo>
                  <a:lnTo>
                    <a:pt x="568947" y="942975"/>
                  </a:lnTo>
                  <a:lnTo>
                    <a:pt x="426072" y="942975"/>
                  </a:lnTo>
                  <a:lnTo>
                    <a:pt x="426072" y="981075"/>
                  </a:lnTo>
                  <a:lnTo>
                    <a:pt x="568947" y="981075"/>
                  </a:lnTo>
                  <a:lnTo>
                    <a:pt x="568947" y="1131697"/>
                  </a:lnTo>
                  <a:lnTo>
                    <a:pt x="607047" y="1131697"/>
                  </a:lnTo>
                  <a:lnTo>
                    <a:pt x="607047" y="981075"/>
                  </a:lnTo>
                  <a:lnTo>
                    <a:pt x="2615171" y="981075"/>
                  </a:lnTo>
                  <a:lnTo>
                    <a:pt x="2541257" y="1042670"/>
                  </a:lnTo>
                  <a:lnTo>
                    <a:pt x="2536494" y="1048562"/>
                  </a:lnTo>
                  <a:lnTo>
                    <a:pt x="2534475" y="1055547"/>
                  </a:lnTo>
                  <a:lnTo>
                    <a:pt x="2535237" y="1062799"/>
                  </a:lnTo>
                  <a:lnTo>
                    <a:pt x="2538844" y="1069467"/>
                  </a:lnTo>
                  <a:lnTo>
                    <a:pt x="2544737" y="1074229"/>
                  </a:lnTo>
                  <a:lnTo>
                    <a:pt x="2551760" y="1076248"/>
                  </a:lnTo>
                  <a:lnTo>
                    <a:pt x="2559024" y="1075486"/>
                  </a:lnTo>
                  <a:lnTo>
                    <a:pt x="2565641" y="1071880"/>
                  </a:lnTo>
                  <a:lnTo>
                    <a:pt x="2674607" y="981075"/>
                  </a:lnTo>
                  <a:lnTo>
                    <a:pt x="2697467" y="962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80325" y="3187573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4" h="48260">
                  <a:moveTo>
                    <a:pt x="134848" y="0"/>
                  </a:moveTo>
                  <a:lnTo>
                    <a:pt x="129667" y="5841"/>
                  </a:lnTo>
                  <a:lnTo>
                    <a:pt x="145300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45300" y="28575"/>
                  </a:lnTo>
                  <a:lnTo>
                    <a:pt x="129667" y="42163"/>
                  </a:lnTo>
                  <a:lnTo>
                    <a:pt x="134848" y="48006"/>
                  </a:lnTo>
                  <a:lnTo>
                    <a:pt x="159359" y="26796"/>
                  </a:lnTo>
                  <a:lnTo>
                    <a:pt x="159359" y="21208"/>
                  </a:lnTo>
                  <a:lnTo>
                    <a:pt x="13484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15962" y="3138106"/>
            <a:ext cx="51689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Cambria Math"/>
                <a:cs typeface="Cambria Math"/>
              </a:rPr>
              <a:t>J</a:t>
            </a:r>
            <a:r>
              <a:rPr dirty="0" sz="1550" spc="370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65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endParaRPr sz="1550">
              <a:latin typeface="Cambria Math"/>
              <a:cs typeface="Cambria Math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93722" y="2685288"/>
            <a:ext cx="2617796" cy="63207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598159" y="3708082"/>
            <a:ext cx="121666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#</a:t>
            </a:r>
            <a:r>
              <a:rPr dirty="0" sz="1550" spc="6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FF9300"/>
                </a:solidFill>
                <a:latin typeface="Verdana"/>
                <a:cs typeface="Verdana"/>
              </a:rPr>
              <a:t>iterations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654803" y="2705100"/>
            <a:ext cx="2684145" cy="1132205"/>
            <a:chOff x="4654803" y="2705100"/>
            <a:chExt cx="2684145" cy="1132205"/>
          </a:xfrm>
        </p:grpSpPr>
        <p:sp>
          <p:nvSpPr>
            <p:cNvPr id="27" name="object 27"/>
            <p:cNvSpPr/>
            <p:nvPr/>
          </p:nvSpPr>
          <p:spPr>
            <a:xfrm>
              <a:off x="4654804" y="2705099"/>
              <a:ext cx="2684145" cy="1132205"/>
            </a:xfrm>
            <a:custGeom>
              <a:avLst/>
              <a:gdLst/>
              <a:ahLst/>
              <a:cxnLst/>
              <a:rect l="l" t="t" r="r" b="b"/>
              <a:pathLst>
                <a:path w="2684145" h="1132204">
                  <a:moveTo>
                    <a:pt x="61722" y="499364"/>
                  </a:moveTo>
                  <a:lnTo>
                    <a:pt x="59055" y="491871"/>
                  </a:lnTo>
                  <a:lnTo>
                    <a:pt x="45593" y="496684"/>
                  </a:lnTo>
                  <a:lnTo>
                    <a:pt x="33807" y="503682"/>
                  </a:lnTo>
                  <a:lnTo>
                    <a:pt x="8572" y="537387"/>
                  </a:lnTo>
                  <a:lnTo>
                    <a:pt x="50" y="583565"/>
                  </a:lnTo>
                  <a:lnTo>
                    <a:pt x="0" y="584581"/>
                  </a:lnTo>
                  <a:lnTo>
                    <a:pt x="850" y="599884"/>
                  </a:lnTo>
                  <a:lnTo>
                    <a:pt x="939" y="601560"/>
                  </a:lnTo>
                  <a:lnTo>
                    <a:pt x="15240" y="644779"/>
                  </a:lnTo>
                  <a:lnTo>
                    <a:pt x="45593" y="672287"/>
                  </a:lnTo>
                  <a:lnTo>
                    <a:pt x="59055" y="677164"/>
                  </a:lnTo>
                  <a:lnTo>
                    <a:pt x="61468" y="669544"/>
                  </a:lnTo>
                  <a:lnTo>
                    <a:pt x="50863" y="664908"/>
                  </a:lnTo>
                  <a:lnTo>
                    <a:pt x="41732" y="658418"/>
                  </a:lnTo>
                  <a:lnTo>
                    <a:pt x="19634" y="614718"/>
                  </a:lnTo>
                  <a:lnTo>
                    <a:pt x="16891" y="583565"/>
                  </a:lnTo>
                  <a:lnTo>
                    <a:pt x="17576" y="567778"/>
                  </a:lnTo>
                  <a:lnTo>
                    <a:pt x="27813" y="528701"/>
                  </a:lnTo>
                  <a:lnTo>
                    <a:pt x="51028" y="503986"/>
                  </a:lnTo>
                  <a:lnTo>
                    <a:pt x="61722" y="499364"/>
                  </a:lnTo>
                  <a:close/>
                </a:path>
                <a:path w="2684145" h="1132204">
                  <a:moveTo>
                    <a:pt x="476504" y="584581"/>
                  </a:moveTo>
                  <a:lnTo>
                    <a:pt x="475551" y="567778"/>
                  </a:lnTo>
                  <a:lnTo>
                    <a:pt x="475538" y="567537"/>
                  </a:lnTo>
                  <a:lnTo>
                    <a:pt x="472668" y="551802"/>
                  </a:lnTo>
                  <a:lnTo>
                    <a:pt x="452678" y="512876"/>
                  </a:lnTo>
                  <a:lnTo>
                    <a:pt x="417322" y="491871"/>
                  </a:lnTo>
                  <a:lnTo>
                    <a:pt x="414782" y="499364"/>
                  </a:lnTo>
                  <a:lnTo>
                    <a:pt x="425462" y="503986"/>
                  </a:lnTo>
                  <a:lnTo>
                    <a:pt x="434670" y="510413"/>
                  </a:lnTo>
                  <a:lnTo>
                    <a:pt x="456844" y="553377"/>
                  </a:lnTo>
                  <a:lnTo>
                    <a:pt x="458876" y="567537"/>
                  </a:lnTo>
                  <a:lnTo>
                    <a:pt x="458914" y="567778"/>
                  </a:lnTo>
                  <a:lnTo>
                    <a:pt x="459613" y="583565"/>
                  </a:lnTo>
                  <a:lnTo>
                    <a:pt x="458914" y="599884"/>
                  </a:lnTo>
                  <a:lnTo>
                    <a:pt x="456844" y="614718"/>
                  </a:lnTo>
                  <a:lnTo>
                    <a:pt x="442315" y="650100"/>
                  </a:lnTo>
                  <a:lnTo>
                    <a:pt x="415036" y="669544"/>
                  </a:lnTo>
                  <a:lnTo>
                    <a:pt x="417322" y="677164"/>
                  </a:lnTo>
                  <a:lnTo>
                    <a:pt x="452805" y="656094"/>
                  </a:lnTo>
                  <a:lnTo>
                    <a:pt x="472694" y="617258"/>
                  </a:lnTo>
                  <a:lnTo>
                    <a:pt x="475551" y="601560"/>
                  </a:lnTo>
                  <a:lnTo>
                    <a:pt x="476504" y="584581"/>
                  </a:lnTo>
                  <a:close/>
                </a:path>
                <a:path w="2684145" h="1132204">
                  <a:moveTo>
                    <a:pt x="2683891" y="962025"/>
                  </a:moveTo>
                  <a:lnTo>
                    <a:pt x="2661031" y="942975"/>
                  </a:lnTo>
                  <a:lnTo>
                    <a:pt x="2552065" y="852170"/>
                  </a:lnTo>
                  <a:lnTo>
                    <a:pt x="2545384" y="848575"/>
                  </a:lnTo>
                  <a:lnTo>
                    <a:pt x="2520899" y="868514"/>
                  </a:lnTo>
                  <a:lnTo>
                    <a:pt x="2522918" y="875499"/>
                  </a:lnTo>
                  <a:lnTo>
                    <a:pt x="2527681" y="881380"/>
                  </a:lnTo>
                  <a:lnTo>
                    <a:pt x="2601582" y="942975"/>
                  </a:lnTo>
                  <a:lnTo>
                    <a:pt x="593471" y="942975"/>
                  </a:lnTo>
                  <a:lnTo>
                    <a:pt x="593471" y="82296"/>
                  </a:lnTo>
                  <a:lnTo>
                    <a:pt x="655066" y="156210"/>
                  </a:lnTo>
                  <a:lnTo>
                    <a:pt x="660946" y="160972"/>
                  </a:lnTo>
                  <a:lnTo>
                    <a:pt x="667931" y="162991"/>
                  </a:lnTo>
                  <a:lnTo>
                    <a:pt x="675182" y="162229"/>
                  </a:lnTo>
                  <a:lnTo>
                    <a:pt x="681863" y="158623"/>
                  </a:lnTo>
                  <a:lnTo>
                    <a:pt x="686612" y="152742"/>
                  </a:lnTo>
                  <a:lnTo>
                    <a:pt x="688632" y="145757"/>
                  </a:lnTo>
                  <a:lnTo>
                    <a:pt x="687870" y="138506"/>
                  </a:lnTo>
                  <a:lnTo>
                    <a:pt x="684276" y="131826"/>
                  </a:lnTo>
                  <a:lnTo>
                    <a:pt x="599186" y="29718"/>
                  </a:lnTo>
                  <a:lnTo>
                    <a:pt x="574421" y="0"/>
                  </a:lnTo>
                  <a:lnTo>
                    <a:pt x="464566" y="131826"/>
                  </a:lnTo>
                  <a:lnTo>
                    <a:pt x="460959" y="138506"/>
                  </a:lnTo>
                  <a:lnTo>
                    <a:pt x="460197" y="145757"/>
                  </a:lnTo>
                  <a:lnTo>
                    <a:pt x="462216" y="152742"/>
                  </a:lnTo>
                  <a:lnTo>
                    <a:pt x="466979" y="158623"/>
                  </a:lnTo>
                  <a:lnTo>
                    <a:pt x="473646" y="162229"/>
                  </a:lnTo>
                  <a:lnTo>
                    <a:pt x="480898" y="162991"/>
                  </a:lnTo>
                  <a:lnTo>
                    <a:pt x="487883" y="160972"/>
                  </a:lnTo>
                  <a:lnTo>
                    <a:pt x="493776" y="156210"/>
                  </a:lnTo>
                  <a:lnTo>
                    <a:pt x="555371" y="82296"/>
                  </a:lnTo>
                  <a:lnTo>
                    <a:pt x="555371" y="942975"/>
                  </a:lnTo>
                  <a:lnTo>
                    <a:pt x="412496" y="942975"/>
                  </a:lnTo>
                  <a:lnTo>
                    <a:pt x="412496" y="981075"/>
                  </a:lnTo>
                  <a:lnTo>
                    <a:pt x="555371" y="981075"/>
                  </a:lnTo>
                  <a:lnTo>
                    <a:pt x="555371" y="1131697"/>
                  </a:lnTo>
                  <a:lnTo>
                    <a:pt x="593471" y="1131697"/>
                  </a:lnTo>
                  <a:lnTo>
                    <a:pt x="593471" y="981075"/>
                  </a:lnTo>
                  <a:lnTo>
                    <a:pt x="2601582" y="981075"/>
                  </a:lnTo>
                  <a:lnTo>
                    <a:pt x="2624455" y="962025"/>
                  </a:lnTo>
                  <a:lnTo>
                    <a:pt x="2527681" y="1042670"/>
                  </a:lnTo>
                  <a:lnTo>
                    <a:pt x="2522918" y="1048562"/>
                  </a:lnTo>
                  <a:lnTo>
                    <a:pt x="2520899" y="1055547"/>
                  </a:lnTo>
                  <a:lnTo>
                    <a:pt x="2521661" y="1062799"/>
                  </a:lnTo>
                  <a:lnTo>
                    <a:pt x="2525268" y="1069467"/>
                  </a:lnTo>
                  <a:lnTo>
                    <a:pt x="2531148" y="1074229"/>
                  </a:lnTo>
                  <a:lnTo>
                    <a:pt x="2538133" y="1076248"/>
                  </a:lnTo>
                  <a:lnTo>
                    <a:pt x="2545384" y="1075486"/>
                  </a:lnTo>
                  <a:lnTo>
                    <a:pt x="2552065" y="1071880"/>
                  </a:lnTo>
                  <a:lnTo>
                    <a:pt x="2661031" y="981075"/>
                  </a:lnTo>
                  <a:lnTo>
                    <a:pt x="2683891" y="9620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722875" y="3190112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5" h="48260">
                  <a:moveTo>
                    <a:pt x="134874" y="0"/>
                  </a:moveTo>
                  <a:lnTo>
                    <a:pt x="129666" y="5842"/>
                  </a:lnTo>
                  <a:lnTo>
                    <a:pt x="145287" y="19431"/>
                  </a:lnTo>
                  <a:lnTo>
                    <a:pt x="0" y="19431"/>
                  </a:lnTo>
                  <a:lnTo>
                    <a:pt x="0" y="28701"/>
                  </a:lnTo>
                  <a:lnTo>
                    <a:pt x="145287" y="28701"/>
                  </a:lnTo>
                  <a:lnTo>
                    <a:pt x="129666" y="42291"/>
                  </a:lnTo>
                  <a:lnTo>
                    <a:pt x="134874" y="48132"/>
                  </a:lnTo>
                  <a:lnTo>
                    <a:pt x="159385" y="26924"/>
                  </a:lnTo>
                  <a:lnTo>
                    <a:pt x="159385" y="21209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562475" y="3140773"/>
            <a:ext cx="51689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Cambria Math"/>
                <a:cs typeface="Cambria Math"/>
              </a:rPr>
              <a:t>J</a:t>
            </a:r>
            <a:r>
              <a:rPr dirty="0" sz="1550" spc="370"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65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25947" y="2602483"/>
            <a:ext cx="3041650" cy="984885"/>
            <a:chOff x="5425947" y="2602483"/>
            <a:chExt cx="3041650" cy="98488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71359" y="3055492"/>
              <a:ext cx="574675" cy="1701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25947" y="2602483"/>
              <a:ext cx="3041396" cy="984885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162175" y="876300"/>
            <a:ext cx="180975" cy="18097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10025" y="885825"/>
            <a:ext cx="180975" cy="180975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622935" marR="5080" indent="152400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Practical</a:t>
            </a:r>
            <a:r>
              <a:rPr dirty="0" sz="3950" spc="5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Tips</a:t>
            </a:r>
            <a:r>
              <a:rPr dirty="0" sz="3950" spc="35">
                <a:solidFill>
                  <a:srgbClr val="0070EA"/>
                </a:solidFill>
              </a:rPr>
              <a:t> </a:t>
            </a:r>
            <a:r>
              <a:rPr dirty="0" sz="3950" spc="-25">
                <a:solidFill>
                  <a:srgbClr val="0070EA"/>
                </a:solidFill>
              </a:rPr>
              <a:t>for </a:t>
            </a: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5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</a:t>
            </a:r>
            <a:endParaRPr sz="39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64964" rIns="0" bIns="0" rtlCol="0" vert="horz">
            <a:spAutoFit/>
          </a:bodyPr>
          <a:lstStyle/>
          <a:p>
            <a:pPr marL="208279">
              <a:lnSpc>
                <a:spcPct val="100000"/>
              </a:lnSpc>
              <a:spcBef>
                <a:spcPts val="130"/>
              </a:spcBef>
            </a:pPr>
            <a:r>
              <a:rPr dirty="0" sz="3950">
                <a:solidFill>
                  <a:srgbClr val="000000"/>
                </a:solidFill>
                <a:latin typeface="Verdana"/>
                <a:cs typeface="Verdana"/>
              </a:rPr>
              <a:t>Feature</a:t>
            </a:r>
            <a:r>
              <a:rPr dirty="0" sz="3950" spc="11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950" spc="-10">
                <a:solidFill>
                  <a:srgbClr val="000000"/>
                </a:solidFill>
                <a:latin typeface="Verdana"/>
                <a:cs typeface="Verdana"/>
              </a:rPr>
              <a:t>Engineering</a:t>
            </a:r>
            <a:endParaRPr sz="3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3844" y="4750117"/>
            <a:ext cx="100711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FFFFFF"/>
                </a:solidFill>
                <a:latin typeface="Verdana"/>
                <a:cs typeface="Verdana"/>
              </a:rPr>
              <a:t>Andrew</a:t>
            </a:r>
            <a:r>
              <a:rPr dirty="0" sz="140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Verdana"/>
                <a:cs typeface="Verdana"/>
              </a:rPr>
              <a:t>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23865" y="2582798"/>
            <a:ext cx="3071495" cy="1398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Verdana"/>
                <a:cs typeface="Verdana"/>
              </a:rPr>
              <a:t>Feature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engineering: </a:t>
            </a:r>
            <a:r>
              <a:rPr dirty="0" sz="1800">
                <a:latin typeface="Verdana"/>
                <a:cs typeface="Verdana"/>
              </a:rPr>
              <a:t>Using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9300"/>
                </a:solidFill>
                <a:latin typeface="Verdana"/>
                <a:cs typeface="Verdana"/>
              </a:rPr>
              <a:t>intuition</a:t>
            </a:r>
            <a:r>
              <a:rPr dirty="0" sz="1800" spc="11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9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design </a:t>
            </a:r>
            <a:r>
              <a:rPr dirty="0" sz="1800">
                <a:solidFill>
                  <a:srgbClr val="FF9300"/>
                </a:solidFill>
                <a:latin typeface="Verdana"/>
                <a:cs typeface="Verdana"/>
              </a:rPr>
              <a:t>new</a:t>
            </a:r>
            <a:r>
              <a:rPr dirty="0" sz="1800" spc="-4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9300"/>
                </a:solidFill>
                <a:latin typeface="Verdana"/>
                <a:cs typeface="Verdana"/>
              </a:rPr>
              <a:t>features</a:t>
            </a:r>
            <a:r>
              <a:rPr dirty="0" sz="1800">
                <a:latin typeface="Verdana"/>
                <a:cs typeface="Verdana"/>
              </a:rPr>
              <a:t>,</a:t>
            </a:r>
            <a:r>
              <a:rPr dirty="0" sz="1800" spc="20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by </a:t>
            </a:r>
            <a:r>
              <a:rPr dirty="0" sz="1800">
                <a:latin typeface="Verdana"/>
                <a:cs typeface="Verdana"/>
              </a:rPr>
              <a:t>transforming</a:t>
            </a:r>
            <a:r>
              <a:rPr dirty="0" sz="1800" spc="-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or</a:t>
            </a:r>
            <a:r>
              <a:rPr dirty="0" sz="1800" spc="-8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combining </a:t>
            </a:r>
            <a:r>
              <a:rPr dirty="0" sz="1800">
                <a:latin typeface="Verdana"/>
                <a:cs typeface="Verdana"/>
              </a:rPr>
              <a:t>original</a:t>
            </a:r>
            <a:r>
              <a:rPr dirty="0" sz="1800" spc="-4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features.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0842" y="259461"/>
            <a:ext cx="3451225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</a:t>
            </a:r>
            <a:r>
              <a:rPr dirty="0" spc="-100"/>
              <a:t> </a:t>
            </a:r>
            <a:r>
              <a:rPr dirty="0" spc="-20"/>
              <a:t>engineering</a:t>
            </a:r>
          </a:p>
        </p:txBody>
      </p:sp>
      <p:sp>
        <p:nvSpPr>
          <p:cNvPr id="5" name="object 5"/>
          <p:cNvSpPr/>
          <p:nvPr/>
        </p:nvSpPr>
        <p:spPr>
          <a:xfrm>
            <a:off x="846086" y="1084833"/>
            <a:ext cx="195580" cy="52705"/>
          </a:xfrm>
          <a:custGeom>
            <a:avLst/>
            <a:gdLst/>
            <a:ahLst/>
            <a:cxnLst/>
            <a:rect l="l" t="t" r="r" b="b"/>
            <a:pathLst>
              <a:path w="195580" h="52705">
                <a:moveTo>
                  <a:pt x="168109" y="0"/>
                </a:moveTo>
                <a:lnTo>
                  <a:pt x="162433" y="6476"/>
                </a:lnTo>
                <a:lnTo>
                  <a:pt x="179552" y="21336"/>
                </a:lnTo>
                <a:lnTo>
                  <a:pt x="0" y="21336"/>
                </a:lnTo>
                <a:lnTo>
                  <a:pt x="0" y="31368"/>
                </a:lnTo>
                <a:lnTo>
                  <a:pt x="179552" y="31368"/>
                </a:lnTo>
                <a:lnTo>
                  <a:pt x="162433" y="46227"/>
                </a:lnTo>
                <a:lnTo>
                  <a:pt x="168109" y="52577"/>
                </a:lnTo>
                <a:lnTo>
                  <a:pt x="194957" y="29463"/>
                </a:lnTo>
                <a:lnTo>
                  <a:pt x="194957" y="23240"/>
                </a:lnTo>
                <a:lnTo>
                  <a:pt x="168109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7222" y="941324"/>
            <a:ext cx="61785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1574" sz="3600" spc="89">
                <a:latin typeface="Cambria Math"/>
                <a:cs typeface="Cambria Math"/>
              </a:rPr>
              <a:t>𝑓</a:t>
            </a:r>
            <a:r>
              <a:rPr dirty="0" sz="1700" spc="6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700" spc="60">
                <a:latin typeface="Cambria Math"/>
                <a:cs typeface="Cambria Math"/>
              </a:rPr>
              <a:t>,</a:t>
            </a:r>
            <a:r>
              <a:rPr dirty="0" sz="1700" spc="6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70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63408" y="950722"/>
            <a:ext cx="349250" cy="297815"/>
            <a:chOff x="1263408" y="950722"/>
            <a:chExt cx="349250" cy="297815"/>
          </a:xfrm>
        </p:grpSpPr>
        <p:sp>
          <p:nvSpPr>
            <p:cNvPr id="8" name="object 8"/>
            <p:cNvSpPr/>
            <p:nvPr/>
          </p:nvSpPr>
          <p:spPr>
            <a:xfrm>
              <a:off x="1263408" y="965962"/>
              <a:ext cx="349250" cy="282575"/>
            </a:xfrm>
            <a:custGeom>
              <a:avLst/>
              <a:gdLst/>
              <a:ahLst/>
              <a:cxnLst/>
              <a:rect l="l" t="t" r="r" b="b"/>
              <a:pathLst>
                <a:path w="349250" h="282575">
                  <a:moveTo>
                    <a:pt x="259067" y="0"/>
                  </a:moveTo>
                  <a:lnTo>
                    <a:pt x="255130" y="11557"/>
                  </a:lnTo>
                  <a:lnTo>
                    <a:pt x="271437" y="18631"/>
                  </a:lnTo>
                  <a:lnTo>
                    <a:pt x="285483" y="28432"/>
                  </a:lnTo>
                  <a:lnTo>
                    <a:pt x="314026" y="73925"/>
                  </a:lnTo>
                  <a:lnTo>
                    <a:pt x="322362" y="115413"/>
                  </a:lnTo>
                  <a:lnTo>
                    <a:pt x="323456" y="139826"/>
                  </a:lnTo>
                  <a:lnTo>
                    <a:pt x="322408" y="164707"/>
                  </a:lnTo>
                  <a:lnTo>
                    <a:pt x="314026" y="207656"/>
                  </a:lnTo>
                  <a:lnTo>
                    <a:pt x="285530" y="253857"/>
                  </a:lnTo>
                  <a:lnTo>
                    <a:pt x="255511" y="270890"/>
                  </a:lnTo>
                  <a:lnTo>
                    <a:pt x="259067" y="282321"/>
                  </a:lnTo>
                  <a:lnTo>
                    <a:pt x="297611" y="264302"/>
                  </a:lnTo>
                  <a:lnTo>
                    <a:pt x="325869" y="233045"/>
                  </a:lnTo>
                  <a:lnTo>
                    <a:pt x="343300" y="191150"/>
                  </a:lnTo>
                  <a:lnTo>
                    <a:pt x="349110" y="141350"/>
                  </a:lnTo>
                  <a:lnTo>
                    <a:pt x="347675" y="115732"/>
                  </a:lnTo>
                  <a:lnTo>
                    <a:pt x="347657" y="115413"/>
                  </a:lnTo>
                  <a:lnTo>
                    <a:pt x="336037" y="69538"/>
                  </a:lnTo>
                  <a:lnTo>
                    <a:pt x="312966" y="32164"/>
                  </a:lnTo>
                  <a:lnTo>
                    <a:pt x="279542" y="7435"/>
                  </a:lnTo>
                  <a:lnTo>
                    <a:pt x="259067" y="0"/>
                  </a:lnTo>
                  <a:close/>
                </a:path>
                <a:path w="349250" h="282575">
                  <a:moveTo>
                    <a:pt x="90030" y="0"/>
                  </a:moveTo>
                  <a:lnTo>
                    <a:pt x="51628" y="18145"/>
                  </a:lnTo>
                  <a:lnTo>
                    <a:pt x="23228" y="49529"/>
                  </a:lnTo>
                  <a:lnTo>
                    <a:pt x="5803" y="91487"/>
                  </a:lnTo>
                  <a:lnTo>
                    <a:pt x="85" y="139826"/>
                  </a:lnTo>
                  <a:lnTo>
                    <a:pt x="0" y="141350"/>
                  </a:lnTo>
                  <a:lnTo>
                    <a:pt x="1450" y="167233"/>
                  </a:lnTo>
                  <a:lnTo>
                    <a:pt x="13062" y="213092"/>
                  </a:lnTo>
                  <a:lnTo>
                    <a:pt x="36112" y="250334"/>
                  </a:lnTo>
                  <a:lnTo>
                    <a:pt x="69501" y="274960"/>
                  </a:lnTo>
                  <a:lnTo>
                    <a:pt x="90030" y="282321"/>
                  </a:lnTo>
                  <a:lnTo>
                    <a:pt x="93586" y="270890"/>
                  </a:lnTo>
                  <a:lnTo>
                    <a:pt x="77536" y="263773"/>
                  </a:lnTo>
                  <a:lnTo>
                    <a:pt x="63677" y="253857"/>
                  </a:lnTo>
                  <a:lnTo>
                    <a:pt x="35198" y="207656"/>
                  </a:lnTo>
                  <a:lnTo>
                    <a:pt x="26816" y="164707"/>
                  </a:lnTo>
                  <a:lnTo>
                    <a:pt x="25768" y="139826"/>
                  </a:lnTo>
                  <a:lnTo>
                    <a:pt x="26816" y="115732"/>
                  </a:lnTo>
                  <a:lnTo>
                    <a:pt x="35198" y="73925"/>
                  </a:lnTo>
                  <a:lnTo>
                    <a:pt x="63788" y="28432"/>
                  </a:lnTo>
                  <a:lnTo>
                    <a:pt x="94094" y="11557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0899" y="950722"/>
              <a:ext cx="150367" cy="7315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10894" y="874649"/>
            <a:ext cx="315277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412750" algn="l"/>
                <a:tab pos="2653665" algn="l"/>
              </a:tabLst>
            </a:pPr>
            <a:r>
              <a:rPr dirty="0" sz="24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7973" sz="2550" spc="382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7973" sz="2550" spc="39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-1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baseline="-17973" sz="2550" spc="27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400" spc="-25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7973" sz="255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+ </a:t>
            </a:r>
            <a:r>
              <a:rPr dirty="0" sz="24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54346" y="0"/>
            <a:ext cx="3266440" cy="2533650"/>
            <a:chOff x="5054346" y="0"/>
            <a:chExt cx="3266440" cy="253365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67325" y="0"/>
              <a:ext cx="3000375" cy="24003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019925" y="1047749"/>
              <a:ext cx="1301115" cy="1290320"/>
            </a:xfrm>
            <a:custGeom>
              <a:avLst/>
              <a:gdLst/>
              <a:ahLst/>
              <a:cxnLst/>
              <a:rect l="l" t="t" r="r" b="b"/>
              <a:pathLst>
                <a:path w="1301115" h="1290320">
                  <a:moveTo>
                    <a:pt x="734441" y="989177"/>
                  </a:moveTo>
                  <a:lnTo>
                    <a:pt x="693420" y="947216"/>
                  </a:lnTo>
                  <a:lnTo>
                    <a:pt x="693420" y="981557"/>
                  </a:lnTo>
                  <a:lnTo>
                    <a:pt x="692404" y="989177"/>
                  </a:lnTo>
                  <a:lnTo>
                    <a:pt x="676275" y="1019657"/>
                  </a:lnTo>
                  <a:lnTo>
                    <a:pt x="669404" y="1026007"/>
                  </a:lnTo>
                  <a:lnTo>
                    <a:pt x="662343" y="1028547"/>
                  </a:lnTo>
                  <a:lnTo>
                    <a:pt x="655066" y="1031087"/>
                  </a:lnTo>
                  <a:lnTo>
                    <a:pt x="647573" y="1029817"/>
                  </a:lnTo>
                  <a:lnTo>
                    <a:pt x="614934" y="1008227"/>
                  </a:lnTo>
                  <a:lnTo>
                    <a:pt x="595503" y="972667"/>
                  </a:lnTo>
                  <a:lnTo>
                    <a:pt x="595617" y="963777"/>
                  </a:lnTo>
                  <a:lnTo>
                    <a:pt x="616458" y="934567"/>
                  </a:lnTo>
                  <a:lnTo>
                    <a:pt x="620903" y="930757"/>
                  </a:lnTo>
                  <a:lnTo>
                    <a:pt x="625221" y="928217"/>
                  </a:lnTo>
                  <a:lnTo>
                    <a:pt x="630682" y="925677"/>
                  </a:lnTo>
                  <a:lnTo>
                    <a:pt x="637159" y="923137"/>
                  </a:lnTo>
                  <a:lnTo>
                    <a:pt x="693420" y="981557"/>
                  </a:lnTo>
                  <a:lnTo>
                    <a:pt x="693420" y="947216"/>
                  </a:lnTo>
                  <a:lnTo>
                    <a:pt x="669899" y="923137"/>
                  </a:lnTo>
                  <a:lnTo>
                    <a:pt x="597916" y="849477"/>
                  </a:lnTo>
                  <a:lnTo>
                    <a:pt x="581025" y="865987"/>
                  </a:lnTo>
                  <a:lnTo>
                    <a:pt x="623443" y="909167"/>
                  </a:lnTo>
                  <a:lnTo>
                    <a:pt x="616712" y="911707"/>
                  </a:lnTo>
                  <a:lnTo>
                    <a:pt x="610743" y="914247"/>
                  </a:lnTo>
                  <a:lnTo>
                    <a:pt x="605663" y="916787"/>
                  </a:lnTo>
                  <a:lnTo>
                    <a:pt x="600456" y="919327"/>
                  </a:lnTo>
                  <a:lnTo>
                    <a:pt x="573532" y="956157"/>
                  </a:lnTo>
                  <a:lnTo>
                    <a:pt x="572262" y="965047"/>
                  </a:lnTo>
                  <a:lnTo>
                    <a:pt x="572516" y="972667"/>
                  </a:lnTo>
                  <a:lnTo>
                    <a:pt x="587019" y="1013307"/>
                  </a:lnTo>
                  <a:lnTo>
                    <a:pt x="621868" y="1045057"/>
                  </a:lnTo>
                  <a:lnTo>
                    <a:pt x="645922" y="1053947"/>
                  </a:lnTo>
                  <a:lnTo>
                    <a:pt x="657555" y="1053947"/>
                  </a:lnTo>
                  <a:lnTo>
                    <a:pt x="694055" y="1033627"/>
                  </a:lnTo>
                  <a:lnTo>
                    <a:pt x="695883" y="1031087"/>
                  </a:lnTo>
                  <a:lnTo>
                    <a:pt x="698627" y="1027277"/>
                  </a:lnTo>
                  <a:lnTo>
                    <a:pt x="704723" y="1012037"/>
                  </a:lnTo>
                  <a:lnTo>
                    <a:pt x="706501" y="1004417"/>
                  </a:lnTo>
                  <a:lnTo>
                    <a:pt x="707263" y="995527"/>
                  </a:lnTo>
                  <a:lnTo>
                    <a:pt x="717550" y="1005687"/>
                  </a:lnTo>
                  <a:lnTo>
                    <a:pt x="727938" y="995527"/>
                  </a:lnTo>
                  <a:lnTo>
                    <a:pt x="734441" y="989177"/>
                  </a:lnTo>
                  <a:close/>
                </a:path>
                <a:path w="1301115" h="1290320">
                  <a:moveTo>
                    <a:pt x="844931" y="869797"/>
                  </a:moveTo>
                  <a:lnTo>
                    <a:pt x="827024" y="850747"/>
                  </a:lnTo>
                  <a:lnTo>
                    <a:pt x="826135" y="852017"/>
                  </a:lnTo>
                  <a:lnTo>
                    <a:pt x="825842" y="855827"/>
                  </a:lnTo>
                  <a:lnTo>
                    <a:pt x="825754" y="857097"/>
                  </a:lnTo>
                  <a:lnTo>
                    <a:pt x="823341" y="864717"/>
                  </a:lnTo>
                  <a:lnTo>
                    <a:pt x="802513" y="899007"/>
                  </a:lnTo>
                  <a:lnTo>
                    <a:pt x="774827" y="914247"/>
                  </a:lnTo>
                  <a:lnTo>
                    <a:pt x="762762" y="914247"/>
                  </a:lnTo>
                  <a:lnTo>
                    <a:pt x="756539" y="912977"/>
                  </a:lnTo>
                  <a:lnTo>
                    <a:pt x="743839" y="907897"/>
                  </a:lnTo>
                  <a:lnTo>
                    <a:pt x="737743" y="904087"/>
                  </a:lnTo>
                  <a:lnTo>
                    <a:pt x="731647" y="897737"/>
                  </a:lnTo>
                  <a:lnTo>
                    <a:pt x="744613" y="885037"/>
                  </a:lnTo>
                  <a:lnTo>
                    <a:pt x="805561" y="825347"/>
                  </a:lnTo>
                  <a:lnTo>
                    <a:pt x="796671" y="816457"/>
                  </a:lnTo>
                  <a:lnTo>
                    <a:pt x="793978" y="813917"/>
                  </a:lnTo>
                  <a:lnTo>
                    <a:pt x="785926" y="806297"/>
                  </a:lnTo>
                  <a:lnTo>
                    <a:pt x="776478" y="799693"/>
                  </a:lnTo>
                  <a:lnTo>
                    <a:pt x="776478" y="827887"/>
                  </a:lnTo>
                  <a:lnTo>
                    <a:pt x="719074" y="885037"/>
                  </a:lnTo>
                  <a:lnTo>
                    <a:pt x="708787" y="855827"/>
                  </a:lnTo>
                  <a:lnTo>
                    <a:pt x="709714" y="848207"/>
                  </a:lnTo>
                  <a:lnTo>
                    <a:pt x="736104" y="816457"/>
                  </a:lnTo>
                  <a:lnTo>
                    <a:pt x="776478" y="827887"/>
                  </a:lnTo>
                  <a:lnTo>
                    <a:pt x="776478" y="799693"/>
                  </a:lnTo>
                  <a:lnTo>
                    <a:pt x="775030" y="798677"/>
                  </a:lnTo>
                  <a:lnTo>
                    <a:pt x="763968" y="794867"/>
                  </a:lnTo>
                  <a:lnTo>
                    <a:pt x="752729" y="793597"/>
                  </a:lnTo>
                  <a:lnTo>
                    <a:pt x="741603" y="793597"/>
                  </a:lnTo>
                  <a:lnTo>
                    <a:pt x="700265" y="822807"/>
                  </a:lnTo>
                  <a:lnTo>
                    <a:pt x="688594" y="860907"/>
                  </a:lnTo>
                  <a:lnTo>
                    <a:pt x="690422" y="874877"/>
                  </a:lnTo>
                  <a:lnTo>
                    <a:pt x="713359" y="912977"/>
                  </a:lnTo>
                  <a:lnTo>
                    <a:pt x="751484" y="935837"/>
                  </a:lnTo>
                  <a:lnTo>
                    <a:pt x="764921" y="937107"/>
                  </a:lnTo>
                  <a:lnTo>
                    <a:pt x="778395" y="935837"/>
                  </a:lnTo>
                  <a:lnTo>
                    <a:pt x="791591" y="932027"/>
                  </a:lnTo>
                  <a:lnTo>
                    <a:pt x="804494" y="924407"/>
                  </a:lnTo>
                  <a:lnTo>
                    <a:pt x="815708" y="914247"/>
                  </a:lnTo>
                  <a:lnTo>
                    <a:pt x="817118" y="912977"/>
                  </a:lnTo>
                  <a:lnTo>
                    <a:pt x="836587" y="886307"/>
                  </a:lnTo>
                  <a:lnTo>
                    <a:pt x="839571" y="881227"/>
                  </a:lnTo>
                  <a:lnTo>
                    <a:pt x="842352" y="874877"/>
                  </a:lnTo>
                  <a:lnTo>
                    <a:pt x="844931" y="869797"/>
                  </a:lnTo>
                  <a:close/>
                </a:path>
                <a:path w="1301115" h="1290320">
                  <a:moveTo>
                    <a:pt x="941578" y="772007"/>
                  </a:moveTo>
                  <a:lnTo>
                    <a:pt x="930833" y="730097"/>
                  </a:lnTo>
                  <a:lnTo>
                    <a:pt x="918718" y="714057"/>
                  </a:lnTo>
                  <a:lnTo>
                    <a:pt x="918718" y="764387"/>
                  </a:lnTo>
                  <a:lnTo>
                    <a:pt x="918464" y="772007"/>
                  </a:lnTo>
                  <a:lnTo>
                    <a:pt x="901573" y="799947"/>
                  </a:lnTo>
                  <a:lnTo>
                    <a:pt x="897382" y="803757"/>
                  </a:lnTo>
                  <a:lnTo>
                    <a:pt x="893191" y="806297"/>
                  </a:lnTo>
                  <a:lnTo>
                    <a:pt x="888873" y="808837"/>
                  </a:lnTo>
                  <a:lnTo>
                    <a:pt x="883412" y="811377"/>
                  </a:lnTo>
                  <a:lnTo>
                    <a:pt x="876427" y="813917"/>
                  </a:lnTo>
                  <a:lnTo>
                    <a:pt x="820928" y="756767"/>
                  </a:lnTo>
                  <a:lnTo>
                    <a:pt x="822071" y="749147"/>
                  </a:lnTo>
                  <a:lnTo>
                    <a:pt x="823760" y="742797"/>
                  </a:lnTo>
                  <a:lnTo>
                    <a:pt x="824103" y="741527"/>
                  </a:lnTo>
                  <a:lnTo>
                    <a:pt x="827024" y="735177"/>
                  </a:lnTo>
                  <a:lnTo>
                    <a:pt x="829818" y="727557"/>
                  </a:lnTo>
                  <a:lnTo>
                    <a:pt x="859002" y="707237"/>
                  </a:lnTo>
                  <a:lnTo>
                    <a:pt x="874001" y="709777"/>
                  </a:lnTo>
                  <a:lnTo>
                    <a:pt x="907122" y="737717"/>
                  </a:lnTo>
                  <a:lnTo>
                    <a:pt x="918718" y="764387"/>
                  </a:lnTo>
                  <a:lnTo>
                    <a:pt x="918718" y="714057"/>
                  </a:lnTo>
                  <a:lnTo>
                    <a:pt x="916051" y="711047"/>
                  </a:lnTo>
                  <a:lnTo>
                    <a:pt x="911593" y="707237"/>
                  </a:lnTo>
                  <a:lnTo>
                    <a:pt x="904163" y="700887"/>
                  </a:lnTo>
                  <a:lnTo>
                    <a:pt x="892327" y="691997"/>
                  </a:lnTo>
                  <a:lnTo>
                    <a:pt x="880541" y="686917"/>
                  </a:lnTo>
                  <a:lnTo>
                    <a:pt x="868807" y="683107"/>
                  </a:lnTo>
                  <a:lnTo>
                    <a:pt x="857402" y="683107"/>
                  </a:lnTo>
                  <a:lnTo>
                    <a:pt x="822693" y="702157"/>
                  </a:lnTo>
                  <a:lnTo>
                    <a:pt x="807212" y="741527"/>
                  </a:lnTo>
                  <a:lnTo>
                    <a:pt x="807085" y="742797"/>
                  </a:lnTo>
                  <a:lnTo>
                    <a:pt x="796798" y="732637"/>
                  </a:lnTo>
                  <a:lnTo>
                    <a:pt x="779907" y="749147"/>
                  </a:lnTo>
                  <a:lnTo>
                    <a:pt x="914019" y="886307"/>
                  </a:lnTo>
                  <a:lnTo>
                    <a:pt x="930910" y="869797"/>
                  </a:lnTo>
                  <a:lnTo>
                    <a:pt x="889889" y="827887"/>
                  </a:lnTo>
                  <a:lnTo>
                    <a:pt x="896620" y="825347"/>
                  </a:lnTo>
                  <a:lnTo>
                    <a:pt x="929767" y="802487"/>
                  </a:lnTo>
                  <a:lnTo>
                    <a:pt x="940308" y="780897"/>
                  </a:lnTo>
                  <a:lnTo>
                    <a:pt x="941578" y="772007"/>
                  </a:lnTo>
                  <a:close/>
                </a:path>
                <a:path w="1301115" h="1290320">
                  <a:moveTo>
                    <a:pt x="1044956" y="684377"/>
                  </a:moveTo>
                  <a:lnTo>
                    <a:pt x="1030224" y="669137"/>
                  </a:lnTo>
                  <a:lnTo>
                    <a:pt x="1029335" y="670407"/>
                  </a:lnTo>
                  <a:lnTo>
                    <a:pt x="1024763" y="678027"/>
                  </a:lnTo>
                  <a:lnTo>
                    <a:pt x="1022604" y="681837"/>
                  </a:lnTo>
                  <a:lnTo>
                    <a:pt x="1020064" y="685647"/>
                  </a:lnTo>
                  <a:lnTo>
                    <a:pt x="1017397" y="688187"/>
                  </a:lnTo>
                  <a:lnTo>
                    <a:pt x="1012571" y="691997"/>
                  </a:lnTo>
                  <a:lnTo>
                    <a:pt x="1008507" y="695807"/>
                  </a:lnTo>
                  <a:lnTo>
                    <a:pt x="1005205" y="697077"/>
                  </a:lnTo>
                  <a:lnTo>
                    <a:pt x="1001776" y="697077"/>
                  </a:lnTo>
                  <a:lnTo>
                    <a:pt x="998220" y="698347"/>
                  </a:lnTo>
                  <a:lnTo>
                    <a:pt x="994537" y="697077"/>
                  </a:lnTo>
                  <a:lnTo>
                    <a:pt x="990600" y="695807"/>
                  </a:lnTo>
                  <a:lnTo>
                    <a:pt x="987044" y="693267"/>
                  </a:lnTo>
                  <a:lnTo>
                    <a:pt x="942987" y="650087"/>
                  </a:lnTo>
                  <a:lnTo>
                    <a:pt x="926846" y="633577"/>
                  </a:lnTo>
                  <a:lnTo>
                    <a:pt x="942365" y="618337"/>
                  </a:lnTo>
                  <a:lnTo>
                    <a:pt x="961771" y="599287"/>
                  </a:lnTo>
                  <a:lnTo>
                    <a:pt x="947928" y="585317"/>
                  </a:lnTo>
                  <a:lnTo>
                    <a:pt x="913003" y="618337"/>
                  </a:lnTo>
                  <a:lnTo>
                    <a:pt x="884809" y="590397"/>
                  </a:lnTo>
                  <a:lnTo>
                    <a:pt x="867918" y="606907"/>
                  </a:lnTo>
                  <a:lnTo>
                    <a:pt x="896112" y="634847"/>
                  </a:lnTo>
                  <a:lnTo>
                    <a:pt x="884682" y="646277"/>
                  </a:lnTo>
                  <a:lnTo>
                    <a:pt x="898525" y="660247"/>
                  </a:lnTo>
                  <a:lnTo>
                    <a:pt x="909955" y="650087"/>
                  </a:lnTo>
                  <a:lnTo>
                    <a:pt x="962152" y="703427"/>
                  </a:lnTo>
                  <a:lnTo>
                    <a:pt x="970902" y="711047"/>
                  </a:lnTo>
                  <a:lnTo>
                    <a:pt x="979462" y="716127"/>
                  </a:lnTo>
                  <a:lnTo>
                    <a:pt x="987806" y="719937"/>
                  </a:lnTo>
                  <a:lnTo>
                    <a:pt x="995934" y="721207"/>
                  </a:lnTo>
                  <a:lnTo>
                    <a:pt x="1003960" y="721207"/>
                  </a:lnTo>
                  <a:lnTo>
                    <a:pt x="1035253" y="698347"/>
                  </a:lnTo>
                  <a:lnTo>
                    <a:pt x="1042670" y="688187"/>
                  </a:lnTo>
                  <a:lnTo>
                    <a:pt x="1044956" y="684377"/>
                  </a:lnTo>
                  <a:close/>
                </a:path>
                <a:path w="1301115" h="1290320">
                  <a:moveTo>
                    <a:pt x="1152652" y="581507"/>
                  </a:moveTo>
                  <a:lnTo>
                    <a:pt x="1093914" y="520547"/>
                  </a:lnTo>
                  <a:lnTo>
                    <a:pt x="1089025" y="515467"/>
                  </a:lnTo>
                  <a:lnTo>
                    <a:pt x="1080046" y="507847"/>
                  </a:lnTo>
                  <a:lnTo>
                    <a:pt x="1071029" y="501497"/>
                  </a:lnTo>
                  <a:lnTo>
                    <a:pt x="1061999" y="497687"/>
                  </a:lnTo>
                  <a:lnTo>
                    <a:pt x="1052957" y="496417"/>
                  </a:lnTo>
                  <a:lnTo>
                    <a:pt x="1044016" y="496417"/>
                  </a:lnTo>
                  <a:lnTo>
                    <a:pt x="1008126" y="523087"/>
                  </a:lnTo>
                  <a:lnTo>
                    <a:pt x="998474" y="557377"/>
                  </a:lnTo>
                  <a:lnTo>
                    <a:pt x="949071" y="506577"/>
                  </a:lnTo>
                  <a:lnTo>
                    <a:pt x="932180" y="523087"/>
                  </a:lnTo>
                  <a:lnTo>
                    <a:pt x="1068705" y="662787"/>
                  </a:lnTo>
                  <a:lnTo>
                    <a:pt x="1085596" y="646277"/>
                  </a:lnTo>
                  <a:lnTo>
                    <a:pt x="1012444" y="571347"/>
                  </a:lnTo>
                  <a:lnTo>
                    <a:pt x="1013587" y="563727"/>
                  </a:lnTo>
                  <a:lnTo>
                    <a:pt x="1034034" y="526897"/>
                  </a:lnTo>
                  <a:lnTo>
                    <a:pt x="1038225" y="523087"/>
                  </a:lnTo>
                  <a:lnTo>
                    <a:pt x="1046353" y="520547"/>
                  </a:lnTo>
                  <a:lnTo>
                    <a:pt x="1050290" y="520547"/>
                  </a:lnTo>
                  <a:lnTo>
                    <a:pt x="1054227" y="521817"/>
                  </a:lnTo>
                  <a:lnTo>
                    <a:pt x="1057910" y="521817"/>
                  </a:lnTo>
                  <a:lnTo>
                    <a:pt x="1061974" y="524357"/>
                  </a:lnTo>
                  <a:lnTo>
                    <a:pt x="1066419" y="528167"/>
                  </a:lnTo>
                  <a:lnTo>
                    <a:pt x="1070991" y="531977"/>
                  </a:lnTo>
                  <a:lnTo>
                    <a:pt x="1075436" y="535787"/>
                  </a:lnTo>
                  <a:lnTo>
                    <a:pt x="1080008" y="540867"/>
                  </a:lnTo>
                  <a:lnTo>
                    <a:pt x="1135761" y="596747"/>
                  </a:lnTo>
                  <a:lnTo>
                    <a:pt x="1152652" y="581507"/>
                  </a:lnTo>
                  <a:close/>
                </a:path>
                <a:path w="1301115" h="1290320">
                  <a:moveTo>
                    <a:pt x="1300861" y="0"/>
                  </a:moveTo>
                  <a:lnTo>
                    <a:pt x="1129792" y="14732"/>
                  </a:lnTo>
                  <a:lnTo>
                    <a:pt x="1112520" y="35433"/>
                  </a:lnTo>
                  <a:lnTo>
                    <a:pt x="1114640" y="42659"/>
                  </a:lnTo>
                  <a:lnTo>
                    <a:pt x="1119225" y="48310"/>
                  </a:lnTo>
                  <a:lnTo>
                    <a:pt x="1125601" y="51854"/>
                  </a:lnTo>
                  <a:lnTo>
                    <a:pt x="1133094" y="52705"/>
                  </a:lnTo>
                  <a:lnTo>
                    <a:pt x="1228953" y="44424"/>
                  </a:lnTo>
                  <a:lnTo>
                    <a:pt x="45008" y="1218438"/>
                  </a:lnTo>
                  <a:lnTo>
                    <a:pt x="54229" y="1122553"/>
                  </a:lnTo>
                  <a:lnTo>
                    <a:pt x="36957" y="1101852"/>
                  </a:lnTo>
                  <a:lnTo>
                    <a:pt x="29464" y="1102626"/>
                  </a:lnTo>
                  <a:lnTo>
                    <a:pt x="23075" y="1106093"/>
                  </a:lnTo>
                  <a:lnTo>
                    <a:pt x="18453" y="1111732"/>
                  </a:lnTo>
                  <a:lnTo>
                    <a:pt x="16256" y="1118997"/>
                  </a:lnTo>
                  <a:lnTo>
                    <a:pt x="0" y="1289812"/>
                  </a:lnTo>
                  <a:lnTo>
                    <a:pt x="85471" y="1282446"/>
                  </a:lnTo>
                  <a:lnTo>
                    <a:pt x="170942" y="1275080"/>
                  </a:lnTo>
                  <a:lnTo>
                    <a:pt x="178231" y="1272908"/>
                  </a:lnTo>
                  <a:lnTo>
                    <a:pt x="183921" y="1268310"/>
                  </a:lnTo>
                  <a:lnTo>
                    <a:pt x="187477" y="1261922"/>
                  </a:lnTo>
                  <a:lnTo>
                    <a:pt x="188214" y="1255395"/>
                  </a:lnTo>
                  <a:lnTo>
                    <a:pt x="188341" y="1254379"/>
                  </a:lnTo>
                  <a:lnTo>
                    <a:pt x="186207" y="1247165"/>
                  </a:lnTo>
                  <a:lnTo>
                    <a:pt x="181610" y="1241513"/>
                  </a:lnTo>
                  <a:lnTo>
                    <a:pt x="175196" y="1237970"/>
                  </a:lnTo>
                  <a:lnTo>
                    <a:pt x="167640" y="1237107"/>
                  </a:lnTo>
                  <a:lnTo>
                    <a:pt x="71907" y="1245400"/>
                  </a:lnTo>
                  <a:lnTo>
                    <a:pt x="1255750" y="71475"/>
                  </a:lnTo>
                  <a:lnTo>
                    <a:pt x="1246632" y="167259"/>
                  </a:lnTo>
                  <a:lnTo>
                    <a:pt x="1247406" y="174752"/>
                  </a:lnTo>
                  <a:lnTo>
                    <a:pt x="1250911" y="181140"/>
                  </a:lnTo>
                  <a:lnTo>
                    <a:pt x="1256550" y="185762"/>
                  </a:lnTo>
                  <a:lnTo>
                    <a:pt x="1263777" y="187960"/>
                  </a:lnTo>
                  <a:lnTo>
                    <a:pt x="1271333" y="187198"/>
                  </a:lnTo>
                  <a:lnTo>
                    <a:pt x="1277759" y="183730"/>
                  </a:lnTo>
                  <a:lnTo>
                    <a:pt x="1282395" y="178092"/>
                  </a:lnTo>
                  <a:lnTo>
                    <a:pt x="1284605" y="170815"/>
                  </a:lnTo>
                  <a:lnTo>
                    <a:pt x="1300149" y="7366"/>
                  </a:lnTo>
                  <a:lnTo>
                    <a:pt x="130086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4346" y="1356486"/>
              <a:ext cx="1692275" cy="11770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199122" y="1200403"/>
              <a:ext cx="589280" cy="588645"/>
            </a:xfrm>
            <a:custGeom>
              <a:avLst/>
              <a:gdLst/>
              <a:ahLst/>
              <a:cxnLst/>
              <a:rect l="l" t="t" r="r" b="b"/>
              <a:pathLst>
                <a:path w="589279" h="588644">
                  <a:moveTo>
                    <a:pt x="309625" y="0"/>
                  </a:moveTo>
                  <a:lnTo>
                    <a:pt x="0" y="302387"/>
                  </a:lnTo>
                  <a:lnTo>
                    <a:pt x="279526" y="588645"/>
                  </a:lnTo>
                  <a:lnTo>
                    <a:pt x="589152" y="286258"/>
                  </a:lnTo>
                  <a:lnTo>
                    <a:pt x="3096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10704" y="1457833"/>
              <a:ext cx="259588" cy="188594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4539" y="1224914"/>
            <a:ext cx="463496" cy="9258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74266" y="1381505"/>
            <a:ext cx="1218183" cy="48539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90724" y="1284858"/>
            <a:ext cx="431683" cy="8204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69842" y="1484630"/>
            <a:ext cx="874776" cy="349758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171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10"/>
              </a:spcBef>
              <a:tabLst>
                <a:tab pos="2501900" algn="l"/>
              </a:tabLst>
            </a:pPr>
            <a:r>
              <a:rPr dirty="0"/>
              <a:t>𝑎𝑟𝑒𝑎</a:t>
            </a:r>
            <a:r>
              <a:rPr dirty="0" spc="185"/>
              <a:t> </a:t>
            </a:r>
            <a:r>
              <a:rPr dirty="0" baseline="2314" sz="3600">
                <a:solidFill>
                  <a:srgbClr val="000000"/>
                </a:solidFill>
              </a:rPr>
              <a:t>=</a:t>
            </a:r>
            <a:r>
              <a:rPr dirty="0" baseline="2314" sz="3600" spc="225">
                <a:solidFill>
                  <a:srgbClr val="000000"/>
                </a:solidFill>
              </a:rPr>
              <a:t> </a:t>
            </a:r>
            <a:r>
              <a:rPr dirty="0" baseline="2314" sz="3600" spc="-15"/>
              <a:t>𝑓𝑟𝑜𝑛𝑡𝑎𝑔𝑒</a:t>
            </a:r>
            <a:r>
              <a:rPr dirty="0" baseline="2314" sz="3600"/>
              <a:t>	</a:t>
            </a:r>
            <a:r>
              <a:rPr dirty="0" baseline="2314" sz="3600">
                <a:solidFill>
                  <a:srgbClr val="000000"/>
                </a:solidFill>
              </a:rPr>
              <a:t>×</a:t>
            </a:r>
            <a:r>
              <a:rPr dirty="0" baseline="2314" sz="3600" spc="675">
                <a:solidFill>
                  <a:srgbClr val="000000"/>
                </a:solidFill>
              </a:rPr>
              <a:t> </a:t>
            </a:r>
            <a:r>
              <a:rPr dirty="0" baseline="2314" sz="3600" spc="-15"/>
              <a:t>𝑑𝑒𝑝𝑡ℎ</a:t>
            </a:r>
            <a:endParaRPr baseline="2314" sz="3600"/>
          </a:p>
          <a:p>
            <a:pPr marL="86995">
              <a:lnSpc>
                <a:spcPct val="100000"/>
              </a:lnSpc>
              <a:spcBef>
                <a:spcPts val="1610"/>
              </a:spcBef>
            </a:pPr>
            <a:r>
              <a:rPr dirty="0"/>
              <a:t>𝑥</a:t>
            </a:r>
            <a:r>
              <a:rPr dirty="0" baseline="-16339" sz="2550"/>
              <a:t>3</a:t>
            </a:r>
            <a:r>
              <a:rPr dirty="0" baseline="-16339" sz="2550" spc="562"/>
              <a:t> </a:t>
            </a:r>
            <a:r>
              <a:rPr dirty="0" sz="2400">
                <a:solidFill>
                  <a:srgbClr val="000000"/>
                </a:solidFill>
              </a:rPr>
              <a:t>=</a:t>
            </a:r>
            <a:r>
              <a:rPr dirty="0" sz="2400" spc="175">
                <a:solidFill>
                  <a:srgbClr val="000000"/>
                </a:solidFill>
              </a:rPr>
              <a:t> </a:t>
            </a:r>
            <a:r>
              <a:rPr dirty="0" sz="2400" spc="-20"/>
              <a:t>𝑥</a:t>
            </a:r>
            <a:r>
              <a:rPr dirty="0" baseline="-16339" sz="2550" spc="-30"/>
              <a:t>1</a:t>
            </a:r>
            <a:r>
              <a:rPr dirty="0" sz="2400" spc="-20"/>
              <a:t>𝑥</a:t>
            </a:r>
            <a:r>
              <a:rPr dirty="0" baseline="-16339" sz="2550" spc="-30"/>
              <a:t>2</a:t>
            </a:r>
            <a:endParaRPr baseline="-16339" sz="2550"/>
          </a:p>
        </p:txBody>
      </p:sp>
      <p:sp>
        <p:nvSpPr>
          <p:cNvPr id="22" name="object 22"/>
          <p:cNvSpPr/>
          <p:nvPr/>
        </p:nvSpPr>
        <p:spPr>
          <a:xfrm>
            <a:off x="630821" y="3734942"/>
            <a:ext cx="195580" cy="52705"/>
          </a:xfrm>
          <a:custGeom>
            <a:avLst/>
            <a:gdLst/>
            <a:ahLst/>
            <a:cxnLst/>
            <a:rect l="l" t="t" r="r" b="b"/>
            <a:pathLst>
              <a:path w="195580" h="52704">
                <a:moveTo>
                  <a:pt x="168109" y="0"/>
                </a:moveTo>
                <a:lnTo>
                  <a:pt x="162433" y="6476"/>
                </a:lnTo>
                <a:lnTo>
                  <a:pt x="179552" y="21335"/>
                </a:lnTo>
                <a:lnTo>
                  <a:pt x="0" y="21335"/>
                </a:lnTo>
                <a:lnTo>
                  <a:pt x="0" y="31368"/>
                </a:lnTo>
                <a:lnTo>
                  <a:pt x="179552" y="31368"/>
                </a:lnTo>
                <a:lnTo>
                  <a:pt x="162433" y="46227"/>
                </a:lnTo>
                <a:lnTo>
                  <a:pt x="168109" y="52704"/>
                </a:lnTo>
                <a:lnTo>
                  <a:pt x="194957" y="29463"/>
                </a:lnTo>
                <a:lnTo>
                  <a:pt x="194957" y="23240"/>
                </a:lnTo>
                <a:lnTo>
                  <a:pt x="168109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21640" y="3596640"/>
            <a:ext cx="61785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2731" sz="3600" spc="97">
                <a:latin typeface="Cambria Math"/>
                <a:cs typeface="Cambria Math"/>
              </a:rPr>
              <a:t>𝑓</a:t>
            </a:r>
            <a:r>
              <a:rPr dirty="0" sz="1700" spc="6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700" spc="65">
                <a:solidFill>
                  <a:srgbClr val="4285F4"/>
                </a:solidFill>
                <a:latin typeface="Cambria Math"/>
                <a:cs typeface="Cambria Math"/>
              </a:rPr>
              <a:t>,𝑏</a:t>
            </a:r>
            <a:endParaRPr sz="17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48143" y="3600830"/>
            <a:ext cx="349250" cy="297815"/>
            <a:chOff x="1048143" y="3600830"/>
            <a:chExt cx="349250" cy="297815"/>
          </a:xfrm>
        </p:grpSpPr>
        <p:sp>
          <p:nvSpPr>
            <p:cNvPr id="25" name="object 25"/>
            <p:cNvSpPr/>
            <p:nvPr/>
          </p:nvSpPr>
          <p:spPr>
            <a:xfrm>
              <a:off x="1048143" y="3616197"/>
              <a:ext cx="349250" cy="282575"/>
            </a:xfrm>
            <a:custGeom>
              <a:avLst/>
              <a:gdLst/>
              <a:ahLst/>
              <a:cxnLst/>
              <a:rect l="l" t="t" r="r" b="b"/>
              <a:pathLst>
                <a:path w="349250" h="282575">
                  <a:moveTo>
                    <a:pt x="259067" y="0"/>
                  </a:moveTo>
                  <a:lnTo>
                    <a:pt x="255130" y="11429"/>
                  </a:lnTo>
                  <a:lnTo>
                    <a:pt x="271437" y="18522"/>
                  </a:lnTo>
                  <a:lnTo>
                    <a:pt x="285483" y="28352"/>
                  </a:lnTo>
                  <a:lnTo>
                    <a:pt x="314026" y="73852"/>
                  </a:lnTo>
                  <a:lnTo>
                    <a:pt x="322367" y="115339"/>
                  </a:lnTo>
                  <a:lnTo>
                    <a:pt x="322408" y="115623"/>
                  </a:lnTo>
                  <a:lnTo>
                    <a:pt x="323456" y="139699"/>
                  </a:lnTo>
                  <a:lnTo>
                    <a:pt x="322408" y="164633"/>
                  </a:lnTo>
                  <a:lnTo>
                    <a:pt x="319265" y="187245"/>
                  </a:lnTo>
                  <a:lnTo>
                    <a:pt x="306692" y="225551"/>
                  </a:lnTo>
                  <a:lnTo>
                    <a:pt x="271634" y="263722"/>
                  </a:lnTo>
                  <a:lnTo>
                    <a:pt x="255511" y="270840"/>
                  </a:lnTo>
                  <a:lnTo>
                    <a:pt x="259067" y="282308"/>
                  </a:lnTo>
                  <a:lnTo>
                    <a:pt x="297611" y="264233"/>
                  </a:lnTo>
                  <a:lnTo>
                    <a:pt x="325869" y="232917"/>
                  </a:lnTo>
                  <a:lnTo>
                    <a:pt x="343300" y="191119"/>
                  </a:lnTo>
                  <a:lnTo>
                    <a:pt x="349110" y="141223"/>
                  </a:lnTo>
                  <a:lnTo>
                    <a:pt x="347673" y="115623"/>
                  </a:lnTo>
                  <a:lnTo>
                    <a:pt x="347657" y="115339"/>
                  </a:lnTo>
                  <a:lnTo>
                    <a:pt x="336037" y="69429"/>
                  </a:lnTo>
                  <a:lnTo>
                    <a:pt x="312966" y="32093"/>
                  </a:lnTo>
                  <a:lnTo>
                    <a:pt x="279542" y="7379"/>
                  </a:lnTo>
                  <a:lnTo>
                    <a:pt x="259067" y="0"/>
                  </a:lnTo>
                  <a:close/>
                </a:path>
                <a:path w="349250" h="282575">
                  <a:moveTo>
                    <a:pt x="90030" y="0"/>
                  </a:moveTo>
                  <a:lnTo>
                    <a:pt x="51617" y="18081"/>
                  </a:lnTo>
                  <a:lnTo>
                    <a:pt x="23291" y="49402"/>
                  </a:lnTo>
                  <a:lnTo>
                    <a:pt x="5821" y="91408"/>
                  </a:lnTo>
                  <a:lnTo>
                    <a:pt x="85" y="139699"/>
                  </a:lnTo>
                  <a:lnTo>
                    <a:pt x="0" y="141223"/>
                  </a:lnTo>
                  <a:lnTo>
                    <a:pt x="5802" y="191119"/>
                  </a:lnTo>
                  <a:lnTo>
                    <a:pt x="23215" y="232917"/>
                  </a:lnTo>
                  <a:lnTo>
                    <a:pt x="51522" y="264233"/>
                  </a:lnTo>
                  <a:lnTo>
                    <a:pt x="90030" y="282308"/>
                  </a:lnTo>
                  <a:lnTo>
                    <a:pt x="93611" y="270840"/>
                  </a:lnTo>
                  <a:lnTo>
                    <a:pt x="77521" y="263722"/>
                  </a:lnTo>
                  <a:lnTo>
                    <a:pt x="63636" y="253811"/>
                  </a:lnTo>
                  <a:lnTo>
                    <a:pt x="35156" y="207547"/>
                  </a:lnTo>
                  <a:lnTo>
                    <a:pt x="26788" y="164633"/>
                  </a:lnTo>
                  <a:lnTo>
                    <a:pt x="25742" y="139699"/>
                  </a:lnTo>
                  <a:lnTo>
                    <a:pt x="26788" y="115623"/>
                  </a:lnTo>
                  <a:lnTo>
                    <a:pt x="35156" y="73852"/>
                  </a:lnTo>
                  <a:lnTo>
                    <a:pt x="63749" y="28352"/>
                  </a:lnTo>
                  <a:lnTo>
                    <a:pt x="94056" y="11429"/>
                  </a:lnTo>
                  <a:lnTo>
                    <a:pt x="900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5646" y="3600830"/>
              <a:ext cx="150355" cy="7327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08392" y="3529584"/>
            <a:ext cx="403923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00050" algn="l"/>
                <a:tab pos="2802890" algn="l"/>
              </a:tabLst>
            </a:pPr>
            <a:r>
              <a:rPr dirty="0" sz="24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4285F4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>
                <a:solidFill>
                  <a:srgbClr val="4285F4"/>
                </a:solidFill>
                <a:latin typeface="Cambria Math"/>
                <a:cs typeface="Cambria Math"/>
              </a:rPr>
              <a:t>1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7973" sz="2550" spc="4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+</a:t>
            </a:r>
            <a:r>
              <a:rPr dirty="0" sz="2400" spc="3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4285F4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>
                <a:solidFill>
                  <a:srgbClr val="4285F4"/>
                </a:solidFill>
                <a:latin typeface="Cambria Math"/>
                <a:cs typeface="Cambria Math"/>
              </a:rPr>
              <a:t>2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7973" sz="2550" spc="47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FF9300"/>
                </a:solidFill>
                <a:latin typeface="Cambria Math"/>
                <a:cs typeface="Cambria Math"/>
              </a:rPr>
              <a:t>+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400">
                <a:solidFill>
                  <a:srgbClr val="4285F4"/>
                </a:solidFill>
                <a:latin typeface="Cambria Math"/>
                <a:cs typeface="Cambria Math"/>
              </a:rPr>
              <a:t>𝑤</a:t>
            </a:r>
            <a:r>
              <a:rPr dirty="0" baseline="-17973" sz="2550">
                <a:solidFill>
                  <a:srgbClr val="4285F4"/>
                </a:solidFill>
                <a:latin typeface="Cambria Math"/>
                <a:cs typeface="Cambria Math"/>
              </a:rPr>
              <a:t>3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7973" sz="2550">
                <a:solidFill>
                  <a:srgbClr val="FF9300"/>
                </a:solidFill>
                <a:latin typeface="Cambria Math"/>
                <a:cs typeface="Cambria Math"/>
              </a:rPr>
              <a:t>3</a:t>
            </a:r>
            <a:r>
              <a:rPr dirty="0" baseline="-17973" sz="2550" spc="48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+</a:t>
            </a:r>
            <a:r>
              <a:rPr dirty="0" sz="2400" spc="45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4285F4"/>
                </a:solidFill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44981" y="3090164"/>
            <a:ext cx="439707" cy="14605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66812" y="3019805"/>
            <a:ext cx="1055128" cy="22466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94012" y="3897820"/>
            <a:ext cx="384850" cy="8890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839731" y="3878376"/>
            <a:ext cx="384669" cy="88900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759288" y="3897820"/>
            <a:ext cx="384850" cy="8890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561076" y="3678428"/>
            <a:ext cx="1428242" cy="34416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466974" y="3689730"/>
            <a:ext cx="1158738" cy="5105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8255" rIns="0" bIns="0" rtlCol="0" vert="horz">
            <a:spAutoFit/>
          </a:bodyPr>
          <a:lstStyle/>
          <a:p>
            <a:pPr marL="622935" marR="5080" indent="152400">
              <a:lnSpc>
                <a:spcPct val="101400"/>
              </a:lnSpc>
              <a:spcBef>
                <a:spcPts val="65"/>
              </a:spcBef>
            </a:pPr>
            <a:r>
              <a:rPr dirty="0" sz="3950">
                <a:solidFill>
                  <a:srgbClr val="0070EA"/>
                </a:solidFill>
              </a:rPr>
              <a:t>Practical</a:t>
            </a:r>
            <a:r>
              <a:rPr dirty="0" sz="3950" spc="50">
                <a:solidFill>
                  <a:srgbClr val="0070EA"/>
                </a:solidFill>
              </a:rPr>
              <a:t> </a:t>
            </a:r>
            <a:r>
              <a:rPr dirty="0" sz="3950">
                <a:solidFill>
                  <a:srgbClr val="0070EA"/>
                </a:solidFill>
              </a:rPr>
              <a:t>Tips</a:t>
            </a:r>
            <a:r>
              <a:rPr dirty="0" sz="3950" spc="35">
                <a:solidFill>
                  <a:srgbClr val="0070EA"/>
                </a:solidFill>
              </a:rPr>
              <a:t> </a:t>
            </a:r>
            <a:r>
              <a:rPr dirty="0" sz="3950" spc="-25">
                <a:solidFill>
                  <a:srgbClr val="0070EA"/>
                </a:solidFill>
              </a:rPr>
              <a:t>for </a:t>
            </a:r>
            <a:r>
              <a:rPr dirty="0" sz="3950">
                <a:solidFill>
                  <a:srgbClr val="0070EA"/>
                </a:solidFill>
              </a:rPr>
              <a:t>Linear</a:t>
            </a:r>
            <a:r>
              <a:rPr dirty="0" sz="3950" spc="95">
                <a:solidFill>
                  <a:srgbClr val="0070EA"/>
                </a:solidFill>
              </a:rPr>
              <a:t> </a:t>
            </a:r>
            <a:r>
              <a:rPr dirty="0" sz="3950" spc="-10">
                <a:solidFill>
                  <a:srgbClr val="0070EA"/>
                </a:solidFill>
              </a:rPr>
              <a:t>Regression</a:t>
            </a:r>
            <a:endParaRPr sz="395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55185" rIns="0" bIns="0" rtlCol="0" vert="horz">
            <a:spAutoFit/>
          </a:bodyPr>
          <a:lstStyle/>
          <a:p>
            <a:pPr marL="330835">
              <a:lnSpc>
                <a:spcPct val="100000"/>
              </a:lnSpc>
              <a:spcBef>
                <a:spcPts val="105"/>
              </a:spcBef>
            </a:pPr>
            <a:r>
              <a:rPr dirty="0" sz="3600">
                <a:solidFill>
                  <a:srgbClr val="000000"/>
                </a:solidFill>
                <a:latin typeface="Verdana"/>
                <a:cs typeface="Verdana"/>
              </a:rPr>
              <a:t>Polynomial</a:t>
            </a:r>
            <a:r>
              <a:rPr dirty="0" sz="3600" spc="-65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3600" spc="-10">
                <a:solidFill>
                  <a:srgbClr val="000000"/>
                </a:solidFill>
                <a:latin typeface="Verdana"/>
                <a:cs typeface="Verdana"/>
              </a:rPr>
              <a:t>Regression</a:t>
            </a:r>
            <a:endParaRPr sz="3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9936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 sz="3000"/>
              <a:t>Polynomial</a:t>
            </a:r>
            <a:r>
              <a:rPr dirty="0" sz="3000" spc="-85"/>
              <a:t> </a:t>
            </a:r>
            <a:r>
              <a:rPr dirty="0" sz="3000" spc="-10"/>
              <a:t>regression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1278636" y="1390650"/>
            <a:ext cx="7732395" cy="2065655"/>
            <a:chOff x="1278636" y="1390650"/>
            <a:chExt cx="7732395" cy="2065655"/>
          </a:xfrm>
        </p:grpSpPr>
        <p:sp>
          <p:nvSpPr>
            <p:cNvPr id="4" name="object 4"/>
            <p:cNvSpPr/>
            <p:nvPr/>
          </p:nvSpPr>
          <p:spPr>
            <a:xfrm>
              <a:off x="1278636" y="1944497"/>
              <a:ext cx="3145155" cy="1511300"/>
            </a:xfrm>
            <a:custGeom>
              <a:avLst/>
              <a:gdLst/>
              <a:ahLst/>
              <a:cxnLst/>
              <a:rect l="l" t="t" r="r" b="b"/>
              <a:pathLst>
                <a:path w="3145154" h="1511300">
                  <a:moveTo>
                    <a:pt x="34925" y="1409700"/>
                  </a:moveTo>
                  <a:lnTo>
                    <a:pt x="0" y="1409700"/>
                  </a:lnTo>
                  <a:lnTo>
                    <a:pt x="0" y="1511300"/>
                  </a:lnTo>
                  <a:lnTo>
                    <a:pt x="34925" y="1511300"/>
                  </a:lnTo>
                  <a:lnTo>
                    <a:pt x="34925" y="1409700"/>
                  </a:lnTo>
                  <a:close/>
                </a:path>
                <a:path w="3145154" h="1511300">
                  <a:moveTo>
                    <a:pt x="38226" y="1397000"/>
                  </a:moveTo>
                  <a:lnTo>
                    <a:pt x="2285" y="1397000"/>
                  </a:lnTo>
                  <a:lnTo>
                    <a:pt x="507" y="1409700"/>
                  </a:lnTo>
                  <a:lnTo>
                    <a:pt x="36067" y="1409700"/>
                  </a:lnTo>
                  <a:lnTo>
                    <a:pt x="38226" y="1397000"/>
                  </a:lnTo>
                  <a:close/>
                </a:path>
                <a:path w="3145154" h="1511300">
                  <a:moveTo>
                    <a:pt x="49656" y="1371600"/>
                  </a:moveTo>
                  <a:lnTo>
                    <a:pt x="9270" y="1371600"/>
                  </a:lnTo>
                  <a:lnTo>
                    <a:pt x="4952" y="1384300"/>
                  </a:lnTo>
                  <a:lnTo>
                    <a:pt x="2539" y="1397000"/>
                  </a:lnTo>
                  <a:lnTo>
                    <a:pt x="37972" y="1397000"/>
                  </a:lnTo>
                  <a:lnTo>
                    <a:pt x="42290" y="1384300"/>
                  </a:lnTo>
                  <a:lnTo>
                    <a:pt x="45592" y="1384300"/>
                  </a:lnTo>
                  <a:lnTo>
                    <a:pt x="49656" y="1371600"/>
                  </a:lnTo>
                  <a:close/>
                </a:path>
                <a:path w="3145154" h="1511300">
                  <a:moveTo>
                    <a:pt x="52323" y="1358900"/>
                  </a:moveTo>
                  <a:lnTo>
                    <a:pt x="17144" y="1358900"/>
                  </a:lnTo>
                  <a:lnTo>
                    <a:pt x="13207" y="1371600"/>
                  </a:lnTo>
                  <a:lnTo>
                    <a:pt x="50164" y="1371600"/>
                  </a:lnTo>
                  <a:lnTo>
                    <a:pt x="52323" y="1358900"/>
                  </a:lnTo>
                  <a:close/>
                </a:path>
                <a:path w="3145154" h="1511300">
                  <a:moveTo>
                    <a:pt x="58292" y="1346200"/>
                  </a:moveTo>
                  <a:lnTo>
                    <a:pt x="18668" y="1346200"/>
                  </a:lnTo>
                  <a:lnTo>
                    <a:pt x="16509" y="1358900"/>
                  </a:lnTo>
                  <a:lnTo>
                    <a:pt x="56133" y="1358900"/>
                  </a:lnTo>
                  <a:lnTo>
                    <a:pt x="58292" y="1346200"/>
                  </a:lnTo>
                  <a:close/>
                </a:path>
                <a:path w="3145154" h="1511300">
                  <a:moveTo>
                    <a:pt x="79755" y="1295400"/>
                  </a:moveTo>
                  <a:lnTo>
                    <a:pt x="36956" y="1295400"/>
                  </a:lnTo>
                  <a:lnTo>
                    <a:pt x="32892" y="1308100"/>
                  </a:lnTo>
                  <a:lnTo>
                    <a:pt x="28955" y="1320800"/>
                  </a:lnTo>
                  <a:lnTo>
                    <a:pt x="24891" y="1333500"/>
                  </a:lnTo>
                  <a:lnTo>
                    <a:pt x="24256" y="1333500"/>
                  </a:lnTo>
                  <a:lnTo>
                    <a:pt x="22097" y="1346200"/>
                  </a:lnTo>
                  <a:lnTo>
                    <a:pt x="57657" y="1346200"/>
                  </a:lnTo>
                  <a:lnTo>
                    <a:pt x="65531" y="1320800"/>
                  </a:lnTo>
                  <a:lnTo>
                    <a:pt x="65404" y="1320800"/>
                  </a:lnTo>
                  <a:lnTo>
                    <a:pt x="69468" y="1308100"/>
                  </a:lnTo>
                  <a:lnTo>
                    <a:pt x="76200" y="1308100"/>
                  </a:lnTo>
                  <a:lnTo>
                    <a:pt x="79755" y="1295400"/>
                  </a:lnTo>
                  <a:close/>
                </a:path>
                <a:path w="3145154" h="1511300">
                  <a:moveTo>
                    <a:pt x="69468" y="1308100"/>
                  </a:moveTo>
                  <a:lnTo>
                    <a:pt x="65404" y="1320800"/>
                  </a:lnTo>
                  <a:lnTo>
                    <a:pt x="65531" y="1320800"/>
                  </a:lnTo>
                  <a:lnTo>
                    <a:pt x="69468" y="1308100"/>
                  </a:lnTo>
                  <a:close/>
                </a:path>
                <a:path w="3145154" h="1511300">
                  <a:moveTo>
                    <a:pt x="72643" y="1308100"/>
                  </a:moveTo>
                  <a:lnTo>
                    <a:pt x="69468" y="1308100"/>
                  </a:lnTo>
                  <a:lnTo>
                    <a:pt x="68579" y="1320800"/>
                  </a:lnTo>
                  <a:lnTo>
                    <a:pt x="72643" y="1308100"/>
                  </a:lnTo>
                  <a:close/>
                </a:path>
                <a:path w="3145154" h="1511300">
                  <a:moveTo>
                    <a:pt x="85597" y="1282700"/>
                  </a:moveTo>
                  <a:lnTo>
                    <a:pt x="45973" y="1282700"/>
                  </a:lnTo>
                  <a:lnTo>
                    <a:pt x="42290" y="1295400"/>
                  </a:lnTo>
                  <a:lnTo>
                    <a:pt x="82422" y="1295400"/>
                  </a:lnTo>
                  <a:lnTo>
                    <a:pt x="85597" y="1282700"/>
                  </a:lnTo>
                  <a:close/>
                </a:path>
                <a:path w="3145154" h="1511300">
                  <a:moveTo>
                    <a:pt x="90931" y="1270000"/>
                  </a:moveTo>
                  <a:lnTo>
                    <a:pt x="53085" y="1270000"/>
                  </a:lnTo>
                  <a:lnTo>
                    <a:pt x="49910" y="1282700"/>
                  </a:lnTo>
                  <a:lnTo>
                    <a:pt x="87248" y="1282700"/>
                  </a:lnTo>
                  <a:lnTo>
                    <a:pt x="90931" y="1270000"/>
                  </a:lnTo>
                  <a:close/>
                </a:path>
                <a:path w="3145154" h="1511300">
                  <a:moveTo>
                    <a:pt x="97789" y="1257300"/>
                  </a:moveTo>
                  <a:lnTo>
                    <a:pt x="58673" y="1257300"/>
                  </a:lnTo>
                  <a:lnTo>
                    <a:pt x="54990" y="1270000"/>
                  </a:lnTo>
                  <a:lnTo>
                    <a:pt x="93852" y="1270000"/>
                  </a:lnTo>
                  <a:lnTo>
                    <a:pt x="97789" y="1257300"/>
                  </a:lnTo>
                  <a:close/>
                </a:path>
                <a:path w="3145154" h="1511300">
                  <a:moveTo>
                    <a:pt x="81152" y="1206500"/>
                  </a:moveTo>
                  <a:lnTo>
                    <a:pt x="70357" y="1231900"/>
                  </a:lnTo>
                  <a:lnTo>
                    <a:pt x="70103" y="1231900"/>
                  </a:lnTo>
                  <a:lnTo>
                    <a:pt x="66547" y="1244600"/>
                  </a:lnTo>
                  <a:lnTo>
                    <a:pt x="63880" y="1244600"/>
                  </a:lnTo>
                  <a:lnTo>
                    <a:pt x="60197" y="1257300"/>
                  </a:lnTo>
                  <a:lnTo>
                    <a:pt x="98043" y="1257300"/>
                  </a:lnTo>
                  <a:lnTo>
                    <a:pt x="101600" y="1244600"/>
                  </a:lnTo>
                  <a:lnTo>
                    <a:pt x="112394" y="1231900"/>
                  </a:lnTo>
                  <a:lnTo>
                    <a:pt x="115823" y="1219200"/>
                  </a:lnTo>
                  <a:lnTo>
                    <a:pt x="80644" y="1219200"/>
                  </a:lnTo>
                  <a:lnTo>
                    <a:pt x="81152" y="1206500"/>
                  </a:lnTo>
                  <a:close/>
                </a:path>
                <a:path w="3145154" h="1511300">
                  <a:moveTo>
                    <a:pt x="129158" y="1193800"/>
                  </a:moveTo>
                  <a:lnTo>
                    <a:pt x="87122" y="1193800"/>
                  </a:lnTo>
                  <a:lnTo>
                    <a:pt x="80644" y="1219200"/>
                  </a:lnTo>
                  <a:lnTo>
                    <a:pt x="115823" y="1219200"/>
                  </a:lnTo>
                  <a:lnTo>
                    <a:pt x="119252" y="1206500"/>
                  </a:lnTo>
                  <a:lnTo>
                    <a:pt x="124459" y="1206500"/>
                  </a:lnTo>
                  <a:lnTo>
                    <a:pt x="129158" y="1193800"/>
                  </a:lnTo>
                  <a:close/>
                </a:path>
                <a:path w="3145154" h="1511300">
                  <a:moveTo>
                    <a:pt x="123189" y="1206500"/>
                  </a:moveTo>
                  <a:lnTo>
                    <a:pt x="119252" y="1206500"/>
                  </a:lnTo>
                  <a:lnTo>
                    <a:pt x="117855" y="1219200"/>
                  </a:lnTo>
                  <a:lnTo>
                    <a:pt x="123189" y="1206500"/>
                  </a:lnTo>
                  <a:close/>
                </a:path>
                <a:path w="3145154" h="1511300">
                  <a:moveTo>
                    <a:pt x="93979" y="1181100"/>
                  </a:moveTo>
                  <a:lnTo>
                    <a:pt x="88518" y="1193800"/>
                  </a:lnTo>
                  <a:lnTo>
                    <a:pt x="92709" y="1193800"/>
                  </a:lnTo>
                  <a:lnTo>
                    <a:pt x="93979" y="1181100"/>
                  </a:lnTo>
                  <a:close/>
                </a:path>
                <a:path w="3145154" h="1511300">
                  <a:moveTo>
                    <a:pt x="134492" y="1181100"/>
                  </a:moveTo>
                  <a:lnTo>
                    <a:pt x="97408" y="1181100"/>
                  </a:lnTo>
                  <a:lnTo>
                    <a:pt x="92709" y="1193800"/>
                  </a:lnTo>
                  <a:lnTo>
                    <a:pt x="132841" y="1193800"/>
                  </a:lnTo>
                  <a:lnTo>
                    <a:pt x="134492" y="1181100"/>
                  </a:lnTo>
                  <a:close/>
                </a:path>
                <a:path w="3145154" h="1511300">
                  <a:moveTo>
                    <a:pt x="143128" y="1168400"/>
                  </a:moveTo>
                  <a:lnTo>
                    <a:pt x="104520" y="1168400"/>
                  </a:lnTo>
                  <a:lnTo>
                    <a:pt x="99059" y="1181100"/>
                  </a:lnTo>
                  <a:lnTo>
                    <a:pt x="137032" y="1181100"/>
                  </a:lnTo>
                  <a:lnTo>
                    <a:pt x="143128" y="1168400"/>
                  </a:lnTo>
                  <a:close/>
                </a:path>
                <a:path w="3145154" h="1511300">
                  <a:moveTo>
                    <a:pt x="148208" y="1155700"/>
                  </a:moveTo>
                  <a:lnTo>
                    <a:pt x="113664" y="1155700"/>
                  </a:lnTo>
                  <a:lnTo>
                    <a:pt x="107441" y="1168400"/>
                  </a:lnTo>
                  <a:lnTo>
                    <a:pt x="143890" y="1168400"/>
                  </a:lnTo>
                  <a:lnTo>
                    <a:pt x="148208" y="1155700"/>
                  </a:lnTo>
                  <a:close/>
                </a:path>
                <a:path w="3145154" h="1511300">
                  <a:moveTo>
                    <a:pt x="153669" y="1155700"/>
                  </a:moveTo>
                  <a:lnTo>
                    <a:pt x="148208" y="1155700"/>
                  </a:lnTo>
                  <a:lnTo>
                    <a:pt x="147827" y="1168400"/>
                  </a:lnTo>
                  <a:lnTo>
                    <a:pt x="153669" y="1155700"/>
                  </a:lnTo>
                  <a:close/>
                </a:path>
                <a:path w="3145154" h="1511300">
                  <a:moveTo>
                    <a:pt x="158114" y="1143000"/>
                  </a:moveTo>
                  <a:lnTo>
                    <a:pt x="117220" y="1143000"/>
                  </a:lnTo>
                  <a:lnTo>
                    <a:pt x="112902" y="1155700"/>
                  </a:lnTo>
                  <a:lnTo>
                    <a:pt x="152653" y="1155700"/>
                  </a:lnTo>
                  <a:lnTo>
                    <a:pt x="158114" y="1143000"/>
                  </a:lnTo>
                  <a:close/>
                </a:path>
                <a:path w="3145154" h="1511300">
                  <a:moveTo>
                    <a:pt x="167766" y="1130300"/>
                  </a:moveTo>
                  <a:lnTo>
                    <a:pt x="123316" y="1130300"/>
                  </a:lnTo>
                  <a:lnTo>
                    <a:pt x="117601" y="1143000"/>
                  </a:lnTo>
                  <a:lnTo>
                    <a:pt x="162432" y="1143000"/>
                  </a:lnTo>
                  <a:lnTo>
                    <a:pt x="167766" y="1130300"/>
                  </a:lnTo>
                  <a:close/>
                </a:path>
                <a:path w="3145154" h="1511300">
                  <a:moveTo>
                    <a:pt x="139445" y="1104900"/>
                  </a:moveTo>
                  <a:lnTo>
                    <a:pt x="133984" y="1117600"/>
                  </a:lnTo>
                  <a:lnTo>
                    <a:pt x="128777" y="1130300"/>
                  </a:lnTo>
                  <a:lnTo>
                    <a:pt x="169290" y="1130300"/>
                  </a:lnTo>
                  <a:lnTo>
                    <a:pt x="175386" y="1117600"/>
                  </a:lnTo>
                  <a:lnTo>
                    <a:pt x="137922" y="1117600"/>
                  </a:lnTo>
                  <a:lnTo>
                    <a:pt x="139445" y="1104900"/>
                  </a:lnTo>
                  <a:close/>
                </a:path>
                <a:path w="3145154" h="1511300">
                  <a:moveTo>
                    <a:pt x="180339" y="1104900"/>
                  </a:moveTo>
                  <a:lnTo>
                    <a:pt x="144017" y="1104900"/>
                  </a:lnTo>
                  <a:lnTo>
                    <a:pt x="137922" y="1117600"/>
                  </a:lnTo>
                  <a:lnTo>
                    <a:pt x="174116" y="1117600"/>
                  </a:lnTo>
                  <a:lnTo>
                    <a:pt x="180339" y="1104900"/>
                  </a:lnTo>
                  <a:close/>
                </a:path>
                <a:path w="3145154" h="1511300">
                  <a:moveTo>
                    <a:pt x="189864" y="1092200"/>
                  </a:moveTo>
                  <a:lnTo>
                    <a:pt x="151383" y="1092200"/>
                  </a:lnTo>
                  <a:lnTo>
                    <a:pt x="145287" y="1104900"/>
                  </a:lnTo>
                  <a:lnTo>
                    <a:pt x="180847" y="1104900"/>
                  </a:lnTo>
                  <a:lnTo>
                    <a:pt x="189864" y="1092200"/>
                  </a:lnTo>
                  <a:close/>
                </a:path>
                <a:path w="3145154" h="1511300">
                  <a:moveTo>
                    <a:pt x="196722" y="1079500"/>
                  </a:moveTo>
                  <a:lnTo>
                    <a:pt x="159892" y="1079500"/>
                  </a:lnTo>
                  <a:lnTo>
                    <a:pt x="150875" y="1092200"/>
                  </a:lnTo>
                  <a:lnTo>
                    <a:pt x="188722" y="1092200"/>
                  </a:lnTo>
                  <a:lnTo>
                    <a:pt x="196722" y="1079500"/>
                  </a:lnTo>
                  <a:close/>
                </a:path>
                <a:path w="3145154" h="1511300">
                  <a:moveTo>
                    <a:pt x="205104" y="1066800"/>
                  </a:moveTo>
                  <a:lnTo>
                    <a:pt x="168909" y="1066800"/>
                  </a:lnTo>
                  <a:lnTo>
                    <a:pt x="160908" y="1079500"/>
                  </a:lnTo>
                  <a:lnTo>
                    <a:pt x="198247" y="1079500"/>
                  </a:lnTo>
                  <a:lnTo>
                    <a:pt x="205104" y="1066800"/>
                  </a:lnTo>
                  <a:close/>
                </a:path>
                <a:path w="3145154" h="1511300">
                  <a:moveTo>
                    <a:pt x="216788" y="1054100"/>
                  </a:moveTo>
                  <a:lnTo>
                    <a:pt x="174116" y="1054100"/>
                  </a:lnTo>
                  <a:lnTo>
                    <a:pt x="167258" y="1066800"/>
                  </a:lnTo>
                  <a:lnTo>
                    <a:pt x="203072" y="1066800"/>
                  </a:lnTo>
                  <a:lnTo>
                    <a:pt x="216788" y="1054100"/>
                  </a:lnTo>
                  <a:close/>
                </a:path>
                <a:path w="3145154" h="1511300">
                  <a:moveTo>
                    <a:pt x="189864" y="1028700"/>
                  </a:moveTo>
                  <a:lnTo>
                    <a:pt x="176148" y="1054100"/>
                  </a:lnTo>
                  <a:lnTo>
                    <a:pt x="218439" y="1054100"/>
                  </a:lnTo>
                  <a:lnTo>
                    <a:pt x="226313" y="1041400"/>
                  </a:lnTo>
                  <a:lnTo>
                    <a:pt x="188213" y="1041400"/>
                  </a:lnTo>
                  <a:lnTo>
                    <a:pt x="189864" y="1028700"/>
                  </a:lnTo>
                  <a:close/>
                </a:path>
                <a:path w="3145154" h="1511300">
                  <a:moveTo>
                    <a:pt x="239648" y="1016000"/>
                  </a:moveTo>
                  <a:lnTo>
                    <a:pt x="196087" y="1016000"/>
                  </a:lnTo>
                  <a:lnTo>
                    <a:pt x="188213" y="1041400"/>
                  </a:lnTo>
                  <a:lnTo>
                    <a:pt x="225170" y="1041400"/>
                  </a:lnTo>
                  <a:lnTo>
                    <a:pt x="239648" y="1016000"/>
                  </a:lnTo>
                  <a:close/>
                </a:path>
                <a:path w="3145154" h="1511300">
                  <a:moveTo>
                    <a:pt x="252475" y="1003300"/>
                  </a:moveTo>
                  <a:lnTo>
                    <a:pt x="211581" y="1003300"/>
                  </a:lnTo>
                  <a:lnTo>
                    <a:pt x="197103" y="1016000"/>
                  </a:lnTo>
                  <a:lnTo>
                    <a:pt x="239648" y="1016000"/>
                  </a:lnTo>
                  <a:lnTo>
                    <a:pt x="238125" y="1028700"/>
                  </a:lnTo>
                  <a:lnTo>
                    <a:pt x="252475" y="1003300"/>
                  </a:lnTo>
                  <a:close/>
                </a:path>
                <a:path w="3145154" h="1511300">
                  <a:moveTo>
                    <a:pt x="268097" y="990600"/>
                  </a:moveTo>
                  <a:lnTo>
                    <a:pt x="227456" y="990600"/>
                  </a:lnTo>
                  <a:lnTo>
                    <a:pt x="213105" y="1003300"/>
                  </a:lnTo>
                  <a:lnTo>
                    <a:pt x="254380" y="1003300"/>
                  </a:lnTo>
                  <a:lnTo>
                    <a:pt x="268097" y="990600"/>
                  </a:lnTo>
                  <a:close/>
                </a:path>
                <a:path w="3145154" h="1511300">
                  <a:moveTo>
                    <a:pt x="284225" y="965200"/>
                  </a:moveTo>
                  <a:lnTo>
                    <a:pt x="239267" y="965200"/>
                  </a:lnTo>
                  <a:lnTo>
                    <a:pt x="225678" y="990600"/>
                  </a:lnTo>
                  <a:lnTo>
                    <a:pt x="266319" y="990600"/>
                  </a:lnTo>
                  <a:lnTo>
                    <a:pt x="284225" y="965200"/>
                  </a:lnTo>
                  <a:close/>
                </a:path>
                <a:path w="3145154" h="1511300">
                  <a:moveTo>
                    <a:pt x="259079" y="939800"/>
                  </a:moveTo>
                  <a:lnTo>
                    <a:pt x="241045" y="965200"/>
                  </a:lnTo>
                  <a:lnTo>
                    <a:pt x="285622" y="965200"/>
                  </a:lnTo>
                  <a:lnTo>
                    <a:pt x="301497" y="952500"/>
                  </a:lnTo>
                  <a:lnTo>
                    <a:pt x="257682" y="952500"/>
                  </a:lnTo>
                  <a:lnTo>
                    <a:pt x="259079" y="939800"/>
                  </a:lnTo>
                  <a:close/>
                </a:path>
                <a:path w="3145154" h="1511300">
                  <a:moveTo>
                    <a:pt x="381507" y="850900"/>
                  </a:moveTo>
                  <a:lnTo>
                    <a:pt x="331342" y="850900"/>
                  </a:lnTo>
                  <a:lnTo>
                    <a:pt x="317188" y="875952"/>
                  </a:lnTo>
                  <a:lnTo>
                    <a:pt x="305053" y="889000"/>
                  </a:lnTo>
                  <a:lnTo>
                    <a:pt x="288797" y="901700"/>
                  </a:lnTo>
                  <a:lnTo>
                    <a:pt x="289305" y="901700"/>
                  </a:lnTo>
                  <a:lnTo>
                    <a:pt x="273557" y="927100"/>
                  </a:lnTo>
                  <a:lnTo>
                    <a:pt x="257682" y="952500"/>
                  </a:lnTo>
                  <a:lnTo>
                    <a:pt x="300863" y="952500"/>
                  </a:lnTo>
                  <a:lnTo>
                    <a:pt x="315975" y="927100"/>
                  </a:lnTo>
                  <a:lnTo>
                    <a:pt x="332358" y="914400"/>
                  </a:lnTo>
                  <a:lnTo>
                    <a:pt x="331977" y="914400"/>
                  </a:lnTo>
                  <a:lnTo>
                    <a:pt x="343788" y="889000"/>
                  </a:lnTo>
                  <a:lnTo>
                    <a:pt x="356545" y="877711"/>
                  </a:lnTo>
                  <a:lnTo>
                    <a:pt x="369950" y="863600"/>
                  </a:lnTo>
                  <a:lnTo>
                    <a:pt x="381507" y="850900"/>
                  </a:lnTo>
                  <a:close/>
                </a:path>
                <a:path w="3145154" h="1511300">
                  <a:moveTo>
                    <a:pt x="417449" y="812800"/>
                  </a:moveTo>
                  <a:lnTo>
                    <a:pt x="369188" y="812800"/>
                  </a:lnTo>
                  <a:lnTo>
                    <a:pt x="355472" y="825500"/>
                  </a:lnTo>
                  <a:lnTo>
                    <a:pt x="347345" y="833966"/>
                  </a:lnTo>
                  <a:lnTo>
                    <a:pt x="331597" y="850900"/>
                  </a:lnTo>
                  <a:lnTo>
                    <a:pt x="380872" y="850900"/>
                  </a:lnTo>
                  <a:lnTo>
                    <a:pt x="394394" y="838263"/>
                  </a:lnTo>
                  <a:lnTo>
                    <a:pt x="395939" y="838263"/>
                  </a:lnTo>
                  <a:lnTo>
                    <a:pt x="405383" y="825500"/>
                  </a:lnTo>
                  <a:lnTo>
                    <a:pt x="403732" y="825500"/>
                  </a:lnTo>
                  <a:lnTo>
                    <a:pt x="417449" y="812800"/>
                  </a:lnTo>
                  <a:close/>
                </a:path>
                <a:path w="3145154" h="1511300">
                  <a:moveTo>
                    <a:pt x="429513" y="787400"/>
                  </a:moveTo>
                  <a:lnTo>
                    <a:pt x="392430" y="787400"/>
                  </a:lnTo>
                  <a:lnTo>
                    <a:pt x="378713" y="800100"/>
                  </a:lnTo>
                  <a:lnTo>
                    <a:pt x="377063" y="800100"/>
                  </a:lnTo>
                  <a:lnTo>
                    <a:pt x="367664" y="812800"/>
                  </a:lnTo>
                  <a:lnTo>
                    <a:pt x="419734" y="812800"/>
                  </a:lnTo>
                  <a:lnTo>
                    <a:pt x="429513" y="787400"/>
                  </a:lnTo>
                  <a:close/>
                </a:path>
                <a:path w="3145154" h="1511300">
                  <a:moveTo>
                    <a:pt x="415289" y="749300"/>
                  </a:moveTo>
                  <a:lnTo>
                    <a:pt x="401700" y="774700"/>
                  </a:lnTo>
                  <a:lnTo>
                    <a:pt x="399669" y="774700"/>
                  </a:lnTo>
                  <a:lnTo>
                    <a:pt x="390016" y="787400"/>
                  </a:lnTo>
                  <a:lnTo>
                    <a:pt x="427608" y="787400"/>
                  </a:lnTo>
                  <a:lnTo>
                    <a:pt x="442340" y="774700"/>
                  </a:lnTo>
                  <a:lnTo>
                    <a:pt x="454532" y="762000"/>
                  </a:lnTo>
                  <a:lnTo>
                    <a:pt x="414274" y="762000"/>
                  </a:lnTo>
                  <a:lnTo>
                    <a:pt x="415289" y="749300"/>
                  </a:lnTo>
                  <a:close/>
                </a:path>
                <a:path w="3145154" h="1511300">
                  <a:moveTo>
                    <a:pt x="487874" y="723946"/>
                  </a:moveTo>
                  <a:lnTo>
                    <a:pt x="445449" y="723946"/>
                  </a:lnTo>
                  <a:lnTo>
                    <a:pt x="427481" y="736600"/>
                  </a:lnTo>
                  <a:lnTo>
                    <a:pt x="426465" y="736600"/>
                  </a:lnTo>
                  <a:lnTo>
                    <a:pt x="414274" y="762000"/>
                  </a:lnTo>
                  <a:lnTo>
                    <a:pt x="453516" y="762000"/>
                  </a:lnTo>
                  <a:lnTo>
                    <a:pt x="471677" y="736600"/>
                  </a:lnTo>
                  <a:lnTo>
                    <a:pt x="487874" y="723946"/>
                  </a:lnTo>
                  <a:close/>
                </a:path>
                <a:path w="3145154" h="1511300">
                  <a:moveTo>
                    <a:pt x="504063" y="698500"/>
                  </a:moveTo>
                  <a:lnTo>
                    <a:pt x="461518" y="698500"/>
                  </a:lnTo>
                  <a:lnTo>
                    <a:pt x="445053" y="724225"/>
                  </a:lnTo>
                  <a:lnTo>
                    <a:pt x="445449" y="723946"/>
                  </a:lnTo>
                  <a:lnTo>
                    <a:pt x="488540" y="723946"/>
                  </a:lnTo>
                  <a:lnTo>
                    <a:pt x="504063" y="698500"/>
                  </a:lnTo>
                  <a:close/>
                </a:path>
                <a:path w="3145154" h="1511300">
                  <a:moveTo>
                    <a:pt x="537590" y="660400"/>
                  </a:moveTo>
                  <a:lnTo>
                    <a:pt x="491108" y="660400"/>
                  </a:lnTo>
                  <a:lnTo>
                    <a:pt x="477393" y="673100"/>
                  </a:lnTo>
                  <a:lnTo>
                    <a:pt x="476376" y="685800"/>
                  </a:lnTo>
                  <a:lnTo>
                    <a:pt x="460882" y="698500"/>
                  </a:lnTo>
                  <a:lnTo>
                    <a:pt x="503046" y="698500"/>
                  </a:lnTo>
                  <a:lnTo>
                    <a:pt x="516636" y="685800"/>
                  </a:lnTo>
                  <a:lnTo>
                    <a:pt x="517906" y="685800"/>
                  </a:lnTo>
                  <a:lnTo>
                    <a:pt x="526922" y="673100"/>
                  </a:lnTo>
                  <a:lnTo>
                    <a:pt x="524256" y="673100"/>
                  </a:lnTo>
                  <a:lnTo>
                    <a:pt x="537590" y="660400"/>
                  </a:lnTo>
                  <a:close/>
                </a:path>
                <a:path w="3145154" h="1511300">
                  <a:moveTo>
                    <a:pt x="549656" y="647700"/>
                  </a:moveTo>
                  <a:lnTo>
                    <a:pt x="498856" y="647700"/>
                  </a:lnTo>
                  <a:lnTo>
                    <a:pt x="489838" y="660400"/>
                  </a:lnTo>
                  <a:lnTo>
                    <a:pt x="540638" y="660400"/>
                  </a:lnTo>
                  <a:lnTo>
                    <a:pt x="549656" y="647700"/>
                  </a:lnTo>
                  <a:close/>
                </a:path>
                <a:path w="3145154" h="1511300">
                  <a:moveTo>
                    <a:pt x="514731" y="635000"/>
                  </a:moveTo>
                  <a:lnTo>
                    <a:pt x="501395" y="647700"/>
                  </a:lnTo>
                  <a:lnTo>
                    <a:pt x="511682" y="647700"/>
                  </a:lnTo>
                  <a:lnTo>
                    <a:pt x="514731" y="635000"/>
                  </a:lnTo>
                  <a:close/>
                </a:path>
                <a:path w="3145154" h="1511300">
                  <a:moveTo>
                    <a:pt x="585596" y="609600"/>
                  </a:moveTo>
                  <a:lnTo>
                    <a:pt x="536320" y="609600"/>
                  </a:lnTo>
                  <a:lnTo>
                    <a:pt x="522731" y="622300"/>
                  </a:lnTo>
                  <a:lnTo>
                    <a:pt x="520700" y="635000"/>
                  </a:lnTo>
                  <a:lnTo>
                    <a:pt x="511682" y="647700"/>
                  </a:lnTo>
                  <a:lnTo>
                    <a:pt x="547751" y="647700"/>
                  </a:lnTo>
                  <a:lnTo>
                    <a:pt x="561339" y="635000"/>
                  </a:lnTo>
                  <a:lnTo>
                    <a:pt x="562101" y="635000"/>
                  </a:lnTo>
                  <a:lnTo>
                    <a:pt x="573913" y="622300"/>
                  </a:lnTo>
                  <a:lnTo>
                    <a:pt x="574166" y="622300"/>
                  </a:lnTo>
                  <a:lnTo>
                    <a:pt x="585596" y="609600"/>
                  </a:lnTo>
                  <a:close/>
                </a:path>
                <a:path w="3145154" h="1511300">
                  <a:moveTo>
                    <a:pt x="597281" y="596900"/>
                  </a:moveTo>
                  <a:lnTo>
                    <a:pt x="547624" y="596900"/>
                  </a:lnTo>
                  <a:lnTo>
                    <a:pt x="535686" y="609600"/>
                  </a:lnTo>
                  <a:lnTo>
                    <a:pt x="583945" y="609600"/>
                  </a:lnTo>
                  <a:lnTo>
                    <a:pt x="597281" y="596900"/>
                  </a:lnTo>
                  <a:close/>
                </a:path>
                <a:path w="3145154" h="1511300">
                  <a:moveTo>
                    <a:pt x="608711" y="584200"/>
                  </a:moveTo>
                  <a:lnTo>
                    <a:pt x="558926" y="584200"/>
                  </a:lnTo>
                  <a:lnTo>
                    <a:pt x="547369" y="596900"/>
                  </a:lnTo>
                  <a:lnTo>
                    <a:pt x="599694" y="596900"/>
                  </a:lnTo>
                  <a:lnTo>
                    <a:pt x="608711" y="584200"/>
                  </a:lnTo>
                  <a:close/>
                </a:path>
                <a:path w="3145154" h="1511300">
                  <a:moveTo>
                    <a:pt x="631570" y="558800"/>
                  </a:moveTo>
                  <a:lnTo>
                    <a:pt x="581532" y="558800"/>
                  </a:lnTo>
                  <a:lnTo>
                    <a:pt x="571500" y="571500"/>
                  </a:lnTo>
                  <a:lnTo>
                    <a:pt x="573913" y="571500"/>
                  </a:lnTo>
                  <a:lnTo>
                    <a:pt x="560705" y="584200"/>
                  </a:lnTo>
                  <a:lnTo>
                    <a:pt x="617219" y="584200"/>
                  </a:lnTo>
                  <a:lnTo>
                    <a:pt x="620013" y="571500"/>
                  </a:lnTo>
                  <a:lnTo>
                    <a:pt x="631570" y="558800"/>
                  </a:lnTo>
                  <a:close/>
                </a:path>
                <a:path w="3145154" h="1511300">
                  <a:moveTo>
                    <a:pt x="596519" y="546100"/>
                  </a:moveTo>
                  <a:lnTo>
                    <a:pt x="582802" y="558800"/>
                  </a:lnTo>
                  <a:lnTo>
                    <a:pt x="593597" y="558800"/>
                  </a:lnTo>
                  <a:lnTo>
                    <a:pt x="596519" y="546100"/>
                  </a:lnTo>
                  <a:close/>
                </a:path>
                <a:path w="3145154" h="1511300">
                  <a:moveTo>
                    <a:pt x="665480" y="533400"/>
                  </a:moveTo>
                  <a:lnTo>
                    <a:pt x="607440" y="533400"/>
                  </a:lnTo>
                  <a:lnTo>
                    <a:pt x="605155" y="546100"/>
                  </a:lnTo>
                  <a:lnTo>
                    <a:pt x="593597" y="558800"/>
                  </a:lnTo>
                  <a:lnTo>
                    <a:pt x="640588" y="558800"/>
                  </a:lnTo>
                  <a:lnTo>
                    <a:pt x="653541" y="546100"/>
                  </a:lnTo>
                  <a:lnTo>
                    <a:pt x="654303" y="546100"/>
                  </a:lnTo>
                  <a:lnTo>
                    <a:pt x="665480" y="533400"/>
                  </a:lnTo>
                  <a:close/>
                </a:path>
                <a:path w="3145154" h="1511300">
                  <a:moveTo>
                    <a:pt x="676147" y="520700"/>
                  </a:moveTo>
                  <a:lnTo>
                    <a:pt x="630682" y="520700"/>
                  </a:lnTo>
                  <a:lnTo>
                    <a:pt x="617727" y="533400"/>
                  </a:lnTo>
                  <a:lnTo>
                    <a:pt x="663194" y="533400"/>
                  </a:lnTo>
                  <a:lnTo>
                    <a:pt x="676147" y="520700"/>
                  </a:lnTo>
                  <a:close/>
                </a:path>
                <a:path w="3145154" h="1511300">
                  <a:moveTo>
                    <a:pt x="689482" y="508000"/>
                  </a:moveTo>
                  <a:lnTo>
                    <a:pt x="641095" y="508000"/>
                  </a:lnTo>
                  <a:lnTo>
                    <a:pt x="629919" y="520700"/>
                  </a:lnTo>
                  <a:lnTo>
                    <a:pt x="678433" y="520700"/>
                  </a:lnTo>
                  <a:lnTo>
                    <a:pt x="689482" y="508000"/>
                  </a:lnTo>
                  <a:close/>
                </a:path>
                <a:path w="3145154" h="1511300">
                  <a:moveTo>
                    <a:pt x="699769" y="508000"/>
                  </a:moveTo>
                  <a:lnTo>
                    <a:pt x="689482" y="508000"/>
                  </a:lnTo>
                  <a:lnTo>
                    <a:pt x="687451" y="520700"/>
                  </a:lnTo>
                  <a:lnTo>
                    <a:pt x="699769" y="508000"/>
                  </a:lnTo>
                  <a:close/>
                </a:path>
                <a:path w="3145154" h="1511300">
                  <a:moveTo>
                    <a:pt x="717931" y="495300"/>
                  </a:moveTo>
                  <a:lnTo>
                    <a:pt x="656336" y="495300"/>
                  </a:lnTo>
                  <a:lnTo>
                    <a:pt x="643382" y="508000"/>
                  </a:lnTo>
                  <a:lnTo>
                    <a:pt x="700913" y="508000"/>
                  </a:lnTo>
                  <a:lnTo>
                    <a:pt x="717931" y="495300"/>
                  </a:lnTo>
                  <a:close/>
                </a:path>
                <a:path w="3145154" h="1511300">
                  <a:moveTo>
                    <a:pt x="731012" y="482600"/>
                  </a:moveTo>
                  <a:lnTo>
                    <a:pt x="665226" y="482600"/>
                  </a:lnTo>
                  <a:lnTo>
                    <a:pt x="654050" y="495300"/>
                  </a:lnTo>
                  <a:lnTo>
                    <a:pt x="716533" y="495300"/>
                  </a:lnTo>
                  <a:lnTo>
                    <a:pt x="731012" y="482600"/>
                  </a:lnTo>
                  <a:close/>
                </a:path>
                <a:path w="3145154" h="1511300">
                  <a:moveTo>
                    <a:pt x="750824" y="469900"/>
                  </a:moveTo>
                  <a:lnTo>
                    <a:pt x="695197" y="469900"/>
                  </a:lnTo>
                  <a:lnTo>
                    <a:pt x="678307" y="482600"/>
                  </a:lnTo>
                  <a:lnTo>
                    <a:pt x="731774" y="482600"/>
                  </a:lnTo>
                  <a:lnTo>
                    <a:pt x="750824" y="469900"/>
                  </a:lnTo>
                  <a:close/>
                </a:path>
                <a:path w="3145154" h="1511300">
                  <a:moveTo>
                    <a:pt x="762634" y="457200"/>
                  </a:moveTo>
                  <a:lnTo>
                    <a:pt x="710945" y="457200"/>
                  </a:lnTo>
                  <a:lnTo>
                    <a:pt x="696594" y="469900"/>
                  </a:lnTo>
                  <a:lnTo>
                    <a:pt x="749681" y="469900"/>
                  </a:lnTo>
                  <a:lnTo>
                    <a:pt x="762634" y="457200"/>
                  </a:lnTo>
                  <a:close/>
                </a:path>
                <a:path w="3145154" h="1511300">
                  <a:moveTo>
                    <a:pt x="801113" y="431926"/>
                  </a:moveTo>
                  <a:lnTo>
                    <a:pt x="743201" y="431926"/>
                  </a:lnTo>
                  <a:lnTo>
                    <a:pt x="730376" y="444500"/>
                  </a:lnTo>
                  <a:lnTo>
                    <a:pt x="710057" y="457200"/>
                  </a:lnTo>
                  <a:lnTo>
                    <a:pt x="762888" y="457200"/>
                  </a:lnTo>
                  <a:lnTo>
                    <a:pt x="775462" y="444500"/>
                  </a:lnTo>
                  <a:lnTo>
                    <a:pt x="788288" y="444500"/>
                  </a:lnTo>
                  <a:lnTo>
                    <a:pt x="801113" y="431926"/>
                  </a:lnTo>
                  <a:close/>
                </a:path>
                <a:path w="3145154" h="1511300">
                  <a:moveTo>
                    <a:pt x="815720" y="419100"/>
                  </a:moveTo>
                  <a:lnTo>
                    <a:pt x="755776" y="419100"/>
                  </a:lnTo>
                  <a:lnTo>
                    <a:pt x="730376" y="444500"/>
                  </a:lnTo>
                  <a:lnTo>
                    <a:pt x="743201" y="431926"/>
                  </a:lnTo>
                  <a:lnTo>
                    <a:pt x="800200" y="431926"/>
                  </a:lnTo>
                  <a:lnTo>
                    <a:pt x="815720" y="419100"/>
                  </a:lnTo>
                  <a:close/>
                </a:path>
                <a:path w="3145154" h="1511300">
                  <a:moveTo>
                    <a:pt x="769112" y="406400"/>
                  </a:moveTo>
                  <a:lnTo>
                    <a:pt x="756157" y="419100"/>
                  </a:lnTo>
                  <a:lnTo>
                    <a:pt x="768857" y="419100"/>
                  </a:lnTo>
                  <a:lnTo>
                    <a:pt x="769112" y="406400"/>
                  </a:lnTo>
                  <a:close/>
                </a:path>
                <a:path w="3145154" h="1511300">
                  <a:moveTo>
                    <a:pt x="832357" y="406400"/>
                  </a:moveTo>
                  <a:lnTo>
                    <a:pt x="781812" y="406400"/>
                  </a:lnTo>
                  <a:lnTo>
                    <a:pt x="768857" y="419100"/>
                  </a:lnTo>
                  <a:lnTo>
                    <a:pt x="817880" y="419100"/>
                  </a:lnTo>
                  <a:lnTo>
                    <a:pt x="832357" y="406400"/>
                  </a:lnTo>
                  <a:close/>
                </a:path>
                <a:path w="3145154" h="1511300">
                  <a:moveTo>
                    <a:pt x="848106" y="406400"/>
                  </a:moveTo>
                  <a:lnTo>
                    <a:pt x="832357" y="406400"/>
                  </a:lnTo>
                  <a:lnTo>
                    <a:pt x="829818" y="419100"/>
                  </a:lnTo>
                  <a:lnTo>
                    <a:pt x="848106" y="406400"/>
                  </a:lnTo>
                  <a:close/>
                </a:path>
                <a:path w="3145154" h="1511300">
                  <a:moveTo>
                    <a:pt x="868680" y="381000"/>
                  </a:moveTo>
                  <a:lnTo>
                    <a:pt x="810513" y="381000"/>
                  </a:lnTo>
                  <a:lnTo>
                    <a:pt x="796036" y="393700"/>
                  </a:lnTo>
                  <a:lnTo>
                    <a:pt x="798194" y="393700"/>
                  </a:lnTo>
                  <a:lnTo>
                    <a:pt x="782701" y="406400"/>
                  </a:lnTo>
                  <a:lnTo>
                    <a:pt x="850645" y="406400"/>
                  </a:lnTo>
                  <a:lnTo>
                    <a:pt x="868680" y="381000"/>
                  </a:lnTo>
                  <a:close/>
                </a:path>
                <a:path w="3145154" h="1511300">
                  <a:moveTo>
                    <a:pt x="885444" y="381000"/>
                  </a:moveTo>
                  <a:lnTo>
                    <a:pt x="868680" y="381000"/>
                  </a:lnTo>
                  <a:lnTo>
                    <a:pt x="866013" y="393700"/>
                  </a:lnTo>
                  <a:lnTo>
                    <a:pt x="885444" y="381000"/>
                  </a:lnTo>
                  <a:close/>
                </a:path>
                <a:path w="3145154" h="1511300">
                  <a:moveTo>
                    <a:pt x="908303" y="368300"/>
                  </a:moveTo>
                  <a:lnTo>
                    <a:pt x="831341" y="368300"/>
                  </a:lnTo>
                  <a:lnTo>
                    <a:pt x="813053" y="381000"/>
                  </a:lnTo>
                  <a:lnTo>
                    <a:pt x="887476" y="381000"/>
                  </a:lnTo>
                  <a:lnTo>
                    <a:pt x="908303" y="368300"/>
                  </a:lnTo>
                  <a:close/>
                </a:path>
                <a:path w="3145154" h="1511300">
                  <a:moveTo>
                    <a:pt x="946403" y="342900"/>
                  </a:moveTo>
                  <a:lnTo>
                    <a:pt x="868933" y="342900"/>
                  </a:lnTo>
                  <a:lnTo>
                    <a:pt x="849502" y="355600"/>
                  </a:lnTo>
                  <a:lnTo>
                    <a:pt x="846836" y="355600"/>
                  </a:lnTo>
                  <a:lnTo>
                    <a:pt x="828801" y="368300"/>
                  </a:lnTo>
                  <a:lnTo>
                    <a:pt x="906526" y="368300"/>
                  </a:lnTo>
                  <a:lnTo>
                    <a:pt x="925576" y="355600"/>
                  </a:lnTo>
                  <a:lnTo>
                    <a:pt x="946403" y="342900"/>
                  </a:lnTo>
                  <a:close/>
                </a:path>
                <a:path w="3145154" h="1511300">
                  <a:moveTo>
                    <a:pt x="964311" y="330200"/>
                  </a:moveTo>
                  <a:lnTo>
                    <a:pt x="887857" y="330200"/>
                  </a:lnTo>
                  <a:lnTo>
                    <a:pt x="866901" y="342900"/>
                  </a:lnTo>
                  <a:lnTo>
                    <a:pt x="947293" y="342900"/>
                  </a:lnTo>
                  <a:lnTo>
                    <a:pt x="964311" y="330200"/>
                  </a:lnTo>
                  <a:close/>
                </a:path>
                <a:path w="3145154" h="1511300">
                  <a:moveTo>
                    <a:pt x="979805" y="317500"/>
                  </a:moveTo>
                  <a:lnTo>
                    <a:pt x="908812" y="317500"/>
                  </a:lnTo>
                  <a:lnTo>
                    <a:pt x="889634" y="330200"/>
                  </a:lnTo>
                  <a:lnTo>
                    <a:pt x="961008" y="330200"/>
                  </a:lnTo>
                  <a:lnTo>
                    <a:pt x="979805" y="317500"/>
                  </a:lnTo>
                  <a:close/>
                </a:path>
                <a:path w="3145154" h="1511300">
                  <a:moveTo>
                    <a:pt x="997584" y="304800"/>
                  </a:moveTo>
                  <a:lnTo>
                    <a:pt x="928243" y="304800"/>
                  </a:lnTo>
                  <a:lnTo>
                    <a:pt x="908050" y="317500"/>
                  </a:lnTo>
                  <a:lnTo>
                    <a:pt x="983614" y="317500"/>
                  </a:lnTo>
                  <a:lnTo>
                    <a:pt x="997584" y="304800"/>
                  </a:lnTo>
                  <a:close/>
                </a:path>
                <a:path w="3145154" h="1511300">
                  <a:moveTo>
                    <a:pt x="1025270" y="292100"/>
                  </a:moveTo>
                  <a:lnTo>
                    <a:pt x="947419" y="292100"/>
                  </a:lnTo>
                  <a:lnTo>
                    <a:pt x="944244" y="304800"/>
                  </a:lnTo>
                  <a:lnTo>
                    <a:pt x="1009522" y="304800"/>
                  </a:lnTo>
                  <a:lnTo>
                    <a:pt x="1025270" y="292100"/>
                  </a:lnTo>
                  <a:close/>
                </a:path>
                <a:path w="3145154" h="1511300">
                  <a:moveTo>
                    <a:pt x="1062989" y="279400"/>
                  </a:moveTo>
                  <a:lnTo>
                    <a:pt x="976376" y="279400"/>
                  </a:lnTo>
                  <a:lnTo>
                    <a:pt x="962278" y="292100"/>
                  </a:lnTo>
                  <a:lnTo>
                    <a:pt x="1045337" y="292100"/>
                  </a:lnTo>
                  <a:lnTo>
                    <a:pt x="1062989" y="279400"/>
                  </a:lnTo>
                  <a:close/>
                </a:path>
                <a:path w="3145154" h="1511300">
                  <a:moveTo>
                    <a:pt x="1088644" y="266700"/>
                  </a:moveTo>
                  <a:lnTo>
                    <a:pt x="995552" y="266700"/>
                  </a:lnTo>
                  <a:lnTo>
                    <a:pt x="979932" y="279400"/>
                  </a:lnTo>
                  <a:lnTo>
                    <a:pt x="1087882" y="279400"/>
                  </a:lnTo>
                  <a:lnTo>
                    <a:pt x="1088644" y="266700"/>
                  </a:lnTo>
                  <a:close/>
                </a:path>
                <a:path w="3145154" h="1511300">
                  <a:moveTo>
                    <a:pt x="1140078" y="254000"/>
                  </a:moveTo>
                  <a:lnTo>
                    <a:pt x="1032763" y="254000"/>
                  </a:lnTo>
                  <a:lnTo>
                    <a:pt x="1010793" y="266700"/>
                  </a:lnTo>
                  <a:lnTo>
                    <a:pt x="1118489" y="266700"/>
                  </a:lnTo>
                  <a:lnTo>
                    <a:pt x="1140078" y="254000"/>
                  </a:lnTo>
                  <a:close/>
                </a:path>
                <a:path w="3145154" h="1511300">
                  <a:moveTo>
                    <a:pt x="1181353" y="241300"/>
                  </a:moveTo>
                  <a:lnTo>
                    <a:pt x="1076197" y="241300"/>
                  </a:lnTo>
                  <a:lnTo>
                    <a:pt x="1052068" y="254000"/>
                  </a:lnTo>
                  <a:lnTo>
                    <a:pt x="1178559" y="254000"/>
                  </a:lnTo>
                  <a:lnTo>
                    <a:pt x="1181353" y="241300"/>
                  </a:lnTo>
                  <a:close/>
                </a:path>
                <a:path w="3145154" h="1511300">
                  <a:moveTo>
                    <a:pt x="1248409" y="228600"/>
                  </a:moveTo>
                  <a:lnTo>
                    <a:pt x="1091945" y="228600"/>
                  </a:lnTo>
                  <a:lnTo>
                    <a:pt x="1075436" y="241300"/>
                  </a:lnTo>
                  <a:lnTo>
                    <a:pt x="1225295" y="241300"/>
                  </a:lnTo>
                  <a:lnTo>
                    <a:pt x="1248409" y="228600"/>
                  </a:lnTo>
                  <a:close/>
                </a:path>
                <a:path w="3145154" h="1511300">
                  <a:moveTo>
                    <a:pt x="1297051" y="215900"/>
                  </a:moveTo>
                  <a:lnTo>
                    <a:pt x="1147826" y="215900"/>
                  </a:lnTo>
                  <a:lnTo>
                    <a:pt x="1130553" y="228600"/>
                  </a:lnTo>
                  <a:lnTo>
                    <a:pt x="1273683" y="228600"/>
                  </a:lnTo>
                  <a:lnTo>
                    <a:pt x="1297051" y="215900"/>
                  </a:lnTo>
                  <a:close/>
                </a:path>
                <a:path w="3145154" h="1511300">
                  <a:moveTo>
                    <a:pt x="1346327" y="203200"/>
                  </a:moveTo>
                  <a:lnTo>
                    <a:pt x="1192911" y="203200"/>
                  </a:lnTo>
                  <a:lnTo>
                    <a:pt x="1170686" y="215900"/>
                  </a:lnTo>
                  <a:lnTo>
                    <a:pt x="1345564" y="215900"/>
                  </a:lnTo>
                  <a:lnTo>
                    <a:pt x="1346327" y="203200"/>
                  </a:lnTo>
                  <a:close/>
                </a:path>
                <a:path w="3145154" h="1511300">
                  <a:moveTo>
                    <a:pt x="1410208" y="190500"/>
                  </a:moveTo>
                  <a:lnTo>
                    <a:pt x="1240408" y="190500"/>
                  </a:lnTo>
                  <a:lnTo>
                    <a:pt x="1217421" y="203200"/>
                  </a:lnTo>
                  <a:lnTo>
                    <a:pt x="1387983" y="203200"/>
                  </a:lnTo>
                  <a:lnTo>
                    <a:pt x="1410208" y="190500"/>
                  </a:lnTo>
                  <a:close/>
                </a:path>
                <a:path w="3145154" h="1511300">
                  <a:moveTo>
                    <a:pt x="1478661" y="177800"/>
                  </a:moveTo>
                  <a:lnTo>
                    <a:pt x="1312671" y="177800"/>
                  </a:lnTo>
                  <a:lnTo>
                    <a:pt x="1289684" y="190500"/>
                  </a:lnTo>
                  <a:lnTo>
                    <a:pt x="1455546" y="190500"/>
                  </a:lnTo>
                  <a:lnTo>
                    <a:pt x="1478661" y="177800"/>
                  </a:lnTo>
                  <a:close/>
                </a:path>
                <a:path w="3145154" h="1511300">
                  <a:moveTo>
                    <a:pt x="1561083" y="165100"/>
                  </a:moveTo>
                  <a:lnTo>
                    <a:pt x="1357502" y="165100"/>
                  </a:lnTo>
                  <a:lnTo>
                    <a:pt x="1337690" y="177800"/>
                  </a:lnTo>
                  <a:lnTo>
                    <a:pt x="1535811" y="177800"/>
                  </a:lnTo>
                  <a:lnTo>
                    <a:pt x="1561083" y="165100"/>
                  </a:lnTo>
                  <a:close/>
                </a:path>
                <a:path w="3145154" h="1511300">
                  <a:moveTo>
                    <a:pt x="1663319" y="152400"/>
                  </a:moveTo>
                  <a:lnTo>
                    <a:pt x="1422653" y="152400"/>
                  </a:lnTo>
                  <a:lnTo>
                    <a:pt x="1402461" y="165100"/>
                  </a:lnTo>
                  <a:lnTo>
                    <a:pt x="1637791" y="165100"/>
                  </a:lnTo>
                  <a:lnTo>
                    <a:pt x="1663319" y="152400"/>
                  </a:lnTo>
                  <a:close/>
                </a:path>
                <a:path w="3145154" h="1511300">
                  <a:moveTo>
                    <a:pt x="1760474" y="139700"/>
                  </a:moveTo>
                  <a:lnTo>
                    <a:pt x="1496314" y="139700"/>
                  </a:lnTo>
                  <a:lnTo>
                    <a:pt x="1473200" y="152400"/>
                  </a:lnTo>
                  <a:lnTo>
                    <a:pt x="1734820" y="152400"/>
                  </a:lnTo>
                  <a:lnTo>
                    <a:pt x="1760474" y="139700"/>
                  </a:lnTo>
                  <a:close/>
                </a:path>
                <a:path w="3145154" h="1511300">
                  <a:moveTo>
                    <a:pt x="1863725" y="127000"/>
                  </a:moveTo>
                  <a:lnTo>
                    <a:pt x="1587753" y="127000"/>
                  </a:lnTo>
                  <a:lnTo>
                    <a:pt x="1556003" y="139700"/>
                  </a:lnTo>
                  <a:lnTo>
                    <a:pt x="1837055" y="139700"/>
                  </a:lnTo>
                  <a:lnTo>
                    <a:pt x="1863725" y="127000"/>
                  </a:lnTo>
                  <a:close/>
                </a:path>
                <a:path w="3145154" h="1511300">
                  <a:moveTo>
                    <a:pt x="2028443" y="114300"/>
                  </a:moveTo>
                  <a:lnTo>
                    <a:pt x="1681099" y="114300"/>
                  </a:lnTo>
                  <a:lnTo>
                    <a:pt x="1657984" y="127000"/>
                  </a:lnTo>
                  <a:lnTo>
                    <a:pt x="2002663" y="127000"/>
                  </a:lnTo>
                  <a:lnTo>
                    <a:pt x="2028443" y="114300"/>
                  </a:lnTo>
                  <a:close/>
                </a:path>
                <a:path w="3145154" h="1511300">
                  <a:moveTo>
                    <a:pt x="2188591" y="101600"/>
                  </a:moveTo>
                  <a:lnTo>
                    <a:pt x="1779651" y="101600"/>
                  </a:lnTo>
                  <a:lnTo>
                    <a:pt x="1731009" y="114300"/>
                  </a:lnTo>
                  <a:lnTo>
                    <a:pt x="2170176" y="114300"/>
                  </a:lnTo>
                  <a:lnTo>
                    <a:pt x="2188591" y="101600"/>
                  </a:lnTo>
                  <a:close/>
                </a:path>
                <a:path w="3145154" h="1511300">
                  <a:moveTo>
                    <a:pt x="2369312" y="88900"/>
                  </a:moveTo>
                  <a:lnTo>
                    <a:pt x="1907794" y="88900"/>
                  </a:lnTo>
                  <a:lnTo>
                    <a:pt x="1882266" y="101600"/>
                  </a:lnTo>
                  <a:lnTo>
                    <a:pt x="2343785" y="101600"/>
                  </a:lnTo>
                  <a:lnTo>
                    <a:pt x="2369312" y="88900"/>
                  </a:lnTo>
                  <a:close/>
                </a:path>
                <a:path w="3145154" h="1511300">
                  <a:moveTo>
                    <a:pt x="2461641" y="76200"/>
                  </a:moveTo>
                  <a:lnTo>
                    <a:pt x="2065274" y="76200"/>
                  </a:lnTo>
                  <a:lnTo>
                    <a:pt x="2042922" y="88900"/>
                  </a:lnTo>
                  <a:lnTo>
                    <a:pt x="2441829" y="88900"/>
                  </a:lnTo>
                  <a:lnTo>
                    <a:pt x="2461641" y="76200"/>
                  </a:lnTo>
                  <a:close/>
                </a:path>
                <a:path w="3145154" h="1511300">
                  <a:moveTo>
                    <a:pt x="2556383" y="63500"/>
                  </a:moveTo>
                  <a:lnTo>
                    <a:pt x="2220214" y="63500"/>
                  </a:lnTo>
                  <a:lnTo>
                    <a:pt x="2200783" y="76200"/>
                  </a:lnTo>
                  <a:lnTo>
                    <a:pt x="2539746" y="76200"/>
                  </a:lnTo>
                  <a:lnTo>
                    <a:pt x="2556383" y="63500"/>
                  </a:lnTo>
                  <a:close/>
                </a:path>
                <a:path w="3145154" h="1511300">
                  <a:moveTo>
                    <a:pt x="2849626" y="50800"/>
                  </a:moveTo>
                  <a:lnTo>
                    <a:pt x="2362962" y="50800"/>
                  </a:lnTo>
                  <a:lnTo>
                    <a:pt x="2337435" y="63500"/>
                  </a:lnTo>
                  <a:lnTo>
                    <a:pt x="2830067" y="63500"/>
                  </a:lnTo>
                  <a:lnTo>
                    <a:pt x="2849626" y="50800"/>
                  </a:lnTo>
                  <a:close/>
                </a:path>
                <a:path w="3145154" h="1511300">
                  <a:moveTo>
                    <a:pt x="2941192" y="38100"/>
                  </a:moveTo>
                  <a:lnTo>
                    <a:pt x="2478278" y="38100"/>
                  </a:lnTo>
                  <a:lnTo>
                    <a:pt x="2456053" y="50800"/>
                  </a:lnTo>
                  <a:lnTo>
                    <a:pt x="2922524" y="50800"/>
                  </a:lnTo>
                  <a:lnTo>
                    <a:pt x="2941192" y="38100"/>
                  </a:lnTo>
                  <a:close/>
                </a:path>
                <a:path w="3145154" h="1511300">
                  <a:moveTo>
                    <a:pt x="3005328" y="25400"/>
                  </a:moveTo>
                  <a:lnTo>
                    <a:pt x="2698115" y="25400"/>
                  </a:lnTo>
                  <a:lnTo>
                    <a:pt x="2679065" y="38100"/>
                  </a:lnTo>
                  <a:lnTo>
                    <a:pt x="2997327" y="38100"/>
                  </a:lnTo>
                  <a:lnTo>
                    <a:pt x="3005328" y="25400"/>
                  </a:lnTo>
                  <a:close/>
                </a:path>
                <a:path w="3145154" h="1511300">
                  <a:moveTo>
                    <a:pt x="3011931" y="25400"/>
                  </a:moveTo>
                  <a:lnTo>
                    <a:pt x="3005328" y="25400"/>
                  </a:lnTo>
                  <a:lnTo>
                    <a:pt x="2999740" y="38100"/>
                  </a:lnTo>
                  <a:lnTo>
                    <a:pt x="3011931" y="25400"/>
                  </a:lnTo>
                  <a:close/>
                </a:path>
                <a:path w="3145154" h="1511300">
                  <a:moveTo>
                    <a:pt x="3145028" y="0"/>
                  </a:moveTo>
                  <a:lnTo>
                    <a:pt x="2947669" y="0"/>
                  </a:lnTo>
                  <a:lnTo>
                    <a:pt x="2934335" y="12700"/>
                  </a:lnTo>
                  <a:lnTo>
                    <a:pt x="3110103" y="12700"/>
                  </a:lnTo>
                  <a:lnTo>
                    <a:pt x="3123311" y="25400"/>
                  </a:lnTo>
                  <a:lnTo>
                    <a:pt x="3110103" y="25400"/>
                  </a:lnTo>
                  <a:lnTo>
                    <a:pt x="3117977" y="38100"/>
                  </a:lnTo>
                  <a:lnTo>
                    <a:pt x="3137154" y="38100"/>
                  </a:lnTo>
                  <a:lnTo>
                    <a:pt x="3145028" y="25400"/>
                  </a:lnTo>
                  <a:lnTo>
                    <a:pt x="3123311" y="25400"/>
                  </a:lnTo>
                  <a:lnTo>
                    <a:pt x="3110103" y="12700"/>
                  </a:lnTo>
                  <a:lnTo>
                    <a:pt x="3145028" y="12700"/>
                  </a:lnTo>
                  <a:lnTo>
                    <a:pt x="3145028" y="0"/>
                  </a:lnTo>
                  <a:close/>
                </a:path>
                <a:path w="3145154" h="1511300">
                  <a:moveTo>
                    <a:pt x="3110103" y="12700"/>
                  </a:moveTo>
                  <a:lnTo>
                    <a:pt x="2862326" y="12700"/>
                  </a:lnTo>
                  <a:lnTo>
                    <a:pt x="2845054" y="25400"/>
                  </a:lnTo>
                  <a:lnTo>
                    <a:pt x="3110103" y="25400"/>
                  </a:lnTo>
                  <a:lnTo>
                    <a:pt x="3110103" y="127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410075" y="1952625"/>
              <a:ext cx="1066800" cy="781050"/>
            </a:xfrm>
            <a:custGeom>
              <a:avLst/>
              <a:gdLst/>
              <a:ahLst/>
              <a:cxnLst/>
              <a:rect l="l" t="t" r="r" b="b"/>
              <a:pathLst>
                <a:path w="1066800" h="781050">
                  <a:moveTo>
                    <a:pt x="0" y="0"/>
                  </a:moveTo>
                  <a:lnTo>
                    <a:pt x="50375" y="2793"/>
                  </a:lnTo>
                  <a:lnTo>
                    <a:pt x="100679" y="6058"/>
                  </a:lnTo>
                  <a:lnTo>
                    <a:pt x="150840" y="10266"/>
                  </a:lnTo>
                  <a:lnTo>
                    <a:pt x="200787" y="15890"/>
                  </a:lnTo>
                  <a:lnTo>
                    <a:pt x="250447" y="23401"/>
                  </a:lnTo>
                  <a:lnTo>
                    <a:pt x="299751" y="33272"/>
                  </a:lnTo>
                  <a:lnTo>
                    <a:pt x="348626" y="45972"/>
                  </a:lnTo>
                  <a:lnTo>
                    <a:pt x="397001" y="61975"/>
                  </a:lnTo>
                  <a:lnTo>
                    <a:pt x="440176" y="79077"/>
                  </a:lnTo>
                  <a:lnTo>
                    <a:pt x="483963" y="98579"/>
                  </a:lnTo>
                  <a:lnTo>
                    <a:pt x="527906" y="120278"/>
                  </a:lnTo>
                  <a:lnTo>
                    <a:pt x="571544" y="143968"/>
                  </a:lnTo>
                  <a:lnTo>
                    <a:pt x="614419" y="169444"/>
                  </a:lnTo>
                  <a:lnTo>
                    <a:pt x="656072" y="196501"/>
                  </a:lnTo>
                  <a:lnTo>
                    <a:pt x="696045" y="224936"/>
                  </a:lnTo>
                  <a:lnTo>
                    <a:pt x="733877" y="254542"/>
                  </a:lnTo>
                  <a:lnTo>
                    <a:pt x="769112" y="285114"/>
                  </a:lnTo>
                  <a:lnTo>
                    <a:pt x="806264" y="322799"/>
                  </a:lnTo>
                  <a:lnTo>
                    <a:pt x="841660" y="365015"/>
                  </a:lnTo>
                  <a:lnTo>
                    <a:pt x="875080" y="410092"/>
                  </a:lnTo>
                  <a:lnTo>
                    <a:pt x="906303" y="456358"/>
                  </a:lnTo>
                  <a:lnTo>
                    <a:pt x="935109" y="502142"/>
                  </a:lnTo>
                  <a:lnTo>
                    <a:pt x="961278" y="545772"/>
                  </a:lnTo>
                  <a:lnTo>
                    <a:pt x="984590" y="585577"/>
                  </a:lnTo>
                  <a:lnTo>
                    <a:pt x="1004824" y="619887"/>
                  </a:lnTo>
                  <a:lnTo>
                    <a:pt x="1034528" y="674429"/>
                  </a:lnTo>
                  <a:lnTo>
                    <a:pt x="1052052" y="716756"/>
                  </a:lnTo>
                  <a:lnTo>
                    <a:pt x="1061456" y="750939"/>
                  </a:lnTo>
                  <a:lnTo>
                    <a:pt x="1066800" y="781050"/>
                  </a:lnTo>
                </a:path>
              </a:pathLst>
            </a:custGeom>
            <a:ln w="38100">
              <a:solidFill>
                <a:srgbClr val="FF4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43025" y="1409700"/>
              <a:ext cx="7648575" cy="2009775"/>
            </a:xfrm>
            <a:custGeom>
              <a:avLst/>
              <a:gdLst/>
              <a:ahLst/>
              <a:cxnLst/>
              <a:rect l="l" t="t" r="r" b="b"/>
              <a:pathLst>
                <a:path w="7648575" h="2009775">
                  <a:moveTo>
                    <a:pt x="0" y="2009775"/>
                  </a:moveTo>
                  <a:lnTo>
                    <a:pt x="23352" y="1962698"/>
                  </a:lnTo>
                  <a:lnTo>
                    <a:pt x="46748" y="1915678"/>
                  </a:lnTo>
                  <a:lnTo>
                    <a:pt x="70229" y="1868771"/>
                  </a:lnTo>
                  <a:lnTo>
                    <a:pt x="93840" y="1822036"/>
                  </a:lnTo>
                  <a:lnTo>
                    <a:pt x="117623" y="1775527"/>
                  </a:lnTo>
                  <a:lnTo>
                    <a:pt x="141622" y="1729304"/>
                  </a:lnTo>
                  <a:lnTo>
                    <a:pt x="165881" y="1683421"/>
                  </a:lnTo>
                  <a:lnTo>
                    <a:pt x="190443" y="1637936"/>
                  </a:lnTo>
                  <a:lnTo>
                    <a:pt x="215351" y="1592906"/>
                  </a:lnTo>
                  <a:lnTo>
                    <a:pt x="240648" y="1548388"/>
                  </a:lnTo>
                  <a:lnTo>
                    <a:pt x="266379" y="1504439"/>
                  </a:lnTo>
                  <a:lnTo>
                    <a:pt x="292586" y="1461115"/>
                  </a:lnTo>
                  <a:lnTo>
                    <a:pt x="319313" y="1418473"/>
                  </a:lnTo>
                  <a:lnTo>
                    <a:pt x="346603" y="1376571"/>
                  </a:lnTo>
                  <a:lnTo>
                    <a:pt x="374500" y="1335465"/>
                  </a:lnTo>
                  <a:lnTo>
                    <a:pt x="403047" y="1295212"/>
                  </a:lnTo>
                  <a:lnTo>
                    <a:pt x="432288" y="1255868"/>
                  </a:lnTo>
                  <a:lnTo>
                    <a:pt x="462265" y="1217491"/>
                  </a:lnTo>
                  <a:lnTo>
                    <a:pt x="493022" y="1180138"/>
                  </a:lnTo>
                  <a:lnTo>
                    <a:pt x="524603" y="1143865"/>
                  </a:lnTo>
                  <a:lnTo>
                    <a:pt x="557052" y="1108730"/>
                  </a:lnTo>
                  <a:lnTo>
                    <a:pt x="590410" y="1074788"/>
                  </a:lnTo>
                  <a:lnTo>
                    <a:pt x="624723" y="1042098"/>
                  </a:lnTo>
                  <a:lnTo>
                    <a:pt x="660033" y="1010715"/>
                  </a:lnTo>
                  <a:lnTo>
                    <a:pt x="696383" y="980697"/>
                  </a:lnTo>
                  <a:lnTo>
                    <a:pt x="733817" y="952101"/>
                  </a:lnTo>
                  <a:lnTo>
                    <a:pt x="772379" y="924983"/>
                  </a:lnTo>
                  <a:lnTo>
                    <a:pt x="812112" y="899401"/>
                  </a:lnTo>
                  <a:lnTo>
                    <a:pt x="853058" y="875411"/>
                  </a:lnTo>
                  <a:lnTo>
                    <a:pt x="891576" y="855414"/>
                  </a:lnTo>
                  <a:lnTo>
                    <a:pt x="931723" y="837357"/>
                  </a:lnTo>
                  <a:lnTo>
                    <a:pt x="973400" y="821132"/>
                  </a:lnTo>
                  <a:lnTo>
                    <a:pt x="1016511" y="806633"/>
                  </a:lnTo>
                  <a:lnTo>
                    <a:pt x="1060959" y="793752"/>
                  </a:lnTo>
                  <a:lnTo>
                    <a:pt x="1106646" y="782382"/>
                  </a:lnTo>
                  <a:lnTo>
                    <a:pt x="1153475" y="772416"/>
                  </a:lnTo>
                  <a:lnTo>
                    <a:pt x="1201348" y="763746"/>
                  </a:lnTo>
                  <a:lnTo>
                    <a:pt x="1250169" y="756265"/>
                  </a:lnTo>
                  <a:lnTo>
                    <a:pt x="1299839" y="749866"/>
                  </a:lnTo>
                  <a:lnTo>
                    <a:pt x="1350263" y="744442"/>
                  </a:lnTo>
                  <a:lnTo>
                    <a:pt x="1401341" y="739885"/>
                  </a:lnTo>
                  <a:lnTo>
                    <a:pt x="1452978" y="736088"/>
                  </a:lnTo>
                  <a:lnTo>
                    <a:pt x="1505076" y="732944"/>
                  </a:lnTo>
                  <a:lnTo>
                    <a:pt x="1557537" y="730346"/>
                  </a:lnTo>
                  <a:lnTo>
                    <a:pt x="1610264" y="728186"/>
                  </a:lnTo>
                  <a:lnTo>
                    <a:pt x="1663161" y="726357"/>
                  </a:lnTo>
                  <a:lnTo>
                    <a:pt x="1716128" y="724752"/>
                  </a:lnTo>
                  <a:lnTo>
                    <a:pt x="1769071" y="723264"/>
                  </a:lnTo>
                  <a:lnTo>
                    <a:pt x="1821890" y="721785"/>
                  </a:lnTo>
                  <a:lnTo>
                    <a:pt x="1874489" y="720208"/>
                  </a:lnTo>
                  <a:lnTo>
                    <a:pt x="1926770" y="718427"/>
                  </a:lnTo>
                  <a:lnTo>
                    <a:pt x="1978637" y="716333"/>
                  </a:lnTo>
                  <a:lnTo>
                    <a:pt x="2029991" y="713819"/>
                  </a:lnTo>
                  <a:lnTo>
                    <a:pt x="2080736" y="710778"/>
                  </a:lnTo>
                  <a:lnTo>
                    <a:pt x="2130774" y="707104"/>
                  </a:lnTo>
                  <a:lnTo>
                    <a:pt x="2180009" y="702688"/>
                  </a:lnTo>
                  <a:lnTo>
                    <a:pt x="2228341" y="697423"/>
                  </a:lnTo>
                  <a:lnTo>
                    <a:pt x="2275676" y="691203"/>
                  </a:lnTo>
                  <a:lnTo>
                    <a:pt x="2321914" y="683919"/>
                  </a:lnTo>
                  <a:lnTo>
                    <a:pt x="2366959" y="675465"/>
                  </a:lnTo>
                  <a:lnTo>
                    <a:pt x="2410714" y="665733"/>
                  </a:lnTo>
                  <a:lnTo>
                    <a:pt x="2465428" y="652122"/>
                  </a:lnTo>
                  <a:lnTo>
                    <a:pt x="2519317" y="637943"/>
                  </a:lnTo>
                  <a:lnTo>
                    <a:pt x="2572415" y="623220"/>
                  </a:lnTo>
                  <a:lnTo>
                    <a:pt x="2624757" y="607976"/>
                  </a:lnTo>
                  <a:lnTo>
                    <a:pt x="2676376" y="592236"/>
                  </a:lnTo>
                  <a:lnTo>
                    <a:pt x="2727308" y="576023"/>
                  </a:lnTo>
                  <a:lnTo>
                    <a:pt x="2777586" y="559360"/>
                  </a:lnTo>
                  <a:lnTo>
                    <a:pt x="2827245" y="542272"/>
                  </a:lnTo>
                  <a:lnTo>
                    <a:pt x="2876319" y="524781"/>
                  </a:lnTo>
                  <a:lnTo>
                    <a:pt x="2924842" y="506912"/>
                  </a:lnTo>
                  <a:lnTo>
                    <a:pt x="2972849" y="488689"/>
                  </a:lnTo>
                  <a:lnTo>
                    <a:pt x="3020375" y="470134"/>
                  </a:lnTo>
                  <a:lnTo>
                    <a:pt x="3067452" y="451272"/>
                  </a:lnTo>
                  <a:lnTo>
                    <a:pt x="3114117" y="432125"/>
                  </a:lnTo>
                  <a:lnTo>
                    <a:pt x="3160403" y="412719"/>
                  </a:lnTo>
                  <a:lnTo>
                    <a:pt x="3206344" y="393076"/>
                  </a:lnTo>
                  <a:lnTo>
                    <a:pt x="3251975" y="373220"/>
                  </a:lnTo>
                  <a:lnTo>
                    <a:pt x="3297330" y="353175"/>
                  </a:lnTo>
                  <a:lnTo>
                    <a:pt x="3342443" y="332965"/>
                  </a:lnTo>
                  <a:lnTo>
                    <a:pt x="3387350" y="312613"/>
                  </a:lnTo>
                  <a:lnTo>
                    <a:pt x="3432083" y="292142"/>
                  </a:lnTo>
                  <a:lnTo>
                    <a:pt x="3476678" y="271577"/>
                  </a:lnTo>
                  <a:lnTo>
                    <a:pt x="3521169" y="250940"/>
                  </a:lnTo>
                  <a:lnTo>
                    <a:pt x="3565589" y="230257"/>
                  </a:lnTo>
                  <a:lnTo>
                    <a:pt x="3609975" y="209550"/>
                  </a:lnTo>
                </a:path>
                <a:path w="7648575" h="2009775">
                  <a:moveTo>
                    <a:pt x="3676650" y="419100"/>
                  </a:moveTo>
                  <a:lnTo>
                    <a:pt x="7648575" y="419100"/>
                  </a:lnTo>
                  <a:lnTo>
                    <a:pt x="7648575" y="0"/>
                  </a:lnTo>
                  <a:lnTo>
                    <a:pt x="3676650" y="0"/>
                  </a:lnTo>
                  <a:lnTo>
                    <a:pt x="3676650" y="419100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265293" y="1599945"/>
              <a:ext cx="146685" cy="45720"/>
            </a:xfrm>
            <a:custGeom>
              <a:avLst/>
              <a:gdLst/>
              <a:ahLst/>
              <a:cxnLst/>
              <a:rect l="l" t="t" r="r" b="b"/>
              <a:pathLst>
                <a:path w="146685" h="45719">
                  <a:moveTo>
                    <a:pt x="122936" y="0"/>
                  </a:moveTo>
                  <a:lnTo>
                    <a:pt x="117983" y="5587"/>
                  </a:lnTo>
                  <a:lnTo>
                    <a:pt x="132969" y="18541"/>
                  </a:lnTo>
                  <a:lnTo>
                    <a:pt x="0" y="18541"/>
                  </a:lnTo>
                  <a:lnTo>
                    <a:pt x="0" y="27304"/>
                  </a:lnTo>
                  <a:lnTo>
                    <a:pt x="132969" y="27304"/>
                  </a:lnTo>
                  <a:lnTo>
                    <a:pt x="117983" y="40258"/>
                  </a:lnTo>
                  <a:lnTo>
                    <a:pt x="122936" y="45719"/>
                  </a:lnTo>
                  <a:lnTo>
                    <a:pt x="146304" y="25653"/>
                  </a:lnTo>
                  <a:lnTo>
                    <a:pt x="146304" y="20192"/>
                  </a:lnTo>
                  <a:lnTo>
                    <a:pt x="122936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092700" y="1492249"/>
            <a:ext cx="511809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 spc="-30">
                <a:solidFill>
                  <a:srgbClr val="7030A0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02223" y="1511300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5" h="238760">
                <a:moveTo>
                  <a:pt x="233172" y="0"/>
                </a:moveTo>
                <a:lnTo>
                  <a:pt x="229742" y="9651"/>
                </a:lnTo>
                <a:lnTo>
                  <a:pt x="243550" y="15652"/>
                </a:lnTo>
                <a:lnTo>
                  <a:pt x="255428" y="23939"/>
                </a:lnTo>
                <a:lnTo>
                  <a:pt x="279471" y="62349"/>
                </a:lnTo>
                <a:lnTo>
                  <a:pt x="287400" y="117855"/>
                </a:lnTo>
                <a:lnTo>
                  <a:pt x="286519" y="138884"/>
                </a:lnTo>
                <a:lnTo>
                  <a:pt x="273303" y="190373"/>
                </a:lnTo>
                <a:lnTo>
                  <a:pt x="243746" y="222573"/>
                </a:lnTo>
                <a:lnTo>
                  <a:pt x="230124" y="228600"/>
                </a:lnTo>
                <a:lnTo>
                  <a:pt x="233172" y="238251"/>
                </a:lnTo>
                <a:lnTo>
                  <a:pt x="278677" y="211195"/>
                </a:lnTo>
                <a:lnTo>
                  <a:pt x="304244" y="161242"/>
                </a:lnTo>
                <a:lnTo>
                  <a:pt x="309117" y="119125"/>
                </a:lnTo>
                <a:lnTo>
                  <a:pt x="307918" y="97591"/>
                </a:lnTo>
                <a:lnTo>
                  <a:pt x="307901" y="97289"/>
                </a:lnTo>
                <a:lnTo>
                  <a:pt x="298134" y="58618"/>
                </a:lnTo>
                <a:lnTo>
                  <a:pt x="265604" y="15271"/>
                </a:lnTo>
                <a:lnTo>
                  <a:pt x="250465" y="6242"/>
                </a:lnTo>
                <a:lnTo>
                  <a:pt x="233172" y="0"/>
                </a:lnTo>
                <a:close/>
              </a:path>
              <a:path w="309245" h="238760">
                <a:moveTo>
                  <a:pt x="75946" y="0"/>
                </a:moveTo>
                <a:lnTo>
                  <a:pt x="30547" y="27110"/>
                </a:lnTo>
                <a:lnTo>
                  <a:pt x="4889" y="77120"/>
                </a:lnTo>
                <a:lnTo>
                  <a:pt x="70" y="117855"/>
                </a:lnTo>
                <a:lnTo>
                  <a:pt x="0" y="119125"/>
                </a:lnTo>
                <a:lnTo>
                  <a:pt x="1096" y="138884"/>
                </a:lnTo>
                <a:lnTo>
                  <a:pt x="1216" y="141035"/>
                </a:lnTo>
                <a:lnTo>
                  <a:pt x="4873" y="161242"/>
                </a:lnTo>
                <a:lnTo>
                  <a:pt x="19558" y="196596"/>
                </a:lnTo>
                <a:lnTo>
                  <a:pt x="58634" y="232011"/>
                </a:lnTo>
                <a:lnTo>
                  <a:pt x="75946" y="238251"/>
                </a:lnTo>
                <a:lnTo>
                  <a:pt x="78993" y="228600"/>
                </a:lnTo>
                <a:lnTo>
                  <a:pt x="65371" y="222573"/>
                </a:lnTo>
                <a:lnTo>
                  <a:pt x="53641" y="214201"/>
                </a:lnTo>
                <a:lnTo>
                  <a:pt x="29646" y="175131"/>
                </a:lnTo>
                <a:lnTo>
                  <a:pt x="21770" y="119125"/>
                </a:lnTo>
                <a:lnTo>
                  <a:pt x="21716" y="117855"/>
                </a:lnTo>
                <a:lnTo>
                  <a:pt x="25241" y="79089"/>
                </a:lnTo>
                <a:lnTo>
                  <a:pt x="43816" y="34512"/>
                </a:lnTo>
                <a:lnTo>
                  <a:pt x="79375" y="9651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664834" y="1434718"/>
            <a:ext cx="325374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33972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4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 spc="12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2000">
                <a:solidFill>
                  <a:srgbClr val="FF40FF"/>
                </a:solidFill>
                <a:latin typeface="Cambria Math"/>
                <a:cs typeface="Cambria Math"/>
              </a:rPr>
              <a:t>𝑥</a:t>
            </a:r>
            <a:r>
              <a:rPr dirty="0" baseline="27777" sz="2250">
                <a:solidFill>
                  <a:srgbClr val="FF40FF"/>
                </a:solidFill>
                <a:latin typeface="Cambria Math"/>
                <a:cs typeface="Cambria Math"/>
              </a:rPr>
              <a:t>2</a:t>
            </a:r>
            <a:r>
              <a:rPr dirty="0" baseline="27777" sz="2250" spc="322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5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3</a:t>
            </a:r>
            <a:r>
              <a:rPr dirty="0" sz="2000">
                <a:solidFill>
                  <a:srgbClr val="7030A0"/>
                </a:solidFill>
                <a:latin typeface="Cambria Math"/>
                <a:cs typeface="Cambria Math"/>
              </a:rPr>
              <a:t>𝑥</a:t>
            </a:r>
            <a:r>
              <a:rPr dirty="0" baseline="27777" sz="2250">
                <a:solidFill>
                  <a:srgbClr val="7030A0"/>
                </a:solidFill>
                <a:latin typeface="Cambria Math"/>
                <a:cs typeface="Cambria Math"/>
              </a:rPr>
              <a:t>3</a:t>
            </a:r>
            <a:r>
              <a:rPr dirty="0" baseline="27777" sz="2250" spc="322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5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52675" y="2819400"/>
            <a:ext cx="3143250" cy="466725"/>
            <a:chOff x="2352675" y="2819400"/>
            <a:chExt cx="3143250" cy="466725"/>
          </a:xfrm>
        </p:grpSpPr>
        <p:sp>
          <p:nvSpPr>
            <p:cNvPr id="12" name="object 12"/>
            <p:cNvSpPr/>
            <p:nvPr/>
          </p:nvSpPr>
          <p:spPr>
            <a:xfrm>
              <a:off x="2371725" y="2838450"/>
              <a:ext cx="3105150" cy="428625"/>
            </a:xfrm>
            <a:custGeom>
              <a:avLst/>
              <a:gdLst/>
              <a:ahLst/>
              <a:cxnLst/>
              <a:rect l="l" t="t" r="r" b="b"/>
              <a:pathLst>
                <a:path w="3105150" h="428625">
                  <a:moveTo>
                    <a:pt x="0" y="428625"/>
                  </a:moveTo>
                  <a:lnTo>
                    <a:pt x="3105150" y="428625"/>
                  </a:lnTo>
                  <a:lnTo>
                    <a:pt x="3105150" y="0"/>
                  </a:lnTo>
                  <a:lnTo>
                    <a:pt x="0" y="0"/>
                  </a:lnTo>
                  <a:lnTo>
                    <a:pt x="0" y="428625"/>
                  </a:lnTo>
                  <a:close/>
                </a:path>
              </a:pathLst>
            </a:custGeom>
            <a:ln w="381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612643" y="3032506"/>
              <a:ext cx="146685" cy="46355"/>
            </a:xfrm>
            <a:custGeom>
              <a:avLst/>
              <a:gdLst/>
              <a:ahLst/>
              <a:cxnLst/>
              <a:rect l="l" t="t" r="r" b="b"/>
              <a:pathLst>
                <a:path w="146685" h="46355">
                  <a:moveTo>
                    <a:pt x="123062" y="0"/>
                  </a:moveTo>
                  <a:lnTo>
                    <a:pt x="118110" y="5587"/>
                  </a:lnTo>
                  <a:lnTo>
                    <a:pt x="132969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32969" y="27305"/>
                  </a:lnTo>
                  <a:lnTo>
                    <a:pt x="118110" y="40258"/>
                  </a:lnTo>
                  <a:lnTo>
                    <a:pt x="123062" y="45846"/>
                  </a:lnTo>
                  <a:lnTo>
                    <a:pt x="146304" y="25654"/>
                  </a:lnTo>
                  <a:lnTo>
                    <a:pt x="146304" y="20193"/>
                  </a:lnTo>
                  <a:lnTo>
                    <a:pt x="12306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437510" y="2927667"/>
            <a:ext cx="511809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49575" y="2943860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5" h="238760">
                <a:moveTo>
                  <a:pt x="233172" y="0"/>
                </a:moveTo>
                <a:lnTo>
                  <a:pt x="229869" y="9651"/>
                </a:lnTo>
                <a:lnTo>
                  <a:pt x="243659" y="15652"/>
                </a:lnTo>
                <a:lnTo>
                  <a:pt x="255508" y="23939"/>
                </a:lnTo>
                <a:lnTo>
                  <a:pt x="279598" y="62351"/>
                </a:lnTo>
                <a:lnTo>
                  <a:pt x="286596" y="97289"/>
                </a:lnTo>
                <a:lnTo>
                  <a:pt x="286646" y="97645"/>
                </a:lnTo>
                <a:lnTo>
                  <a:pt x="286644" y="138937"/>
                </a:lnTo>
                <a:lnTo>
                  <a:pt x="273304" y="190372"/>
                </a:lnTo>
                <a:lnTo>
                  <a:pt x="243800" y="222573"/>
                </a:lnTo>
                <a:lnTo>
                  <a:pt x="230250" y="228600"/>
                </a:lnTo>
                <a:lnTo>
                  <a:pt x="233172" y="238251"/>
                </a:lnTo>
                <a:lnTo>
                  <a:pt x="278749" y="211195"/>
                </a:lnTo>
                <a:lnTo>
                  <a:pt x="304307" y="161242"/>
                </a:lnTo>
                <a:lnTo>
                  <a:pt x="309245" y="119125"/>
                </a:lnTo>
                <a:lnTo>
                  <a:pt x="308028" y="97645"/>
                </a:lnTo>
                <a:lnTo>
                  <a:pt x="308008" y="97289"/>
                </a:lnTo>
                <a:lnTo>
                  <a:pt x="298154" y="58618"/>
                </a:lnTo>
                <a:lnTo>
                  <a:pt x="265652" y="15271"/>
                </a:lnTo>
                <a:lnTo>
                  <a:pt x="250483" y="6242"/>
                </a:lnTo>
                <a:lnTo>
                  <a:pt x="233172" y="0"/>
                </a:lnTo>
                <a:close/>
              </a:path>
              <a:path w="309245" h="238760">
                <a:moveTo>
                  <a:pt x="75945" y="0"/>
                </a:moveTo>
                <a:lnTo>
                  <a:pt x="30565" y="27110"/>
                </a:lnTo>
                <a:lnTo>
                  <a:pt x="4937" y="77120"/>
                </a:lnTo>
                <a:lnTo>
                  <a:pt x="64" y="117982"/>
                </a:lnTo>
                <a:lnTo>
                  <a:pt x="0" y="119125"/>
                </a:lnTo>
                <a:lnTo>
                  <a:pt x="1116" y="138937"/>
                </a:lnTo>
                <a:lnTo>
                  <a:pt x="11037" y="179758"/>
                </a:lnTo>
                <a:lnTo>
                  <a:pt x="43465" y="222996"/>
                </a:lnTo>
                <a:lnTo>
                  <a:pt x="75945" y="238251"/>
                </a:lnTo>
                <a:lnTo>
                  <a:pt x="78993" y="228600"/>
                </a:lnTo>
                <a:lnTo>
                  <a:pt x="65442" y="222573"/>
                </a:lnTo>
                <a:lnTo>
                  <a:pt x="53736" y="214201"/>
                </a:lnTo>
                <a:lnTo>
                  <a:pt x="29646" y="175132"/>
                </a:lnTo>
                <a:lnTo>
                  <a:pt x="21765" y="119125"/>
                </a:lnTo>
                <a:lnTo>
                  <a:pt x="21717" y="117982"/>
                </a:lnTo>
                <a:lnTo>
                  <a:pt x="22598" y="97645"/>
                </a:lnTo>
                <a:lnTo>
                  <a:pt x="35813" y="47370"/>
                </a:lnTo>
                <a:lnTo>
                  <a:pt x="65657" y="15652"/>
                </a:lnTo>
                <a:lnTo>
                  <a:pt x="79375" y="9651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009645" y="2870517"/>
            <a:ext cx="23856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3972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1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 spc="10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2000">
                <a:solidFill>
                  <a:srgbClr val="FF40FF"/>
                </a:solidFill>
                <a:latin typeface="Cambria Math"/>
                <a:cs typeface="Cambria Math"/>
              </a:rPr>
              <a:t>𝑥</a:t>
            </a:r>
            <a:r>
              <a:rPr dirty="0" baseline="27777" sz="2250">
                <a:solidFill>
                  <a:srgbClr val="FF40FF"/>
                </a:solidFill>
                <a:latin typeface="Cambria Math"/>
                <a:cs typeface="Cambria Math"/>
              </a:rPr>
              <a:t>2</a:t>
            </a:r>
            <a:r>
              <a:rPr dirty="0" baseline="27777" sz="2250" spc="284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30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00125" y="1870582"/>
            <a:ext cx="7839709" cy="2291715"/>
            <a:chOff x="1000125" y="1870582"/>
            <a:chExt cx="7839709" cy="229171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05166" y="1880488"/>
              <a:ext cx="178308" cy="18923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6967" y="2048382"/>
              <a:ext cx="602249" cy="61341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3217" y="1882266"/>
              <a:ext cx="488420" cy="74472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69909" y="1870582"/>
              <a:ext cx="669924" cy="78651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4259" y="3283203"/>
              <a:ext cx="420014" cy="3686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7714" y="2480182"/>
              <a:ext cx="565003" cy="26403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6026" y="3319144"/>
              <a:ext cx="594045" cy="3496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71950" y="2647949"/>
              <a:ext cx="180975" cy="1809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91250" y="2171699"/>
              <a:ext cx="180975" cy="1714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89225" y="4000537"/>
              <a:ext cx="719226" cy="16129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1575" y="2790824"/>
              <a:ext cx="171450" cy="1809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85875" y="3371849"/>
              <a:ext cx="180975" cy="1809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06298" y="3030727"/>
              <a:ext cx="876008" cy="29705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12354" y="3069589"/>
              <a:ext cx="849249" cy="32016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27301" y="3296665"/>
              <a:ext cx="111124" cy="1111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08276" y="2925190"/>
              <a:ext cx="111125" cy="1111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36877" y="2629915"/>
              <a:ext cx="111125" cy="11112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41677" y="2439415"/>
              <a:ext cx="111125" cy="1111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55977" y="2163190"/>
              <a:ext cx="111125" cy="1111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65551" y="2201290"/>
              <a:ext cx="111125" cy="1111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22701" y="2039365"/>
              <a:ext cx="111125" cy="1111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75151" y="2191765"/>
              <a:ext cx="111125" cy="1111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60876" y="1877440"/>
              <a:ext cx="111125" cy="11112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99001" y="2039365"/>
              <a:ext cx="111125" cy="1111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6076" y="1982215"/>
              <a:ext cx="111125" cy="11112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89526" y="2134615"/>
              <a:ext cx="111125" cy="11112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80001" y="1877440"/>
              <a:ext cx="111125" cy="11112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65477" y="2848990"/>
              <a:ext cx="111125" cy="11112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46376" y="2591815"/>
              <a:ext cx="111125" cy="11112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51177" y="2048890"/>
              <a:ext cx="111125" cy="11112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17902" y="1906015"/>
              <a:ext cx="111125" cy="11112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79876" y="2172715"/>
              <a:ext cx="111125" cy="11112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84802" y="2067940"/>
              <a:ext cx="111125" cy="11112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98802" y="2248915"/>
              <a:ext cx="111125" cy="11112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000125" y="3791029"/>
              <a:ext cx="4645025" cy="228600"/>
            </a:xfrm>
            <a:custGeom>
              <a:avLst/>
              <a:gdLst/>
              <a:ahLst/>
              <a:cxnLst/>
              <a:rect l="l" t="t" r="r" b="b"/>
              <a:pathLst>
                <a:path w="4645025" h="228600">
                  <a:moveTo>
                    <a:pt x="4585563" y="114220"/>
                  </a:moveTo>
                  <a:lnTo>
                    <a:pt x="4488815" y="194840"/>
                  </a:lnTo>
                  <a:lnTo>
                    <a:pt x="4484116" y="200735"/>
                  </a:lnTo>
                  <a:lnTo>
                    <a:pt x="4482084" y="207746"/>
                  </a:lnTo>
                  <a:lnTo>
                    <a:pt x="4482814" y="215010"/>
                  </a:lnTo>
                  <a:lnTo>
                    <a:pt x="4486402" y="221662"/>
                  </a:lnTo>
                  <a:lnTo>
                    <a:pt x="4492303" y="226404"/>
                  </a:lnTo>
                  <a:lnTo>
                    <a:pt x="4499324" y="228444"/>
                  </a:lnTo>
                  <a:lnTo>
                    <a:pt x="4506583" y="227702"/>
                  </a:lnTo>
                  <a:lnTo>
                    <a:pt x="4513199" y="224101"/>
                  </a:lnTo>
                  <a:lnTo>
                    <a:pt x="4622170" y="133270"/>
                  </a:lnTo>
                  <a:lnTo>
                    <a:pt x="4615434" y="133270"/>
                  </a:lnTo>
                  <a:lnTo>
                    <a:pt x="4615434" y="128851"/>
                  </a:lnTo>
                  <a:lnTo>
                    <a:pt x="4603115" y="128851"/>
                  </a:lnTo>
                  <a:lnTo>
                    <a:pt x="4585563" y="114220"/>
                  </a:lnTo>
                  <a:close/>
                </a:path>
                <a:path w="4645025" h="228600">
                  <a:moveTo>
                    <a:pt x="4562709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4562698" y="133270"/>
                  </a:lnTo>
                  <a:lnTo>
                    <a:pt x="4585558" y="114220"/>
                  </a:lnTo>
                  <a:lnTo>
                    <a:pt x="4562709" y="95170"/>
                  </a:lnTo>
                  <a:close/>
                </a:path>
                <a:path w="4645025" h="228600">
                  <a:moveTo>
                    <a:pt x="4622165" y="95170"/>
                  </a:moveTo>
                  <a:lnTo>
                    <a:pt x="4615434" y="95170"/>
                  </a:lnTo>
                  <a:lnTo>
                    <a:pt x="4615434" y="133270"/>
                  </a:lnTo>
                  <a:lnTo>
                    <a:pt x="4622170" y="133270"/>
                  </a:lnTo>
                  <a:lnTo>
                    <a:pt x="4645025" y="114220"/>
                  </a:lnTo>
                  <a:lnTo>
                    <a:pt x="4622165" y="95170"/>
                  </a:lnTo>
                  <a:close/>
                </a:path>
                <a:path w="4645025" h="228600">
                  <a:moveTo>
                    <a:pt x="4603115" y="99590"/>
                  </a:moveTo>
                  <a:lnTo>
                    <a:pt x="4585563" y="114220"/>
                  </a:lnTo>
                  <a:lnTo>
                    <a:pt x="4603115" y="128851"/>
                  </a:lnTo>
                  <a:lnTo>
                    <a:pt x="4603115" y="99590"/>
                  </a:lnTo>
                  <a:close/>
                </a:path>
                <a:path w="4645025" h="228600">
                  <a:moveTo>
                    <a:pt x="4615434" y="99590"/>
                  </a:moveTo>
                  <a:lnTo>
                    <a:pt x="4603115" y="99590"/>
                  </a:lnTo>
                  <a:lnTo>
                    <a:pt x="4603115" y="128851"/>
                  </a:lnTo>
                  <a:lnTo>
                    <a:pt x="4615434" y="128851"/>
                  </a:lnTo>
                  <a:lnTo>
                    <a:pt x="4615434" y="99590"/>
                  </a:lnTo>
                  <a:close/>
                </a:path>
                <a:path w="4645025" h="228600">
                  <a:moveTo>
                    <a:pt x="4499324" y="0"/>
                  </a:moveTo>
                  <a:lnTo>
                    <a:pt x="4492303" y="2026"/>
                  </a:lnTo>
                  <a:lnTo>
                    <a:pt x="4486402" y="6778"/>
                  </a:lnTo>
                  <a:lnTo>
                    <a:pt x="4482814" y="13448"/>
                  </a:lnTo>
                  <a:lnTo>
                    <a:pt x="4482084" y="20700"/>
                  </a:lnTo>
                  <a:lnTo>
                    <a:pt x="4484116" y="27691"/>
                  </a:lnTo>
                  <a:lnTo>
                    <a:pt x="4488815" y="33575"/>
                  </a:lnTo>
                  <a:lnTo>
                    <a:pt x="4585563" y="114220"/>
                  </a:lnTo>
                  <a:lnTo>
                    <a:pt x="4603115" y="99590"/>
                  </a:lnTo>
                  <a:lnTo>
                    <a:pt x="4615434" y="99590"/>
                  </a:lnTo>
                  <a:lnTo>
                    <a:pt x="4615434" y="95170"/>
                  </a:lnTo>
                  <a:lnTo>
                    <a:pt x="4622165" y="95170"/>
                  </a:lnTo>
                  <a:lnTo>
                    <a:pt x="4513199" y="4365"/>
                  </a:lnTo>
                  <a:lnTo>
                    <a:pt x="4506583" y="760"/>
                  </a:lnTo>
                  <a:lnTo>
                    <a:pt x="44993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3034283" y="3937952"/>
            <a:ext cx="58039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size</a:t>
            </a:r>
            <a:r>
              <a:rPr dirty="0" sz="1550" spc="5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4967" y="2667952"/>
            <a:ext cx="6985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C00000"/>
                </a:solidFill>
                <a:latin typeface="Verdana"/>
                <a:cs typeface="Verdana"/>
              </a:rPr>
              <a:t>price</a:t>
            </a:r>
            <a:r>
              <a:rPr dirty="0" sz="1550" spc="14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028776" y="1743075"/>
            <a:ext cx="228600" cy="2299335"/>
          </a:xfrm>
          <a:custGeom>
            <a:avLst/>
            <a:gdLst/>
            <a:ahLst/>
            <a:cxnLst/>
            <a:rect l="l" t="t" r="r" b="b"/>
            <a:pathLst>
              <a:path w="228600" h="2299335">
                <a:moveTo>
                  <a:pt x="114223" y="59466"/>
                </a:moveTo>
                <a:lnTo>
                  <a:pt x="95173" y="82326"/>
                </a:lnTo>
                <a:lnTo>
                  <a:pt x="95173" y="2298788"/>
                </a:lnTo>
                <a:lnTo>
                  <a:pt x="133273" y="2298788"/>
                </a:lnTo>
                <a:lnTo>
                  <a:pt x="133273" y="82326"/>
                </a:lnTo>
                <a:lnTo>
                  <a:pt x="114223" y="59466"/>
                </a:lnTo>
                <a:close/>
              </a:path>
              <a:path w="228600" h="2299335">
                <a:moveTo>
                  <a:pt x="114223" y="0"/>
                </a:moveTo>
                <a:lnTo>
                  <a:pt x="4343" y="131825"/>
                </a:lnTo>
                <a:lnTo>
                  <a:pt x="741" y="138495"/>
                </a:lnTo>
                <a:lnTo>
                  <a:pt x="0" y="145748"/>
                </a:lnTo>
                <a:lnTo>
                  <a:pt x="2039" y="152739"/>
                </a:lnTo>
                <a:lnTo>
                  <a:pt x="6781" y="158623"/>
                </a:lnTo>
                <a:lnTo>
                  <a:pt x="13433" y="162228"/>
                </a:lnTo>
                <a:lnTo>
                  <a:pt x="20697" y="162988"/>
                </a:lnTo>
                <a:lnTo>
                  <a:pt x="27709" y="160962"/>
                </a:lnTo>
                <a:lnTo>
                  <a:pt x="33604" y="156210"/>
                </a:lnTo>
                <a:lnTo>
                  <a:pt x="95173" y="82326"/>
                </a:lnTo>
                <a:lnTo>
                  <a:pt x="95173" y="29717"/>
                </a:lnTo>
                <a:lnTo>
                  <a:pt x="138994" y="29717"/>
                </a:lnTo>
                <a:lnTo>
                  <a:pt x="114223" y="0"/>
                </a:lnTo>
                <a:close/>
              </a:path>
              <a:path w="228600" h="2299335">
                <a:moveTo>
                  <a:pt x="138994" y="29717"/>
                </a:moveTo>
                <a:lnTo>
                  <a:pt x="133273" y="29717"/>
                </a:lnTo>
                <a:lnTo>
                  <a:pt x="133273" y="82326"/>
                </a:lnTo>
                <a:lnTo>
                  <a:pt x="194843" y="156210"/>
                </a:lnTo>
                <a:lnTo>
                  <a:pt x="200738" y="160962"/>
                </a:lnTo>
                <a:lnTo>
                  <a:pt x="207749" y="162988"/>
                </a:lnTo>
                <a:lnTo>
                  <a:pt x="215013" y="162228"/>
                </a:lnTo>
                <a:lnTo>
                  <a:pt x="221665" y="158623"/>
                </a:lnTo>
                <a:lnTo>
                  <a:pt x="226408" y="152739"/>
                </a:lnTo>
                <a:lnTo>
                  <a:pt x="228447" y="145748"/>
                </a:lnTo>
                <a:lnTo>
                  <a:pt x="227705" y="138495"/>
                </a:lnTo>
                <a:lnTo>
                  <a:pt x="224104" y="131825"/>
                </a:lnTo>
                <a:lnTo>
                  <a:pt x="138994" y="29717"/>
                </a:lnTo>
                <a:close/>
              </a:path>
              <a:path w="228600" h="2299335">
                <a:moveTo>
                  <a:pt x="133273" y="29717"/>
                </a:moveTo>
                <a:lnTo>
                  <a:pt x="95173" y="29717"/>
                </a:lnTo>
                <a:lnTo>
                  <a:pt x="95173" y="82326"/>
                </a:lnTo>
                <a:lnTo>
                  <a:pt x="114223" y="59466"/>
                </a:lnTo>
                <a:lnTo>
                  <a:pt x="99593" y="41910"/>
                </a:lnTo>
                <a:lnTo>
                  <a:pt x="133273" y="41910"/>
                </a:lnTo>
                <a:lnTo>
                  <a:pt x="133273" y="29717"/>
                </a:lnTo>
                <a:close/>
              </a:path>
              <a:path w="228600" h="2299335">
                <a:moveTo>
                  <a:pt x="133273" y="41910"/>
                </a:moveTo>
                <a:lnTo>
                  <a:pt x="128854" y="41910"/>
                </a:lnTo>
                <a:lnTo>
                  <a:pt x="114223" y="59466"/>
                </a:lnTo>
                <a:lnTo>
                  <a:pt x="133273" y="82326"/>
                </a:lnTo>
                <a:lnTo>
                  <a:pt x="133273" y="41910"/>
                </a:lnTo>
                <a:close/>
              </a:path>
              <a:path w="228600" h="2299335">
                <a:moveTo>
                  <a:pt x="128854" y="41910"/>
                </a:moveTo>
                <a:lnTo>
                  <a:pt x="99593" y="41910"/>
                </a:lnTo>
                <a:lnTo>
                  <a:pt x="114223" y="59466"/>
                </a:lnTo>
                <a:lnTo>
                  <a:pt x="128854" y="419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0125" y="1877441"/>
            <a:ext cx="4645025" cy="2142490"/>
            <a:chOff x="1000125" y="1877441"/>
            <a:chExt cx="4645025" cy="2142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7301" y="3296666"/>
              <a:ext cx="111124" cy="1111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8276" y="2925191"/>
              <a:ext cx="111125" cy="1111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6877" y="2629916"/>
              <a:ext cx="111125" cy="1111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1677" y="2439416"/>
              <a:ext cx="111125" cy="1111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5977" y="2163191"/>
              <a:ext cx="111125" cy="1111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5551" y="2201291"/>
              <a:ext cx="111125" cy="1111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2701" y="2039366"/>
              <a:ext cx="111125" cy="1111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5151" y="2191766"/>
              <a:ext cx="111125" cy="1111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0876" y="1877441"/>
              <a:ext cx="111125" cy="1111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99001" y="2039366"/>
              <a:ext cx="111125" cy="1111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6076" y="1982216"/>
              <a:ext cx="111125" cy="1111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9526" y="2134616"/>
              <a:ext cx="111125" cy="111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0001" y="1877441"/>
              <a:ext cx="111125" cy="1111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5477" y="2848991"/>
              <a:ext cx="111125" cy="1111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6376" y="2591816"/>
              <a:ext cx="111125" cy="1111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177" y="2048891"/>
              <a:ext cx="111125" cy="1111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7902" y="1906016"/>
              <a:ext cx="111125" cy="1111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9876" y="2172716"/>
              <a:ext cx="111125" cy="1111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4802" y="2067941"/>
              <a:ext cx="111125" cy="1111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8802" y="2248916"/>
              <a:ext cx="111125" cy="11112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00125" y="3791029"/>
              <a:ext cx="4645025" cy="228600"/>
            </a:xfrm>
            <a:custGeom>
              <a:avLst/>
              <a:gdLst/>
              <a:ahLst/>
              <a:cxnLst/>
              <a:rect l="l" t="t" r="r" b="b"/>
              <a:pathLst>
                <a:path w="4645025" h="228600">
                  <a:moveTo>
                    <a:pt x="4585563" y="114220"/>
                  </a:moveTo>
                  <a:lnTo>
                    <a:pt x="4488815" y="194840"/>
                  </a:lnTo>
                  <a:lnTo>
                    <a:pt x="4484116" y="200735"/>
                  </a:lnTo>
                  <a:lnTo>
                    <a:pt x="4482084" y="207746"/>
                  </a:lnTo>
                  <a:lnTo>
                    <a:pt x="4482814" y="215010"/>
                  </a:lnTo>
                  <a:lnTo>
                    <a:pt x="4486402" y="221662"/>
                  </a:lnTo>
                  <a:lnTo>
                    <a:pt x="4492303" y="226404"/>
                  </a:lnTo>
                  <a:lnTo>
                    <a:pt x="4499324" y="228444"/>
                  </a:lnTo>
                  <a:lnTo>
                    <a:pt x="4506583" y="227702"/>
                  </a:lnTo>
                  <a:lnTo>
                    <a:pt x="4513199" y="224101"/>
                  </a:lnTo>
                  <a:lnTo>
                    <a:pt x="4622170" y="133270"/>
                  </a:lnTo>
                  <a:lnTo>
                    <a:pt x="4615434" y="133270"/>
                  </a:lnTo>
                  <a:lnTo>
                    <a:pt x="4615434" y="128851"/>
                  </a:lnTo>
                  <a:lnTo>
                    <a:pt x="4603115" y="128851"/>
                  </a:lnTo>
                  <a:lnTo>
                    <a:pt x="4585563" y="114220"/>
                  </a:lnTo>
                  <a:close/>
                </a:path>
                <a:path w="4645025" h="228600">
                  <a:moveTo>
                    <a:pt x="4562709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4562698" y="133270"/>
                  </a:lnTo>
                  <a:lnTo>
                    <a:pt x="4585558" y="114220"/>
                  </a:lnTo>
                  <a:lnTo>
                    <a:pt x="4562709" y="95170"/>
                  </a:lnTo>
                  <a:close/>
                </a:path>
                <a:path w="4645025" h="228600">
                  <a:moveTo>
                    <a:pt x="4622165" y="95170"/>
                  </a:moveTo>
                  <a:lnTo>
                    <a:pt x="4615434" y="95170"/>
                  </a:lnTo>
                  <a:lnTo>
                    <a:pt x="4615434" y="133270"/>
                  </a:lnTo>
                  <a:lnTo>
                    <a:pt x="4622170" y="133270"/>
                  </a:lnTo>
                  <a:lnTo>
                    <a:pt x="4645025" y="114220"/>
                  </a:lnTo>
                  <a:lnTo>
                    <a:pt x="4622165" y="95170"/>
                  </a:lnTo>
                  <a:close/>
                </a:path>
                <a:path w="4645025" h="228600">
                  <a:moveTo>
                    <a:pt x="4603115" y="99590"/>
                  </a:moveTo>
                  <a:lnTo>
                    <a:pt x="4585563" y="114220"/>
                  </a:lnTo>
                  <a:lnTo>
                    <a:pt x="4603115" y="128851"/>
                  </a:lnTo>
                  <a:lnTo>
                    <a:pt x="4603115" y="99590"/>
                  </a:lnTo>
                  <a:close/>
                </a:path>
                <a:path w="4645025" h="228600">
                  <a:moveTo>
                    <a:pt x="4615434" y="99590"/>
                  </a:moveTo>
                  <a:lnTo>
                    <a:pt x="4603115" y="99590"/>
                  </a:lnTo>
                  <a:lnTo>
                    <a:pt x="4603115" y="128851"/>
                  </a:lnTo>
                  <a:lnTo>
                    <a:pt x="4615434" y="128851"/>
                  </a:lnTo>
                  <a:lnTo>
                    <a:pt x="4615434" y="99590"/>
                  </a:lnTo>
                  <a:close/>
                </a:path>
                <a:path w="4645025" h="228600">
                  <a:moveTo>
                    <a:pt x="4499324" y="0"/>
                  </a:moveTo>
                  <a:lnTo>
                    <a:pt x="4492303" y="2026"/>
                  </a:lnTo>
                  <a:lnTo>
                    <a:pt x="4486402" y="6778"/>
                  </a:lnTo>
                  <a:lnTo>
                    <a:pt x="4482814" y="13448"/>
                  </a:lnTo>
                  <a:lnTo>
                    <a:pt x="4482084" y="20700"/>
                  </a:lnTo>
                  <a:lnTo>
                    <a:pt x="4484116" y="27691"/>
                  </a:lnTo>
                  <a:lnTo>
                    <a:pt x="4488815" y="33575"/>
                  </a:lnTo>
                  <a:lnTo>
                    <a:pt x="4585563" y="114220"/>
                  </a:lnTo>
                  <a:lnTo>
                    <a:pt x="4603115" y="99590"/>
                  </a:lnTo>
                  <a:lnTo>
                    <a:pt x="4615434" y="99590"/>
                  </a:lnTo>
                  <a:lnTo>
                    <a:pt x="4615434" y="95170"/>
                  </a:lnTo>
                  <a:lnTo>
                    <a:pt x="4622165" y="95170"/>
                  </a:lnTo>
                  <a:lnTo>
                    <a:pt x="4513199" y="4365"/>
                  </a:lnTo>
                  <a:lnTo>
                    <a:pt x="4506583" y="760"/>
                  </a:lnTo>
                  <a:lnTo>
                    <a:pt x="44993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034283" y="3937952"/>
            <a:ext cx="58039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size</a:t>
            </a:r>
            <a:r>
              <a:rPr dirty="0" sz="1550" spc="5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4967" y="2667952"/>
            <a:ext cx="6985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C00000"/>
                </a:solidFill>
                <a:latin typeface="Verdana"/>
                <a:cs typeface="Verdana"/>
              </a:rPr>
              <a:t>price</a:t>
            </a:r>
            <a:r>
              <a:rPr dirty="0" sz="1550" spc="14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C00000"/>
                </a:solidFill>
                <a:latin typeface="Cambria Math"/>
                <a:cs typeface="Cambria Math"/>
              </a:rPr>
              <a:t>y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28776" y="1600200"/>
            <a:ext cx="7858125" cy="2442210"/>
            <a:chOff x="1028776" y="1600200"/>
            <a:chExt cx="7858125" cy="2442210"/>
          </a:xfrm>
        </p:grpSpPr>
        <p:sp>
          <p:nvSpPr>
            <p:cNvPr id="27" name="object 27"/>
            <p:cNvSpPr/>
            <p:nvPr/>
          </p:nvSpPr>
          <p:spPr>
            <a:xfrm>
              <a:off x="1028776" y="1743075"/>
              <a:ext cx="228600" cy="2299335"/>
            </a:xfrm>
            <a:custGeom>
              <a:avLst/>
              <a:gdLst/>
              <a:ahLst/>
              <a:cxnLst/>
              <a:rect l="l" t="t" r="r" b="b"/>
              <a:pathLst>
                <a:path w="228600" h="2299335">
                  <a:moveTo>
                    <a:pt x="114223" y="59466"/>
                  </a:moveTo>
                  <a:lnTo>
                    <a:pt x="95173" y="82326"/>
                  </a:lnTo>
                  <a:lnTo>
                    <a:pt x="95173" y="2298788"/>
                  </a:lnTo>
                  <a:lnTo>
                    <a:pt x="133273" y="2298788"/>
                  </a:lnTo>
                  <a:lnTo>
                    <a:pt x="133273" y="82326"/>
                  </a:lnTo>
                  <a:lnTo>
                    <a:pt x="114223" y="59466"/>
                  </a:lnTo>
                  <a:close/>
                </a:path>
                <a:path w="228600" h="2299335">
                  <a:moveTo>
                    <a:pt x="114223" y="0"/>
                  </a:moveTo>
                  <a:lnTo>
                    <a:pt x="4343" y="131825"/>
                  </a:lnTo>
                  <a:lnTo>
                    <a:pt x="741" y="138495"/>
                  </a:lnTo>
                  <a:lnTo>
                    <a:pt x="0" y="145748"/>
                  </a:lnTo>
                  <a:lnTo>
                    <a:pt x="2039" y="152739"/>
                  </a:lnTo>
                  <a:lnTo>
                    <a:pt x="6781" y="158623"/>
                  </a:lnTo>
                  <a:lnTo>
                    <a:pt x="13433" y="162228"/>
                  </a:lnTo>
                  <a:lnTo>
                    <a:pt x="20697" y="162988"/>
                  </a:lnTo>
                  <a:lnTo>
                    <a:pt x="27709" y="160962"/>
                  </a:lnTo>
                  <a:lnTo>
                    <a:pt x="33604" y="156210"/>
                  </a:lnTo>
                  <a:lnTo>
                    <a:pt x="95173" y="82326"/>
                  </a:lnTo>
                  <a:lnTo>
                    <a:pt x="95173" y="29717"/>
                  </a:lnTo>
                  <a:lnTo>
                    <a:pt x="138994" y="29717"/>
                  </a:lnTo>
                  <a:lnTo>
                    <a:pt x="114223" y="0"/>
                  </a:lnTo>
                  <a:close/>
                </a:path>
                <a:path w="228600" h="2299335">
                  <a:moveTo>
                    <a:pt x="138994" y="29717"/>
                  </a:moveTo>
                  <a:lnTo>
                    <a:pt x="133273" y="29717"/>
                  </a:lnTo>
                  <a:lnTo>
                    <a:pt x="133273" y="82326"/>
                  </a:lnTo>
                  <a:lnTo>
                    <a:pt x="194843" y="156210"/>
                  </a:lnTo>
                  <a:lnTo>
                    <a:pt x="200738" y="160962"/>
                  </a:lnTo>
                  <a:lnTo>
                    <a:pt x="207749" y="162988"/>
                  </a:lnTo>
                  <a:lnTo>
                    <a:pt x="215013" y="162228"/>
                  </a:lnTo>
                  <a:lnTo>
                    <a:pt x="221665" y="158623"/>
                  </a:lnTo>
                  <a:lnTo>
                    <a:pt x="226408" y="152739"/>
                  </a:lnTo>
                  <a:lnTo>
                    <a:pt x="228447" y="145748"/>
                  </a:lnTo>
                  <a:lnTo>
                    <a:pt x="227705" y="138495"/>
                  </a:lnTo>
                  <a:lnTo>
                    <a:pt x="224104" y="131825"/>
                  </a:lnTo>
                  <a:lnTo>
                    <a:pt x="138994" y="29717"/>
                  </a:lnTo>
                  <a:close/>
                </a:path>
                <a:path w="228600" h="2299335">
                  <a:moveTo>
                    <a:pt x="133273" y="29717"/>
                  </a:moveTo>
                  <a:lnTo>
                    <a:pt x="95173" y="29717"/>
                  </a:lnTo>
                  <a:lnTo>
                    <a:pt x="95173" y="82326"/>
                  </a:lnTo>
                  <a:lnTo>
                    <a:pt x="114223" y="59466"/>
                  </a:lnTo>
                  <a:lnTo>
                    <a:pt x="99593" y="41910"/>
                  </a:lnTo>
                  <a:lnTo>
                    <a:pt x="133273" y="41910"/>
                  </a:lnTo>
                  <a:lnTo>
                    <a:pt x="133273" y="29717"/>
                  </a:lnTo>
                  <a:close/>
                </a:path>
                <a:path w="228600" h="2299335">
                  <a:moveTo>
                    <a:pt x="133273" y="41910"/>
                  </a:moveTo>
                  <a:lnTo>
                    <a:pt x="128854" y="41910"/>
                  </a:lnTo>
                  <a:lnTo>
                    <a:pt x="114223" y="59466"/>
                  </a:lnTo>
                  <a:lnTo>
                    <a:pt x="133273" y="82326"/>
                  </a:lnTo>
                  <a:lnTo>
                    <a:pt x="133273" y="41910"/>
                  </a:lnTo>
                  <a:close/>
                </a:path>
                <a:path w="228600" h="2299335">
                  <a:moveTo>
                    <a:pt x="128854" y="41910"/>
                  </a:moveTo>
                  <a:lnTo>
                    <a:pt x="99593" y="41910"/>
                  </a:lnTo>
                  <a:lnTo>
                    <a:pt x="114223" y="59466"/>
                  </a:lnTo>
                  <a:lnTo>
                    <a:pt x="128854" y="41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657849" y="1619250"/>
              <a:ext cx="3209925" cy="428625"/>
            </a:xfrm>
            <a:custGeom>
              <a:avLst/>
              <a:gdLst/>
              <a:ahLst/>
              <a:cxnLst/>
              <a:rect l="l" t="t" r="r" b="b"/>
              <a:pathLst>
                <a:path w="3209925" h="428625">
                  <a:moveTo>
                    <a:pt x="0" y="428625"/>
                  </a:moveTo>
                  <a:lnTo>
                    <a:pt x="3209925" y="428625"/>
                  </a:lnTo>
                  <a:lnTo>
                    <a:pt x="3209925" y="0"/>
                  </a:lnTo>
                  <a:lnTo>
                    <a:pt x="0" y="0"/>
                  </a:lnTo>
                  <a:lnTo>
                    <a:pt x="0" y="428625"/>
                  </a:lnTo>
                  <a:close/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888989" y="1811400"/>
              <a:ext cx="165735" cy="45720"/>
            </a:xfrm>
            <a:custGeom>
              <a:avLst/>
              <a:gdLst/>
              <a:ahLst/>
              <a:cxnLst/>
              <a:rect l="l" t="t" r="r" b="b"/>
              <a:pathLst>
                <a:path w="165735" h="45719">
                  <a:moveTo>
                    <a:pt x="141986" y="0"/>
                  </a:moveTo>
                  <a:lnTo>
                    <a:pt x="137033" y="5587"/>
                  </a:lnTo>
                  <a:lnTo>
                    <a:pt x="152019" y="18414"/>
                  </a:lnTo>
                  <a:lnTo>
                    <a:pt x="0" y="18414"/>
                  </a:lnTo>
                  <a:lnTo>
                    <a:pt x="0" y="27177"/>
                  </a:lnTo>
                  <a:lnTo>
                    <a:pt x="152019" y="27177"/>
                  </a:lnTo>
                  <a:lnTo>
                    <a:pt x="137033" y="40132"/>
                  </a:lnTo>
                  <a:lnTo>
                    <a:pt x="141986" y="45720"/>
                  </a:lnTo>
                  <a:lnTo>
                    <a:pt x="165354" y="25526"/>
                  </a:lnTo>
                  <a:lnTo>
                    <a:pt x="165354" y="20193"/>
                  </a:lnTo>
                  <a:lnTo>
                    <a:pt x="141986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726810" y="1704276"/>
            <a:ext cx="521334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 spc="-30">
                <a:solidFill>
                  <a:srgbClr val="7030A0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44971" y="1713610"/>
            <a:ext cx="2006600" cy="248920"/>
            <a:chOff x="6244971" y="1713610"/>
            <a:chExt cx="2006600" cy="248920"/>
          </a:xfrm>
        </p:grpSpPr>
        <p:sp>
          <p:nvSpPr>
            <p:cNvPr id="32" name="object 32"/>
            <p:cNvSpPr/>
            <p:nvPr/>
          </p:nvSpPr>
          <p:spPr>
            <a:xfrm>
              <a:off x="6244971" y="1722627"/>
              <a:ext cx="309245" cy="238760"/>
            </a:xfrm>
            <a:custGeom>
              <a:avLst/>
              <a:gdLst/>
              <a:ahLst/>
              <a:cxnLst/>
              <a:rect l="l" t="t" r="r" b="b"/>
              <a:pathLst>
                <a:path w="309245" h="238760">
                  <a:moveTo>
                    <a:pt x="233171" y="0"/>
                  </a:moveTo>
                  <a:lnTo>
                    <a:pt x="229742" y="9779"/>
                  </a:lnTo>
                  <a:lnTo>
                    <a:pt x="243550" y="15708"/>
                  </a:lnTo>
                  <a:lnTo>
                    <a:pt x="255428" y="23971"/>
                  </a:lnTo>
                  <a:lnTo>
                    <a:pt x="279471" y="62404"/>
                  </a:lnTo>
                  <a:lnTo>
                    <a:pt x="286486" y="97414"/>
                  </a:lnTo>
                  <a:lnTo>
                    <a:pt x="286519" y="97647"/>
                  </a:lnTo>
                  <a:lnTo>
                    <a:pt x="287400" y="117983"/>
                  </a:lnTo>
                  <a:lnTo>
                    <a:pt x="286519" y="139009"/>
                  </a:lnTo>
                  <a:lnTo>
                    <a:pt x="283876" y="158083"/>
                  </a:lnTo>
                  <a:lnTo>
                    <a:pt x="265324" y="203471"/>
                  </a:lnTo>
                  <a:lnTo>
                    <a:pt x="230124" y="228600"/>
                  </a:lnTo>
                  <a:lnTo>
                    <a:pt x="233171" y="238252"/>
                  </a:lnTo>
                  <a:lnTo>
                    <a:pt x="278677" y="211195"/>
                  </a:lnTo>
                  <a:lnTo>
                    <a:pt x="304244" y="161305"/>
                  </a:lnTo>
                  <a:lnTo>
                    <a:pt x="309118" y="119252"/>
                  </a:lnTo>
                  <a:lnTo>
                    <a:pt x="307914" y="97647"/>
                  </a:lnTo>
                  <a:lnTo>
                    <a:pt x="298134" y="58691"/>
                  </a:lnTo>
                  <a:lnTo>
                    <a:pt x="265604" y="15319"/>
                  </a:lnTo>
                  <a:lnTo>
                    <a:pt x="250465" y="6260"/>
                  </a:lnTo>
                  <a:lnTo>
                    <a:pt x="233171" y="0"/>
                  </a:lnTo>
                  <a:close/>
                </a:path>
                <a:path w="309245" h="238760">
                  <a:moveTo>
                    <a:pt x="75945" y="0"/>
                  </a:moveTo>
                  <a:lnTo>
                    <a:pt x="30547" y="27164"/>
                  </a:lnTo>
                  <a:lnTo>
                    <a:pt x="4889" y="77231"/>
                  </a:lnTo>
                  <a:lnTo>
                    <a:pt x="70" y="117983"/>
                  </a:lnTo>
                  <a:lnTo>
                    <a:pt x="0" y="119252"/>
                  </a:lnTo>
                  <a:lnTo>
                    <a:pt x="1099" y="139009"/>
                  </a:lnTo>
                  <a:lnTo>
                    <a:pt x="1216" y="141106"/>
                  </a:lnTo>
                  <a:lnTo>
                    <a:pt x="4873" y="161305"/>
                  </a:lnTo>
                  <a:lnTo>
                    <a:pt x="19557" y="196596"/>
                  </a:lnTo>
                  <a:lnTo>
                    <a:pt x="58634" y="232011"/>
                  </a:lnTo>
                  <a:lnTo>
                    <a:pt x="75945" y="238252"/>
                  </a:lnTo>
                  <a:lnTo>
                    <a:pt x="78993" y="228600"/>
                  </a:lnTo>
                  <a:lnTo>
                    <a:pt x="65371" y="222573"/>
                  </a:lnTo>
                  <a:lnTo>
                    <a:pt x="53641" y="214201"/>
                  </a:lnTo>
                  <a:lnTo>
                    <a:pt x="29646" y="175204"/>
                  </a:lnTo>
                  <a:lnTo>
                    <a:pt x="21770" y="119252"/>
                  </a:lnTo>
                  <a:lnTo>
                    <a:pt x="21716" y="117983"/>
                  </a:lnTo>
                  <a:lnTo>
                    <a:pt x="22598" y="97647"/>
                  </a:lnTo>
                  <a:lnTo>
                    <a:pt x="35813" y="47498"/>
                  </a:lnTo>
                  <a:lnTo>
                    <a:pt x="65585" y="15708"/>
                  </a:lnTo>
                  <a:lnTo>
                    <a:pt x="79375" y="9779"/>
                  </a:lnTo>
                  <a:lnTo>
                    <a:pt x="759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941183" y="1713610"/>
              <a:ext cx="310515" cy="248920"/>
            </a:xfrm>
            <a:custGeom>
              <a:avLst/>
              <a:gdLst/>
              <a:ahLst/>
              <a:cxnLst/>
              <a:rect l="l" t="t" r="r" b="b"/>
              <a:pathLst>
                <a:path w="310515" h="248919">
                  <a:moveTo>
                    <a:pt x="310007" y="0"/>
                  </a:moveTo>
                  <a:lnTo>
                    <a:pt x="167132" y="0"/>
                  </a:lnTo>
                  <a:lnTo>
                    <a:pt x="167132" y="1269"/>
                  </a:lnTo>
                  <a:lnTo>
                    <a:pt x="147574" y="1269"/>
                  </a:lnTo>
                  <a:lnTo>
                    <a:pt x="85598" y="215645"/>
                  </a:lnTo>
                  <a:lnTo>
                    <a:pt x="41275" y="118237"/>
                  </a:lnTo>
                  <a:lnTo>
                    <a:pt x="0" y="137033"/>
                  </a:lnTo>
                  <a:lnTo>
                    <a:pt x="3937" y="146430"/>
                  </a:lnTo>
                  <a:lnTo>
                    <a:pt x="25146" y="137033"/>
                  </a:lnTo>
                  <a:lnTo>
                    <a:pt x="77216" y="248793"/>
                  </a:lnTo>
                  <a:lnTo>
                    <a:pt x="89281" y="248793"/>
                  </a:lnTo>
                  <a:lnTo>
                    <a:pt x="156845" y="18034"/>
                  </a:lnTo>
                  <a:lnTo>
                    <a:pt x="167132" y="18034"/>
                  </a:lnTo>
                  <a:lnTo>
                    <a:pt x="167132" y="19050"/>
                  </a:lnTo>
                  <a:lnTo>
                    <a:pt x="310007" y="19050"/>
                  </a:lnTo>
                  <a:lnTo>
                    <a:pt x="310007" y="0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6308344" y="1647126"/>
            <a:ext cx="243713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30200" algn="l"/>
                <a:tab pos="180784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2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 spc="4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-20"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solidFill>
                  <a:srgbClr val="0070C0"/>
                </a:solidFill>
                <a:latin typeface="Cambria Math"/>
                <a:cs typeface="Cambria Math"/>
              </a:rPr>
              <a:t>𝑥</a:t>
            </a:r>
            <a:r>
              <a:rPr dirty="0" sz="2000" spc="-15">
                <a:solidFill>
                  <a:srgbClr val="0070C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5" name="object 3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9936" rIns="0" bIns="0" rtlCol="0" vert="horz">
            <a:spAutoFit/>
          </a:bodyPr>
          <a:lstStyle/>
          <a:p>
            <a:pPr marL="139065">
              <a:lnSpc>
                <a:spcPct val="100000"/>
              </a:lnSpc>
              <a:spcBef>
                <a:spcPts val="105"/>
              </a:spcBef>
            </a:pPr>
            <a:r>
              <a:rPr dirty="0"/>
              <a:t>Choice</a:t>
            </a:r>
            <a:r>
              <a:rPr dirty="0" spc="1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features</a:t>
            </a:r>
          </a:p>
        </p:txBody>
      </p:sp>
      <p:grpSp>
        <p:nvGrpSpPr>
          <p:cNvPr id="36" name="object 36"/>
          <p:cNvGrpSpPr/>
          <p:nvPr/>
        </p:nvGrpSpPr>
        <p:grpSpPr>
          <a:xfrm>
            <a:off x="1278636" y="1600200"/>
            <a:ext cx="7628890" cy="2541270"/>
            <a:chOff x="1278636" y="1600200"/>
            <a:chExt cx="7628890" cy="2541270"/>
          </a:xfrm>
        </p:grpSpPr>
        <p:sp>
          <p:nvSpPr>
            <p:cNvPr id="37" name="object 37"/>
            <p:cNvSpPr/>
            <p:nvPr/>
          </p:nvSpPr>
          <p:spPr>
            <a:xfrm>
              <a:off x="1304925" y="1885950"/>
              <a:ext cx="3695700" cy="1752600"/>
            </a:xfrm>
            <a:custGeom>
              <a:avLst/>
              <a:gdLst/>
              <a:ahLst/>
              <a:cxnLst/>
              <a:rect l="l" t="t" r="r" b="b"/>
              <a:pathLst>
                <a:path w="3695700" h="1752600">
                  <a:moveTo>
                    <a:pt x="0" y="1752600"/>
                  </a:moveTo>
                  <a:lnTo>
                    <a:pt x="18230" y="1708913"/>
                  </a:lnTo>
                  <a:lnTo>
                    <a:pt x="36592" y="1665275"/>
                  </a:lnTo>
                  <a:lnTo>
                    <a:pt x="55215" y="1621730"/>
                  </a:lnTo>
                  <a:lnTo>
                    <a:pt x="74229" y="1578325"/>
                  </a:lnTo>
                  <a:lnTo>
                    <a:pt x="93764" y="1535104"/>
                  </a:lnTo>
                  <a:lnTo>
                    <a:pt x="113948" y="1492113"/>
                  </a:lnTo>
                  <a:lnTo>
                    <a:pt x="134911" y="1449399"/>
                  </a:lnTo>
                  <a:lnTo>
                    <a:pt x="156783" y="1407006"/>
                  </a:lnTo>
                  <a:lnTo>
                    <a:pt x="179694" y="1364981"/>
                  </a:lnTo>
                  <a:lnTo>
                    <a:pt x="203772" y="1323368"/>
                  </a:lnTo>
                  <a:lnTo>
                    <a:pt x="229148" y="1282215"/>
                  </a:lnTo>
                  <a:lnTo>
                    <a:pt x="255952" y="1241565"/>
                  </a:lnTo>
                  <a:lnTo>
                    <a:pt x="284311" y="1201466"/>
                  </a:lnTo>
                  <a:lnTo>
                    <a:pt x="314357" y="1161963"/>
                  </a:lnTo>
                  <a:lnTo>
                    <a:pt x="346218" y="1123100"/>
                  </a:lnTo>
                  <a:lnTo>
                    <a:pt x="380025" y="1084925"/>
                  </a:lnTo>
                  <a:lnTo>
                    <a:pt x="415906" y="1047483"/>
                  </a:lnTo>
                  <a:lnTo>
                    <a:pt x="453991" y="1010819"/>
                  </a:lnTo>
                  <a:lnTo>
                    <a:pt x="494411" y="974979"/>
                  </a:lnTo>
                  <a:lnTo>
                    <a:pt x="528448" y="947069"/>
                  </a:lnTo>
                  <a:lnTo>
                    <a:pt x="564548" y="919391"/>
                  </a:lnTo>
                  <a:lnTo>
                    <a:pt x="602564" y="891964"/>
                  </a:lnTo>
                  <a:lnTo>
                    <a:pt x="642348" y="864806"/>
                  </a:lnTo>
                  <a:lnTo>
                    <a:pt x="683752" y="837937"/>
                  </a:lnTo>
                  <a:lnTo>
                    <a:pt x="726630" y="811375"/>
                  </a:lnTo>
                  <a:lnTo>
                    <a:pt x="770833" y="785139"/>
                  </a:lnTo>
                  <a:lnTo>
                    <a:pt x="816214" y="759248"/>
                  </a:lnTo>
                  <a:lnTo>
                    <a:pt x="862626" y="733721"/>
                  </a:lnTo>
                  <a:lnTo>
                    <a:pt x="909921" y="708576"/>
                  </a:lnTo>
                  <a:lnTo>
                    <a:pt x="957951" y="683833"/>
                  </a:lnTo>
                  <a:lnTo>
                    <a:pt x="1006570" y="659511"/>
                  </a:lnTo>
                  <a:lnTo>
                    <a:pt x="1055629" y="635627"/>
                  </a:lnTo>
                  <a:lnTo>
                    <a:pt x="1104981" y="612202"/>
                  </a:lnTo>
                  <a:lnTo>
                    <a:pt x="1154478" y="589253"/>
                  </a:lnTo>
                  <a:lnTo>
                    <a:pt x="1203974" y="566801"/>
                  </a:lnTo>
                  <a:lnTo>
                    <a:pt x="1253320" y="544862"/>
                  </a:lnTo>
                  <a:lnTo>
                    <a:pt x="1302369" y="523458"/>
                  </a:lnTo>
                  <a:lnTo>
                    <a:pt x="1350973" y="502605"/>
                  </a:lnTo>
                  <a:lnTo>
                    <a:pt x="1398986" y="482324"/>
                  </a:lnTo>
                  <a:lnTo>
                    <a:pt x="1446259" y="462633"/>
                  </a:lnTo>
                  <a:lnTo>
                    <a:pt x="1492645" y="443551"/>
                  </a:lnTo>
                  <a:lnTo>
                    <a:pt x="1537996" y="425096"/>
                  </a:lnTo>
                  <a:lnTo>
                    <a:pt x="1582166" y="407288"/>
                  </a:lnTo>
                  <a:lnTo>
                    <a:pt x="1634039" y="386875"/>
                  </a:lnTo>
                  <a:lnTo>
                    <a:pt x="1685275" y="367542"/>
                  </a:lnTo>
                  <a:lnTo>
                    <a:pt x="1735950" y="349230"/>
                  </a:lnTo>
                  <a:lnTo>
                    <a:pt x="1786137" y="331879"/>
                  </a:lnTo>
                  <a:lnTo>
                    <a:pt x="1835910" y="315428"/>
                  </a:lnTo>
                  <a:lnTo>
                    <a:pt x="1885343" y="299817"/>
                  </a:lnTo>
                  <a:lnTo>
                    <a:pt x="1934511" y="284986"/>
                  </a:lnTo>
                  <a:lnTo>
                    <a:pt x="1983488" y="270874"/>
                  </a:lnTo>
                  <a:lnTo>
                    <a:pt x="2032347" y="257422"/>
                  </a:lnTo>
                  <a:lnTo>
                    <a:pt x="2081164" y="244570"/>
                  </a:lnTo>
                  <a:lnTo>
                    <a:pt x="2130013" y="232256"/>
                  </a:lnTo>
                  <a:lnTo>
                    <a:pt x="2178967" y="220422"/>
                  </a:lnTo>
                  <a:lnTo>
                    <a:pt x="2228101" y="209006"/>
                  </a:lnTo>
                  <a:lnTo>
                    <a:pt x="2277489" y="197949"/>
                  </a:lnTo>
                  <a:lnTo>
                    <a:pt x="2327205" y="187190"/>
                  </a:lnTo>
                  <a:lnTo>
                    <a:pt x="2377324" y="176669"/>
                  </a:lnTo>
                  <a:lnTo>
                    <a:pt x="2427919" y="166326"/>
                  </a:lnTo>
                  <a:lnTo>
                    <a:pt x="2479065" y="156101"/>
                  </a:lnTo>
                  <a:lnTo>
                    <a:pt x="2530836" y="145933"/>
                  </a:lnTo>
                  <a:lnTo>
                    <a:pt x="2583307" y="135762"/>
                  </a:lnTo>
                  <a:lnTo>
                    <a:pt x="2631516" y="126721"/>
                  </a:lnTo>
                  <a:lnTo>
                    <a:pt x="2680053" y="118079"/>
                  </a:lnTo>
                  <a:lnTo>
                    <a:pt x="2728903" y="109818"/>
                  </a:lnTo>
                  <a:lnTo>
                    <a:pt x="2778049" y="101919"/>
                  </a:lnTo>
                  <a:lnTo>
                    <a:pt x="2827476" y="94363"/>
                  </a:lnTo>
                  <a:lnTo>
                    <a:pt x="2877169" y="87130"/>
                  </a:lnTo>
                  <a:lnTo>
                    <a:pt x="2927112" y="80203"/>
                  </a:lnTo>
                  <a:lnTo>
                    <a:pt x="2977289" y="73562"/>
                  </a:lnTo>
                  <a:lnTo>
                    <a:pt x="3027686" y="67188"/>
                  </a:lnTo>
                  <a:lnTo>
                    <a:pt x="3078285" y="61062"/>
                  </a:lnTo>
                  <a:lnTo>
                    <a:pt x="3129073" y="55165"/>
                  </a:lnTo>
                  <a:lnTo>
                    <a:pt x="3180033" y="49478"/>
                  </a:lnTo>
                  <a:lnTo>
                    <a:pt x="3231150" y="43983"/>
                  </a:lnTo>
                  <a:lnTo>
                    <a:pt x="3282408" y="38660"/>
                  </a:lnTo>
                  <a:lnTo>
                    <a:pt x="3333793" y="33490"/>
                  </a:lnTo>
                  <a:lnTo>
                    <a:pt x="3385287" y="28454"/>
                  </a:lnTo>
                  <a:lnTo>
                    <a:pt x="3436876" y="23534"/>
                  </a:lnTo>
                  <a:lnTo>
                    <a:pt x="3488544" y="18710"/>
                  </a:lnTo>
                  <a:lnTo>
                    <a:pt x="3540277" y="13964"/>
                  </a:lnTo>
                  <a:lnTo>
                    <a:pt x="3592057" y="9276"/>
                  </a:lnTo>
                  <a:lnTo>
                    <a:pt x="3643870" y="4627"/>
                  </a:lnTo>
                  <a:lnTo>
                    <a:pt x="3695700" y="0"/>
                  </a:lnTo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3100" y="2104008"/>
              <a:ext cx="530859" cy="3985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0181" y="2110740"/>
              <a:ext cx="155575" cy="1422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15655" y="2292095"/>
              <a:ext cx="687451" cy="26962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5400" y="3543300"/>
              <a:ext cx="180975" cy="1809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11622" y="1654556"/>
              <a:ext cx="390016" cy="34925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278636" y="1944497"/>
              <a:ext cx="3145155" cy="1511300"/>
            </a:xfrm>
            <a:custGeom>
              <a:avLst/>
              <a:gdLst/>
              <a:ahLst/>
              <a:cxnLst/>
              <a:rect l="l" t="t" r="r" b="b"/>
              <a:pathLst>
                <a:path w="3145154" h="1511300">
                  <a:moveTo>
                    <a:pt x="34925" y="1409700"/>
                  </a:moveTo>
                  <a:lnTo>
                    <a:pt x="0" y="1409700"/>
                  </a:lnTo>
                  <a:lnTo>
                    <a:pt x="0" y="1511300"/>
                  </a:lnTo>
                  <a:lnTo>
                    <a:pt x="34925" y="1511300"/>
                  </a:lnTo>
                  <a:lnTo>
                    <a:pt x="34925" y="1409700"/>
                  </a:lnTo>
                  <a:close/>
                </a:path>
                <a:path w="3145154" h="1511300">
                  <a:moveTo>
                    <a:pt x="38226" y="1397000"/>
                  </a:moveTo>
                  <a:lnTo>
                    <a:pt x="2285" y="1397000"/>
                  </a:lnTo>
                  <a:lnTo>
                    <a:pt x="507" y="1409700"/>
                  </a:lnTo>
                  <a:lnTo>
                    <a:pt x="36067" y="1409700"/>
                  </a:lnTo>
                  <a:lnTo>
                    <a:pt x="38226" y="1397000"/>
                  </a:lnTo>
                  <a:close/>
                </a:path>
                <a:path w="3145154" h="1511300">
                  <a:moveTo>
                    <a:pt x="49656" y="1371600"/>
                  </a:moveTo>
                  <a:lnTo>
                    <a:pt x="9270" y="1371600"/>
                  </a:lnTo>
                  <a:lnTo>
                    <a:pt x="4952" y="1384300"/>
                  </a:lnTo>
                  <a:lnTo>
                    <a:pt x="2539" y="1397000"/>
                  </a:lnTo>
                  <a:lnTo>
                    <a:pt x="37972" y="1397000"/>
                  </a:lnTo>
                  <a:lnTo>
                    <a:pt x="42290" y="1384300"/>
                  </a:lnTo>
                  <a:lnTo>
                    <a:pt x="45592" y="1384300"/>
                  </a:lnTo>
                  <a:lnTo>
                    <a:pt x="49656" y="1371600"/>
                  </a:lnTo>
                  <a:close/>
                </a:path>
                <a:path w="3145154" h="1511300">
                  <a:moveTo>
                    <a:pt x="52323" y="1358900"/>
                  </a:moveTo>
                  <a:lnTo>
                    <a:pt x="17144" y="1358900"/>
                  </a:lnTo>
                  <a:lnTo>
                    <a:pt x="13207" y="1371600"/>
                  </a:lnTo>
                  <a:lnTo>
                    <a:pt x="50164" y="1371600"/>
                  </a:lnTo>
                  <a:lnTo>
                    <a:pt x="52323" y="1358900"/>
                  </a:lnTo>
                  <a:close/>
                </a:path>
                <a:path w="3145154" h="1511300">
                  <a:moveTo>
                    <a:pt x="58292" y="1346200"/>
                  </a:moveTo>
                  <a:lnTo>
                    <a:pt x="18668" y="1346200"/>
                  </a:lnTo>
                  <a:lnTo>
                    <a:pt x="16509" y="1358900"/>
                  </a:lnTo>
                  <a:lnTo>
                    <a:pt x="56133" y="1358900"/>
                  </a:lnTo>
                  <a:lnTo>
                    <a:pt x="58292" y="1346200"/>
                  </a:lnTo>
                  <a:close/>
                </a:path>
                <a:path w="3145154" h="1511300">
                  <a:moveTo>
                    <a:pt x="79755" y="1295400"/>
                  </a:moveTo>
                  <a:lnTo>
                    <a:pt x="36956" y="1295400"/>
                  </a:lnTo>
                  <a:lnTo>
                    <a:pt x="32892" y="1308100"/>
                  </a:lnTo>
                  <a:lnTo>
                    <a:pt x="28955" y="1320800"/>
                  </a:lnTo>
                  <a:lnTo>
                    <a:pt x="24891" y="1333500"/>
                  </a:lnTo>
                  <a:lnTo>
                    <a:pt x="24256" y="1333500"/>
                  </a:lnTo>
                  <a:lnTo>
                    <a:pt x="22097" y="1346200"/>
                  </a:lnTo>
                  <a:lnTo>
                    <a:pt x="57657" y="1346200"/>
                  </a:lnTo>
                  <a:lnTo>
                    <a:pt x="65531" y="1320800"/>
                  </a:lnTo>
                  <a:lnTo>
                    <a:pt x="65404" y="1320800"/>
                  </a:lnTo>
                  <a:lnTo>
                    <a:pt x="69468" y="1308100"/>
                  </a:lnTo>
                  <a:lnTo>
                    <a:pt x="76200" y="1308100"/>
                  </a:lnTo>
                  <a:lnTo>
                    <a:pt x="79755" y="1295400"/>
                  </a:lnTo>
                  <a:close/>
                </a:path>
                <a:path w="3145154" h="1511300">
                  <a:moveTo>
                    <a:pt x="69468" y="1308100"/>
                  </a:moveTo>
                  <a:lnTo>
                    <a:pt x="65404" y="1320800"/>
                  </a:lnTo>
                  <a:lnTo>
                    <a:pt x="65531" y="1320800"/>
                  </a:lnTo>
                  <a:lnTo>
                    <a:pt x="69468" y="1308100"/>
                  </a:lnTo>
                  <a:close/>
                </a:path>
                <a:path w="3145154" h="1511300">
                  <a:moveTo>
                    <a:pt x="72643" y="1308100"/>
                  </a:moveTo>
                  <a:lnTo>
                    <a:pt x="69468" y="1308100"/>
                  </a:lnTo>
                  <a:lnTo>
                    <a:pt x="68579" y="1320800"/>
                  </a:lnTo>
                  <a:lnTo>
                    <a:pt x="72643" y="1308100"/>
                  </a:lnTo>
                  <a:close/>
                </a:path>
                <a:path w="3145154" h="1511300">
                  <a:moveTo>
                    <a:pt x="85597" y="1282700"/>
                  </a:moveTo>
                  <a:lnTo>
                    <a:pt x="45973" y="1282700"/>
                  </a:lnTo>
                  <a:lnTo>
                    <a:pt x="42290" y="1295400"/>
                  </a:lnTo>
                  <a:lnTo>
                    <a:pt x="82422" y="1295400"/>
                  </a:lnTo>
                  <a:lnTo>
                    <a:pt x="85597" y="1282700"/>
                  </a:lnTo>
                  <a:close/>
                </a:path>
                <a:path w="3145154" h="1511300">
                  <a:moveTo>
                    <a:pt x="90931" y="1270000"/>
                  </a:moveTo>
                  <a:lnTo>
                    <a:pt x="53085" y="1270000"/>
                  </a:lnTo>
                  <a:lnTo>
                    <a:pt x="49910" y="1282700"/>
                  </a:lnTo>
                  <a:lnTo>
                    <a:pt x="87248" y="1282700"/>
                  </a:lnTo>
                  <a:lnTo>
                    <a:pt x="90931" y="1270000"/>
                  </a:lnTo>
                  <a:close/>
                </a:path>
                <a:path w="3145154" h="1511300">
                  <a:moveTo>
                    <a:pt x="97789" y="1257300"/>
                  </a:moveTo>
                  <a:lnTo>
                    <a:pt x="58673" y="1257300"/>
                  </a:lnTo>
                  <a:lnTo>
                    <a:pt x="54990" y="1270000"/>
                  </a:lnTo>
                  <a:lnTo>
                    <a:pt x="93852" y="1270000"/>
                  </a:lnTo>
                  <a:lnTo>
                    <a:pt x="97789" y="1257300"/>
                  </a:lnTo>
                  <a:close/>
                </a:path>
                <a:path w="3145154" h="1511300">
                  <a:moveTo>
                    <a:pt x="81152" y="1206500"/>
                  </a:moveTo>
                  <a:lnTo>
                    <a:pt x="70357" y="1231900"/>
                  </a:lnTo>
                  <a:lnTo>
                    <a:pt x="70103" y="1231900"/>
                  </a:lnTo>
                  <a:lnTo>
                    <a:pt x="66547" y="1244600"/>
                  </a:lnTo>
                  <a:lnTo>
                    <a:pt x="63880" y="1244600"/>
                  </a:lnTo>
                  <a:lnTo>
                    <a:pt x="60197" y="1257300"/>
                  </a:lnTo>
                  <a:lnTo>
                    <a:pt x="98043" y="1257300"/>
                  </a:lnTo>
                  <a:lnTo>
                    <a:pt x="101600" y="1244600"/>
                  </a:lnTo>
                  <a:lnTo>
                    <a:pt x="112394" y="1231900"/>
                  </a:lnTo>
                  <a:lnTo>
                    <a:pt x="115823" y="1219200"/>
                  </a:lnTo>
                  <a:lnTo>
                    <a:pt x="80644" y="1219200"/>
                  </a:lnTo>
                  <a:lnTo>
                    <a:pt x="81152" y="1206500"/>
                  </a:lnTo>
                  <a:close/>
                </a:path>
                <a:path w="3145154" h="1511300">
                  <a:moveTo>
                    <a:pt x="129158" y="1193800"/>
                  </a:moveTo>
                  <a:lnTo>
                    <a:pt x="87122" y="1193800"/>
                  </a:lnTo>
                  <a:lnTo>
                    <a:pt x="80644" y="1219200"/>
                  </a:lnTo>
                  <a:lnTo>
                    <a:pt x="115823" y="1219200"/>
                  </a:lnTo>
                  <a:lnTo>
                    <a:pt x="119252" y="1206500"/>
                  </a:lnTo>
                  <a:lnTo>
                    <a:pt x="124459" y="1206500"/>
                  </a:lnTo>
                  <a:lnTo>
                    <a:pt x="129158" y="1193800"/>
                  </a:lnTo>
                  <a:close/>
                </a:path>
                <a:path w="3145154" h="1511300">
                  <a:moveTo>
                    <a:pt x="123189" y="1206500"/>
                  </a:moveTo>
                  <a:lnTo>
                    <a:pt x="119252" y="1206500"/>
                  </a:lnTo>
                  <a:lnTo>
                    <a:pt x="117855" y="1219200"/>
                  </a:lnTo>
                  <a:lnTo>
                    <a:pt x="123189" y="1206500"/>
                  </a:lnTo>
                  <a:close/>
                </a:path>
                <a:path w="3145154" h="1511300">
                  <a:moveTo>
                    <a:pt x="93979" y="1181100"/>
                  </a:moveTo>
                  <a:lnTo>
                    <a:pt x="88518" y="1193800"/>
                  </a:lnTo>
                  <a:lnTo>
                    <a:pt x="92709" y="1193800"/>
                  </a:lnTo>
                  <a:lnTo>
                    <a:pt x="93979" y="1181100"/>
                  </a:lnTo>
                  <a:close/>
                </a:path>
                <a:path w="3145154" h="1511300">
                  <a:moveTo>
                    <a:pt x="134492" y="1181100"/>
                  </a:moveTo>
                  <a:lnTo>
                    <a:pt x="97408" y="1181100"/>
                  </a:lnTo>
                  <a:lnTo>
                    <a:pt x="92709" y="1193800"/>
                  </a:lnTo>
                  <a:lnTo>
                    <a:pt x="132841" y="1193800"/>
                  </a:lnTo>
                  <a:lnTo>
                    <a:pt x="134492" y="1181100"/>
                  </a:lnTo>
                  <a:close/>
                </a:path>
                <a:path w="3145154" h="1511300">
                  <a:moveTo>
                    <a:pt x="143128" y="1168400"/>
                  </a:moveTo>
                  <a:lnTo>
                    <a:pt x="104520" y="1168400"/>
                  </a:lnTo>
                  <a:lnTo>
                    <a:pt x="99059" y="1181100"/>
                  </a:lnTo>
                  <a:lnTo>
                    <a:pt x="137032" y="1181100"/>
                  </a:lnTo>
                  <a:lnTo>
                    <a:pt x="143128" y="1168400"/>
                  </a:lnTo>
                  <a:close/>
                </a:path>
                <a:path w="3145154" h="1511300">
                  <a:moveTo>
                    <a:pt x="148208" y="1155700"/>
                  </a:moveTo>
                  <a:lnTo>
                    <a:pt x="113664" y="1155700"/>
                  </a:lnTo>
                  <a:lnTo>
                    <a:pt x="107441" y="1168400"/>
                  </a:lnTo>
                  <a:lnTo>
                    <a:pt x="143890" y="1168400"/>
                  </a:lnTo>
                  <a:lnTo>
                    <a:pt x="148208" y="1155700"/>
                  </a:lnTo>
                  <a:close/>
                </a:path>
                <a:path w="3145154" h="1511300">
                  <a:moveTo>
                    <a:pt x="153669" y="1155700"/>
                  </a:moveTo>
                  <a:lnTo>
                    <a:pt x="148208" y="1155700"/>
                  </a:lnTo>
                  <a:lnTo>
                    <a:pt x="147827" y="1168400"/>
                  </a:lnTo>
                  <a:lnTo>
                    <a:pt x="153669" y="1155700"/>
                  </a:lnTo>
                  <a:close/>
                </a:path>
                <a:path w="3145154" h="1511300">
                  <a:moveTo>
                    <a:pt x="158114" y="1143000"/>
                  </a:moveTo>
                  <a:lnTo>
                    <a:pt x="117220" y="1143000"/>
                  </a:lnTo>
                  <a:lnTo>
                    <a:pt x="112902" y="1155700"/>
                  </a:lnTo>
                  <a:lnTo>
                    <a:pt x="152653" y="1155700"/>
                  </a:lnTo>
                  <a:lnTo>
                    <a:pt x="158114" y="1143000"/>
                  </a:lnTo>
                  <a:close/>
                </a:path>
                <a:path w="3145154" h="1511300">
                  <a:moveTo>
                    <a:pt x="167766" y="1130300"/>
                  </a:moveTo>
                  <a:lnTo>
                    <a:pt x="123316" y="1130300"/>
                  </a:lnTo>
                  <a:lnTo>
                    <a:pt x="117601" y="1143000"/>
                  </a:lnTo>
                  <a:lnTo>
                    <a:pt x="162432" y="1143000"/>
                  </a:lnTo>
                  <a:lnTo>
                    <a:pt x="167766" y="1130300"/>
                  </a:lnTo>
                  <a:close/>
                </a:path>
                <a:path w="3145154" h="1511300">
                  <a:moveTo>
                    <a:pt x="139445" y="1104900"/>
                  </a:moveTo>
                  <a:lnTo>
                    <a:pt x="133984" y="1117600"/>
                  </a:lnTo>
                  <a:lnTo>
                    <a:pt x="128777" y="1130300"/>
                  </a:lnTo>
                  <a:lnTo>
                    <a:pt x="169290" y="1130300"/>
                  </a:lnTo>
                  <a:lnTo>
                    <a:pt x="175386" y="1117600"/>
                  </a:lnTo>
                  <a:lnTo>
                    <a:pt x="137922" y="1117600"/>
                  </a:lnTo>
                  <a:lnTo>
                    <a:pt x="139445" y="1104900"/>
                  </a:lnTo>
                  <a:close/>
                </a:path>
                <a:path w="3145154" h="1511300">
                  <a:moveTo>
                    <a:pt x="180339" y="1104900"/>
                  </a:moveTo>
                  <a:lnTo>
                    <a:pt x="144017" y="1104900"/>
                  </a:lnTo>
                  <a:lnTo>
                    <a:pt x="137922" y="1117600"/>
                  </a:lnTo>
                  <a:lnTo>
                    <a:pt x="174116" y="1117600"/>
                  </a:lnTo>
                  <a:lnTo>
                    <a:pt x="180339" y="1104900"/>
                  </a:lnTo>
                  <a:close/>
                </a:path>
                <a:path w="3145154" h="1511300">
                  <a:moveTo>
                    <a:pt x="189864" y="1092200"/>
                  </a:moveTo>
                  <a:lnTo>
                    <a:pt x="151383" y="1092200"/>
                  </a:lnTo>
                  <a:lnTo>
                    <a:pt x="145287" y="1104900"/>
                  </a:lnTo>
                  <a:lnTo>
                    <a:pt x="180847" y="1104900"/>
                  </a:lnTo>
                  <a:lnTo>
                    <a:pt x="189864" y="1092200"/>
                  </a:lnTo>
                  <a:close/>
                </a:path>
                <a:path w="3145154" h="1511300">
                  <a:moveTo>
                    <a:pt x="196722" y="1079500"/>
                  </a:moveTo>
                  <a:lnTo>
                    <a:pt x="159892" y="1079500"/>
                  </a:lnTo>
                  <a:lnTo>
                    <a:pt x="150875" y="1092200"/>
                  </a:lnTo>
                  <a:lnTo>
                    <a:pt x="188722" y="1092200"/>
                  </a:lnTo>
                  <a:lnTo>
                    <a:pt x="196722" y="1079500"/>
                  </a:lnTo>
                  <a:close/>
                </a:path>
                <a:path w="3145154" h="1511300">
                  <a:moveTo>
                    <a:pt x="205104" y="1066800"/>
                  </a:moveTo>
                  <a:lnTo>
                    <a:pt x="168909" y="1066800"/>
                  </a:lnTo>
                  <a:lnTo>
                    <a:pt x="160908" y="1079500"/>
                  </a:lnTo>
                  <a:lnTo>
                    <a:pt x="198247" y="1079500"/>
                  </a:lnTo>
                  <a:lnTo>
                    <a:pt x="205104" y="1066800"/>
                  </a:lnTo>
                  <a:close/>
                </a:path>
                <a:path w="3145154" h="1511300">
                  <a:moveTo>
                    <a:pt x="216788" y="1054100"/>
                  </a:moveTo>
                  <a:lnTo>
                    <a:pt x="174116" y="1054100"/>
                  </a:lnTo>
                  <a:lnTo>
                    <a:pt x="167258" y="1066800"/>
                  </a:lnTo>
                  <a:lnTo>
                    <a:pt x="203072" y="1066800"/>
                  </a:lnTo>
                  <a:lnTo>
                    <a:pt x="216788" y="1054100"/>
                  </a:lnTo>
                  <a:close/>
                </a:path>
                <a:path w="3145154" h="1511300">
                  <a:moveTo>
                    <a:pt x="189864" y="1028700"/>
                  </a:moveTo>
                  <a:lnTo>
                    <a:pt x="176148" y="1054100"/>
                  </a:lnTo>
                  <a:lnTo>
                    <a:pt x="218439" y="1054100"/>
                  </a:lnTo>
                  <a:lnTo>
                    <a:pt x="226313" y="1041400"/>
                  </a:lnTo>
                  <a:lnTo>
                    <a:pt x="188213" y="1041400"/>
                  </a:lnTo>
                  <a:lnTo>
                    <a:pt x="189864" y="1028700"/>
                  </a:lnTo>
                  <a:close/>
                </a:path>
                <a:path w="3145154" h="1511300">
                  <a:moveTo>
                    <a:pt x="239648" y="1016000"/>
                  </a:moveTo>
                  <a:lnTo>
                    <a:pt x="196087" y="1016000"/>
                  </a:lnTo>
                  <a:lnTo>
                    <a:pt x="188213" y="1041400"/>
                  </a:lnTo>
                  <a:lnTo>
                    <a:pt x="225170" y="1041400"/>
                  </a:lnTo>
                  <a:lnTo>
                    <a:pt x="239648" y="1016000"/>
                  </a:lnTo>
                  <a:close/>
                </a:path>
                <a:path w="3145154" h="1511300">
                  <a:moveTo>
                    <a:pt x="252475" y="1003300"/>
                  </a:moveTo>
                  <a:lnTo>
                    <a:pt x="211581" y="1003300"/>
                  </a:lnTo>
                  <a:lnTo>
                    <a:pt x="197103" y="1016000"/>
                  </a:lnTo>
                  <a:lnTo>
                    <a:pt x="239648" y="1016000"/>
                  </a:lnTo>
                  <a:lnTo>
                    <a:pt x="238125" y="1028700"/>
                  </a:lnTo>
                  <a:lnTo>
                    <a:pt x="252475" y="1003300"/>
                  </a:lnTo>
                  <a:close/>
                </a:path>
                <a:path w="3145154" h="1511300">
                  <a:moveTo>
                    <a:pt x="268097" y="990600"/>
                  </a:moveTo>
                  <a:lnTo>
                    <a:pt x="227456" y="990600"/>
                  </a:lnTo>
                  <a:lnTo>
                    <a:pt x="213105" y="1003300"/>
                  </a:lnTo>
                  <a:lnTo>
                    <a:pt x="254380" y="1003300"/>
                  </a:lnTo>
                  <a:lnTo>
                    <a:pt x="268097" y="990600"/>
                  </a:lnTo>
                  <a:close/>
                </a:path>
                <a:path w="3145154" h="1511300">
                  <a:moveTo>
                    <a:pt x="284225" y="965200"/>
                  </a:moveTo>
                  <a:lnTo>
                    <a:pt x="239267" y="965200"/>
                  </a:lnTo>
                  <a:lnTo>
                    <a:pt x="225678" y="990600"/>
                  </a:lnTo>
                  <a:lnTo>
                    <a:pt x="266319" y="990600"/>
                  </a:lnTo>
                  <a:lnTo>
                    <a:pt x="284225" y="965200"/>
                  </a:lnTo>
                  <a:close/>
                </a:path>
                <a:path w="3145154" h="1511300">
                  <a:moveTo>
                    <a:pt x="259079" y="939800"/>
                  </a:moveTo>
                  <a:lnTo>
                    <a:pt x="241045" y="965200"/>
                  </a:lnTo>
                  <a:lnTo>
                    <a:pt x="285622" y="965200"/>
                  </a:lnTo>
                  <a:lnTo>
                    <a:pt x="301497" y="952500"/>
                  </a:lnTo>
                  <a:lnTo>
                    <a:pt x="257682" y="952500"/>
                  </a:lnTo>
                  <a:lnTo>
                    <a:pt x="259079" y="939800"/>
                  </a:lnTo>
                  <a:close/>
                </a:path>
                <a:path w="3145154" h="1511300">
                  <a:moveTo>
                    <a:pt x="381507" y="850900"/>
                  </a:moveTo>
                  <a:lnTo>
                    <a:pt x="331342" y="850900"/>
                  </a:lnTo>
                  <a:lnTo>
                    <a:pt x="317188" y="875952"/>
                  </a:lnTo>
                  <a:lnTo>
                    <a:pt x="305053" y="889000"/>
                  </a:lnTo>
                  <a:lnTo>
                    <a:pt x="288797" y="901700"/>
                  </a:lnTo>
                  <a:lnTo>
                    <a:pt x="289305" y="901700"/>
                  </a:lnTo>
                  <a:lnTo>
                    <a:pt x="273557" y="927100"/>
                  </a:lnTo>
                  <a:lnTo>
                    <a:pt x="257682" y="952500"/>
                  </a:lnTo>
                  <a:lnTo>
                    <a:pt x="300863" y="952500"/>
                  </a:lnTo>
                  <a:lnTo>
                    <a:pt x="315975" y="927100"/>
                  </a:lnTo>
                  <a:lnTo>
                    <a:pt x="332358" y="914400"/>
                  </a:lnTo>
                  <a:lnTo>
                    <a:pt x="331977" y="914400"/>
                  </a:lnTo>
                  <a:lnTo>
                    <a:pt x="343788" y="889000"/>
                  </a:lnTo>
                  <a:lnTo>
                    <a:pt x="356545" y="877711"/>
                  </a:lnTo>
                  <a:lnTo>
                    <a:pt x="369950" y="863600"/>
                  </a:lnTo>
                  <a:lnTo>
                    <a:pt x="381507" y="850900"/>
                  </a:lnTo>
                  <a:close/>
                </a:path>
                <a:path w="3145154" h="1511300">
                  <a:moveTo>
                    <a:pt x="417449" y="812800"/>
                  </a:moveTo>
                  <a:lnTo>
                    <a:pt x="369188" y="812800"/>
                  </a:lnTo>
                  <a:lnTo>
                    <a:pt x="355472" y="825500"/>
                  </a:lnTo>
                  <a:lnTo>
                    <a:pt x="347345" y="833966"/>
                  </a:lnTo>
                  <a:lnTo>
                    <a:pt x="331597" y="850900"/>
                  </a:lnTo>
                  <a:lnTo>
                    <a:pt x="380872" y="850900"/>
                  </a:lnTo>
                  <a:lnTo>
                    <a:pt x="394394" y="838263"/>
                  </a:lnTo>
                  <a:lnTo>
                    <a:pt x="395939" y="838263"/>
                  </a:lnTo>
                  <a:lnTo>
                    <a:pt x="405383" y="825500"/>
                  </a:lnTo>
                  <a:lnTo>
                    <a:pt x="403732" y="825500"/>
                  </a:lnTo>
                  <a:lnTo>
                    <a:pt x="417449" y="812800"/>
                  </a:lnTo>
                  <a:close/>
                </a:path>
                <a:path w="3145154" h="1511300">
                  <a:moveTo>
                    <a:pt x="429513" y="787400"/>
                  </a:moveTo>
                  <a:lnTo>
                    <a:pt x="392430" y="787400"/>
                  </a:lnTo>
                  <a:lnTo>
                    <a:pt x="378713" y="800100"/>
                  </a:lnTo>
                  <a:lnTo>
                    <a:pt x="377063" y="800100"/>
                  </a:lnTo>
                  <a:lnTo>
                    <a:pt x="367664" y="812800"/>
                  </a:lnTo>
                  <a:lnTo>
                    <a:pt x="419734" y="812800"/>
                  </a:lnTo>
                  <a:lnTo>
                    <a:pt x="429513" y="787400"/>
                  </a:lnTo>
                  <a:close/>
                </a:path>
                <a:path w="3145154" h="1511300">
                  <a:moveTo>
                    <a:pt x="415289" y="749300"/>
                  </a:moveTo>
                  <a:lnTo>
                    <a:pt x="401700" y="774700"/>
                  </a:lnTo>
                  <a:lnTo>
                    <a:pt x="399669" y="774700"/>
                  </a:lnTo>
                  <a:lnTo>
                    <a:pt x="390016" y="787400"/>
                  </a:lnTo>
                  <a:lnTo>
                    <a:pt x="427608" y="787400"/>
                  </a:lnTo>
                  <a:lnTo>
                    <a:pt x="442340" y="774700"/>
                  </a:lnTo>
                  <a:lnTo>
                    <a:pt x="454532" y="762000"/>
                  </a:lnTo>
                  <a:lnTo>
                    <a:pt x="414274" y="762000"/>
                  </a:lnTo>
                  <a:lnTo>
                    <a:pt x="415289" y="749300"/>
                  </a:lnTo>
                  <a:close/>
                </a:path>
                <a:path w="3145154" h="1511300">
                  <a:moveTo>
                    <a:pt x="487874" y="723946"/>
                  </a:moveTo>
                  <a:lnTo>
                    <a:pt x="445449" y="723946"/>
                  </a:lnTo>
                  <a:lnTo>
                    <a:pt x="427481" y="736600"/>
                  </a:lnTo>
                  <a:lnTo>
                    <a:pt x="426465" y="736600"/>
                  </a:lnTo>
                  <a:lnTo>
                    <a:pt x="414274" y="762000"/>
                  </a:lnTo>
                  <a:lnTo>
                    <a:pt x="453516" y="762000"/>
                  </a:lnTo>
                  <a:lnTo>
                    <a:pt x="471677" y="736600"/>
                  </a:lnTo>
                  <a:lnTo>
                    <a:pt x="487874" y="723946"/>
                  </a:lnTo>
                  <a:close/>
                </a:path>
                <a:path w="3145154" h="1511300">
                  <a:moveTo>
                    <a:pt x="504063" y="698500"/>
                  </a:moveTo>
                  <a:lnTo>
                    <a:pt x="461518" y="698500"/>
                  </a:lnTo>
                  <a:lnTo>
                    <a:pt x="445053" y="724225"/>
                  </a:lnTo>
                  <a:lnTo>
                    <a:pt x="445449" y="723946"/>
                  </a:lnTo>
                  <a:lnTo>
                    <a:pt x="488540" y="723946"/>
                  </a:lnTo>
                  <a:lnTo>
                    <a:pt x="504063" y="698500"/>
                  </a:lnTo>
                  <a:close/>
                </a:path>
                <a:path w="3145154" h="1511300">
                  <a:moveTo>
                    <a:pt x="537590" y="660400"/>
                  </a:moveTo>
                  <a:lnTo>
                    <a:pt x="491108" y="660400"/>
                  </a:lnTo>
                  <a:lnTo>
                    <a:pt x="477393" y="673100"/>
                  </a:lnTo>
                  <a:lnTo>
                    <a:pt x="476376" y="685800"/>
                  </a:lnTo>
                  <a:lnTo>
                    <a:pt x="460882" y="698500"/>
                  </a:lnTo>
                  <a:lnTo>
                    <a:pt x="503046" y="698500"/>
                  </a:lnTo>
                  <a:lnTo>
                    <a:pt x="516636" y="685800"/>
                  </a:lnTo>
                  <a:lnTo>
                    <a:pt x="517906" y="685800"/>
                  </a:lnTo>
                  <a:lnTo>
                    <a:pt x="526922" y="673100"/>
                  </a:lnTo>
                  <a:lnTo>
                    <a:pt x="524256" y="673100"/>
                  </a:lnTo>
                  <a:lnTo>
                    <a:pt x="537590" y="660400"/>
                  </a:lnTo>
                  <a:close/>
                </a:path>
                <a:path w="3145154" h="1511300">
                  <a:moveTo>
                    <a:pt x="549656" y="647700"/>
                  </a:moveTo>
                  <a:lnTo>
                    <a:pt x="498856" y="647700"/>
                  </a:lnTo>
                  <a:lnTo>
                    <a:pt x="489838" y="660400"/>
                  </a:lnTo>
                  <a:lnTo>
                    <a:pt x="540638" y="660400"/>
                  </a:lnTo>
                  <a:lnTo>
                    <a:pt x="549656" y="647700"/>
                  </a:lnTo>
                  <a:close/>
                </a:path>
                <a:path w="3145154" h="1511300">
                  <a:moveTo>
                    <a:pt x="514731" y="635000"/>
                  </a:moveTo>
                  <a:lnTo>
                    <a:pt x="501395" y="647700"/>
                  </a:lnTo>
                  <a:lnTo>
                    <a:pt x="511682" y="647700"/>
                  </a:lnTo>
                  <a:lnTo>
                    <a:pt x="514731" y="635000"/>
                  </a:lnTo>
                  <a:close/>
                </a:path>
                <a:path w="3145154" h="1511300">
                  <a:moveTo>
                    <a:pt x="585596" y="609600"/>
                  </a:moveTo>
                  <a:lnTo>
                    <a:pt x="536320" y="609600"/>
                  </a:lnTo>
                  <a:lnTo>
                    <a:pt x="522731" y="622300"/>
                  </a:lnTo>
                  <a:lnTo>
                    <a:pt x="520700" y="635000"/>
                  </a:lnTo>
                  <a:lnTo>
                    <a:pt x="511682" y="647700"/>
                  </a:lnTo>
                  <a:lnTo>
                    <a:pt x="547751" y="647700"/>
                  </a:lnTo>
                  <a:lnTo>
                    <a:pt x="561339" y="635000"/>
                  </a:lnTo>
                  <a:lnTo>
                    <a:pt x="562101" y="635000"/>
                  </a:lnTo>
                  <a:lnTo>
                    <a:pt x="573913" y="622300"/>
                  </a:lnTo>
                  <a:lnTo>
                    <a:pt x="574166" y="622300"/>
                  </a:lnTo>
                  <a:lnTo>
                    <a:pt x="585596" y="609600"/>
                  </a:lnTo>
                  <a:close/>
                </a:path>
                <a:path w="3145154" h="1511300">
                  <a:moveTo>
                    <a:pt x="597281" y="596900"/>
                  </a:moveTo>
                  <a:lnTo>
                    <a:pt x="547624" y="596900"/>
                  </a:lnTo>
                  <a:lnTo>
                    <a:pt x="535686" y="609600"/>
                  </a:lnTo>
                  <a:lnTo>
                    <a:pt x="583945" y="609600"/>
                  </a:lnTo>
                  <a:lnTo>
                    <a:pt x="597281" y="596900"/>
                  </a:lnTo>
                  <a:close/>
                </a:path>
                <a:path w="3145154" h="1511300">
                  <a:moveTo>
                    <a:pt x="608711" y="584200"/>
                  </a:moveTo>
                  <a:lnTo>
                    <a:pt x="558926" y="584200"/>
                  </a:lnTo>
                  <a:lnTo>
                    <a:pt x="547369" y="596900"/>
                  </a:lnTo>
                  <a:lnTo>
                    <a:pt x="599694" y="596900"/>
                  </a:lnTo>
                  <a:lnTo>
                    <a:pt x="608711" y="584200"/>
                  </a:lnTo>
                  <a:close/>
                </a:path>
                <a:path w="3145154" h="1511300">
                  <a:moveTo>
                    <a:pt x="631570" y="558800"/>
                  </a:moveTo>
                  <a:lnTo>
                    <a:pt x="581532" y="558800"/>
                  </a:lnTo>
                  <a:lnTo>
                    <a:pt x="571500" y="571500"/>
                  </a:lnTo>
                  <a:lnTo>
                    <a:pt x="573913" y="571500"/>
                  </a:lnTo>
                  <a:lnTo>
                    <a:pt x="560705" y="584200"/>
                  </a:lnTo>
                  <a:lnTo>
                    <a:pt x="617219" y="584200"/>
                  </a:lnTo>
                  <a:lnTo>
                    <a:pt x="620013" y="571500"/>
                  </a:lnTo>
                  <a:lnTo>
                    <a:pt x="631570" y="558800"/>
                  </a:lnTo>
                  <a:close/>
                </a:path>
                <a:path w="3145154" h="1511300">
                  <a:moveTo>
                    <a:pt x="596519" y="546100"/>
                  </a:moveTo>
                  <a:lnTo>
                    <a:pt x="582802" y="558800"/>
                  </a:lnTo>
                  <a:lnTo>
                    <a:pt x="593597" y="558800"/>
                  </a:lnTo>
                  <a:lnTo>
                    <a:pt x="596519" y="546100"/>
                  </a:lnTo>
                  <a:close/>
                </a:path>
                <a:path w="3145154" h="1511300">
                  <a:moveTo>
                    <a:pt x="665480" y="533400"/>
                  </a:moveTo>
                  <a:lnTo>
                    <a:pt x="607440" y="533400"/>
                  </a:lnTo>
                  <a:lnTo>
                    <a:pt x="605155" y="546100"/>
                  </a:lnTo>
                  <a:lnTo>
                    <a:pt x="593597" y="558800"/>
                  </a:lnTo>
                  <a:lnTo>
                    <a:pt x="640588" y="558800"/>
                  </a:lnTo>
                  <a:lnTo>
                    <a:pt x="653541" y="546100"/>
                  </a:lnTo>
                  <a:lnTo>
                    <a:pt x="654303" y="546100"/>
                  </a:lnTo>
                  <a:lnTo>
                    <a:pt x="665480" y="533400"/>
                  </a:lnTo>
                  <a:close/>
                </a:path>
                <a:path w="3145154" h="1511300">
                  <a:moveTo>
                    <a:pt x="676147" y="520700"/>
                  </a:moveTo>
                  <a:lnTo>
                    <a:pt x="630682" y="520700"/>
                  </a:lnTo>
                  <a:lnTo>
                    <a:pt x="617727" y="533400"/>
                  </a:lnTo>
                  <a:lnTo>
                    <a:pt x="663194" y="533400"/>
                  </a:lnTo>
                  <a:lnTo>
                    <a:pt x="676147" y="520700"/>
                  </a:lnTo>
                  <a:close/>
                </a:path>
                <a:path w="3145154" h="1511300">
                  <a:moveTo>
                    <a:pt x="689482" y="508000"/>
                  </a:moveTo>
                  <a:lnTo>
                    <a:pt x="641095" y="508000"/>
                  </a:lnTo>
                  <a:lnTo>
                    <a:pt x="629919" y="520700"/>
                  </a:lnTo>
                  <a:lnTo>
                    <a:pt x="678433" y="520700"/>
                  </a:lnTo>
                  <a:lnTo>
                    <a:pt x="689482" y="508000"/>
                  </a:lnTo>
                  <a:close/>
                </a:path>
                <a:path w="3145154" h="1511300">
                  <a:moveTo>
                    <a:pt x="699769" y="508000"/>
                  </a:moveTo>
                  <a:lnTo>
                    <a:pt x="689482" y="508000"/>
                  </a:lnTo>
                  <a:lnTo>
                    <a:pt x="687451" y="520700"/>
                  </a:lnTo>
                  <a:lnTo>
                    <a:pt x="699769" y="508000"/>
                  </a:lnTo>
                  <a:close/>
                </a:path>
                <a:path w="3145154" h="1511300">
                  <a:moveTo>
                    <a:pt x="717931" y="495300"/>
                  </a:moveTo>
                  <a:lnTo>
                    <a:pt x="656336" y="495300"/>
                  </a:lnTo>
                  <a:lnTo>
                    <a:pt x="643382" y="508000"/>
                  </a:lnTo>
                  <a:lnTo>
                    <a:pt x="700913" y="508000"/>
                  </a:lnTo>
                  <a:lnTo>
                    <a:pt x="717931" y="495300"/>
                  </a:lnTo>
                  <a:close/>
                </a:path>
                <a:path w="3145154" h="1511300">
                  <a:moveTo>
                    <a:pt x="731012" y="482600"/>
                  </a:moveTo>
                  <a:lnTo>
                    <a:pt x="665226" y="482600"/>
                  </a:lnTo>
                  <a:lnTo>
                    <a:pt x="654050" y="495300"/>
                  </a:lnTo>
                  <a:lnTo>
                    <a:pt x="716533" y="495300"/>
                  </a:lnTo>
                  <a:lnTo>
                    <a:pt x="731012" y="482600"/>
                  </a:lnTo>
                  <a:close/>
                </a:path>
                <a:path w="3145154" h="1511300">
                  <a:moveTo>
                    <a:pt x="750824" y="469900"/>
                  </a:moveTo>
                  <a:lnTo>
                    <a:pt x="695197" y="469900"/>
                  </a:lnTo>
                  <a:lnTo>
                    <a:pt x="678307" y="482600"/>
                  </a:lnTo>
                  <a:lnTo>
                    <a:pt x="731774" y="482600"/>
                  </a:lnTo>
                  <a:lnTo>
                    <a:pt x="750824" y="469900"/>
                  </a:lnTo>
                  <a:close/>
                </a:path>
                <a:path w="3145154" h="1511300">
                  <a:moveTo>
                    <a:pt x="762634" y="457200"/>
                  </a:moveTo>
                  <a:lnTo>
                    <a:pt x="710945" y="457200"/>
                  </a:lnTo>
                  <a:lnTo>
                    <a:pt x="696594" y="469900"/>
                  </a:lnTo>
                  <a:lnTo>
                    <a:pt x="749681" y="469900"/>
                  </a:lnTo>
                  <a:lnTo>
                    <a:pt x="762634" y="457200"/>
                  </a:lnTo>
                  <a:close/>
                </a:path>
                <a:path w="3145154" h="1511300">
                  <a:moveTo>
                    <a:pt x="801113" y="431926"/>
                  </a:moveTo>
                  <a:lnTo>
                    <a:pt x="743201" y="431926"/>
                  </a:lnTo>
                  <a:lnTo>
                    <a:pt x="730376" y="444500"/>
                  </a:lnTo>
                  <a:lnTo>
                    <a:pt x="710057" y="457200"/>
                  </a:lnTo>
                  <a:lnTo>
                    <a:pt x="762888" y="457200"/>
                  </a:lnTo>
                  <a:lnTo>
                    <a:pt x="775462" y="444500"/>
                  </a:lnTo>
                  <a:lnTo>
                    <a:pt x="788288" y="444500"/>
                  </a:lnTo>
                  <a:lnTo>
                    <a:pt x="801113" y="431926"/>
                  </a:lnTo>
                  <a:close/>
                </a:path>
                <a:path w="3145154" h="1511300">
                  <a:moveTo>
                    <a:pt x="815720" y="419100"/>
                  </a:moveTo>
                  <a:lnTo>
                    <a:pt x="755776" y="419100"/>
                  </a:lnTo>
                  <a:lnTo>
                    <a:pt x="730376" y="444500"/>
                  </a:lnTo>
                  <a:lnTo>
                    <a:pt x="743201" y="431926"/>
                  </a:lnTo>
                  <a:lnTo>
                    <a:pt x="800200" y="431926"/>
                  </a:lnTo>
                  <a:lnTo>
                    <a:pt x="815720" y="419100"/>
                  </a:lnTo>
                  <a:close/>
                </a:path>
                <a:path w="3145154" h="1511300">
                  <a:moveTo>
                    <a:pt x="769112" y="406400"/>
                  </a:moveTo>
                  <a:lnTo>
                    <a:pt x="756157" y="419100"/>
                  </a:lnTo>
                  <a:lnTo>
                    <a:pt x="768857" y="419100"/>
                  </a:lnTo>
                  <a:lnTo>
                    <a:pt x="769112" y="406400"/>
                  </a:lnTo>
                  <a:close/>
                </a:path>
                <a:path w="3145154" h="1511300">
                  <a:moveTo>
                    <a:pt x="832357" y="406400"/>
                  </a:moveTo>
                  <a:lnTo>
                    <a:pt x="781812" y="406400"/>
                  </a:lnTo>
                  <a:lnTo>
                    <a:pt x="768857" y="419100"/>
                  </a:lnTo>
                  <a:lnTo>
                    <a:pt x="817880" y="419100"/>
                  </a:lnTo>
                  <a:lnTo>
                    <a:pt x="832357" y="406400"/>
                  </a:lnTo>
                  <a:close/>
                </a:path>
                <a:path w="3145154" h="1511300">
                  <a:moveTo>
                    <a:pt x="848106" y="406400"/>
                  </a:moveTo>
                  <a:lnTo>
                    <a:pt x="832357" y="406400"/>
                  </a:lnTo>
                  <a:lnTo>
                    <a:pt x="829818" y="419100"/>
                  </a:lnTo>
                  <a:lnTo>
                    <a:pt x="848106" y="406400"/>
                  </a:lnTo>
                  <a:close/>
                </a:path>
                <a:path w="3145154" h="1511300">
                  <a:moveTo>
                    <a:pt x="868680" y="381000"/>
                  </a:moveTo>
                  <a:lnTo>
                    <a:pt x="810513" y="381000"/>
                  </a:lnTo>
                  <a:lnTo>
                    <a:pt x="796036" y="393700"/>
                  </a:lnTo>
                  <a:lnTo>
                    <a:pt x="798194" y="393700"/>
                  </a:lnTo>
                  <a:lnTo>
                    <a:pt x="782701" y="406400"/>
                  </a:lnTo>
                  <a:lnTo>
                    <a:pt x="850645" y="406400"/>
                  </a:lnTo>
                  <a:lnTo>
                    <a:pt x="868680" y="381000"/>
                  </a:lnTo>
                  <a:close/>
                </a:path>
                <a:path w="3145154" h="1511300">
                  <a:moveTo>
                    <a:pt x="885444" y="381000"/>
                  </a:moveTo>
                  <a:lnTo>
                    <a:pt x="868680" y="381000"/>
                  </a:lnTo>
                  <a:lnTo>
                    <a:pt x="866013" y="393700"/>
                  </a:lnTo>
                  <a:lnTo>
                    <a:pt x="885444" y="381000"/>
                  </a:lnTo>
                  <a:close/>
                </a:path>
                <a:path w="3145154" h="1511300">
                  <a:moveTo>
                    <a:pt x="908303" y="368300"/>
                  </a:moveTo>
                  <a:lnTo>
                    <a:pt x="831341" y="368300"/>
                  </a:lnTo>
                  <a:lnTo>
                    <a:pt x="813053" y="381000"/>
                  </a:lnTo>
                  <a:lnTo>
                    <a:pt x="887476" y="381000"/>
                  </a:lnTo>
                  <a:lnTo>
                    <a:pt x="908303" y="368300"/>
                  </a:lnTo>
                  <a:close/>
                </a:path>
                <a:path w="3145154" h="1511300">
                  <a:moveTo>
                    <a:pt x="946403" y="342900"/>
                  </a:moveTo>
                  <a:lnTo>
                    <a:pt x="868933" y="342900"/>
                  </a:lnTo>
                  <a:lnTo>
                    <a:pt x="849502" y="355600"/>
                  </a:lnTo>
                  <a:lnTo>
                    <a:pt x="846836" y="355600"/>
                  </a:lnTo>
                  <a:lnTo>
                    <a:pt x="828801" y="368300"/>
                  </a:lnTo>
                  <a:lnTo>
                    <a:pt x="906526" y="368300"/>
                  </a:lnTo>
                  <a:lnTo>
                    <a:pt x="925576" y="355600"/>
                  </a:lnTo>
                  <a:lnTo>
                    <a:pt x="946403" y="342900"/>
                  </a:lnTo>
                  <a:close/>
                </a:path>
                <a:path w="3145154" h="1511300">
                  <a:moveTo>
                    <a:pt x="964311" y="330200"/>
                  </a:moveTo>
                  <a:lnTo>
                    <a:pt x="887857" y="330200"/>
                  </a:lnTo>
                  <a:lnTo>
                    <a:pt x="866901" y="342900"/>
                  </a:lnTo>
                  <a:lnTo>
                    <a:pt x="947293" y="342900"/>
                  </a:lnTo>
                  <a:lnTo>
                    <a:pt x="964311" y="330200"/>
                  </a:lnTo>
                  <a:close/>
                </a:path>
                <a:path w="3145154" h="1511300">
                  <a:moveTo>
                    <a:pt x="979805" y="317500"/>
                  </a:moveTo>
                  <a:lnTo>
                    <a:pt x="908812" y="317500"/>
                  </a:lnTo>
                  <a:lnTo>
                    <a:pt x="889634" y="330200"/>
                  </a:lnTo>
                  <a:lnTo>
                    <a:pt x="961008" y="330200"/>
                  </a:lnTo>
                  <a:lnTo>
                    <a:pt x="979805" y="317500"/>
                  </a:lnTo>
                  <a:close/>
                </a:path>
                <a:path w="3145154" h="1511300">
                  <a:moveTo>
                    <a:pt x="997584" y="304800"/>
                  </a:moveTo>
                  <a:lnTo>
                    <a:pt x="928243" y="304800"/>
                  </a:lnTo>
                  <a:lnTo>
                    <a:pt x="908050" y="317500"/>
                  </a:lnTo>
                  <a:lnTo>
                    <a:pt x="983614" y="317500"/>
                  </a:lnTo>
                  <a:lnTo>
                    <a:pt x="997584" y="304800"/>
                  </a:lnTo>
                  <a:close/>
                </a:path>
                <a:path w="3145154" h="1511300">
                  <a:moveTo>
                    <a:pt x="1025270" y="292100"/>
                  </a:moveTo>
                  <a:lnTo>
                    <a:pt x="947419" y="292100"/>
                  </a:lnTo>
                  <a:lnTo>
                    <a:pt x="944244" y="304800"/>
                  </a:lnTo>
                  <a:lnTo>
                    <a:pt x="1009522" y="304800"/>
                  </a:lnTo>
                  <a:lnTo>
                    <a:pt x="1025270" y="292100"/>
                  </a:lnTo>
                  <a:close/>
                </a:path>
                <a:path w="3145154" h="1511300">
                  <a:moveTo>
                    <a:pt x="1062989" y="279400"/>
                  </a:moveTo>
                  <a:lnTo>
                    <a:pt x="976376" y="279400"/>
                  </a:lnTo>
                  <a:lnTo>
                    <a:pt x="962278" y="292100"/>
                  </a:lnTo>
                  <a:lnTo>
                    <a:pt x="1045337" y="292100"/>
                  </a:lnTo>
                  <a:lnTo>
                    <a:pt x="1062989" y="279400"/>
                  </a:lnTo>
                  <a:close/>
                </a:path>
                <a:path w="3145154" h="1511300">
                  <a:moveTo>
                    <a:pt x="1088644" y="266700"/>
                  </a:moveTo>
                  <a:lnTo>
                    <a:pt x="995552" y="266700"/>
                  </a:lnTo>
                  <a:lnTo>
                    <a:pt x="979932" y="279400"/>
                  </a:lnTo>
                  <a:lnTo>
                    <a:pt x="1087882" y="279400"/>
                  </a:lnTo>
                  <a:lnTo>
                    <a:pt x="1088644" y="266700"/>
                  </a:lnTo>
                  <a:close/>
                </a:path>
                <a:path w="3145154" h="1511300">
                  <a:moveTo>
                    <a:pt x="1140078" y="254000"/>
                  </a:moveTo>
                  <a:lnTo>
                    <a:pt x="1032763" y="254000"/>
                  </a:lnTo>
                  <a:lnTo>
                    <a:pt x="1010793" y="266700"/>
                  </a:lnTo>
                  <a:lnTo>
                    <a:pt x="1118489" y="266700"/>
                  </a:lnTo>
                  <a:lnTo>
                    <a:pt x="1140078" y="254000"/>
                  </a:lnTo>
                  <a:close/>
                </a:path>
                <a:path w="3145154" h="1511300">
                  <a:moveTo>
                    <a:pt x="1181353" y="241300"/>
                  </a:moveTo>
                  <a:lnTo>
                    <a:pt x="1076197" y="241300"/>
                  </a:lnTo>
                  <a:lnTo>
                    <a:pt x="1052068" y="254000"/>
                  </a:lnTo>
                  <a:lnTo>
                    <a:pt x="1178559" y="254000"/>
                  </a:lnTo>
                  <a:lnTo>
                    <a:pt x="1181353" y="241300"/>
                  </a:lnTo>
                  <a:close/>
                </a:path>
                <a:path w="3145154" h="1511300">
                  <a:moveTo>
                    <a:pt x="1248409" y="228600"/>
                  </a:moveTo>
                  <a:lnTo>
                    <a:pt x="1091945" y="228600"/>
                  </a:lnTo>
                  <a:lnTo>
                    <a:pt x="1075436" y="241300"/>
                  </a:lnTo>
                  <a:lnTo>
                    <a:pt x="1225295" y="241300"/>
                  </a:lnTo>
                  <a:lnTo>
                    <a:pt x="1248409" y="228600"/>
                  </a:lnTo>
                  <a:close/>
                </a:path>
                <a:path w="3145154" h="1511300">
                  <a:moveTo>
                    <a:pt x="1297051" y="215900"/>
                  </a:moveTo>
                  <a:lnTo>
                    <a:pt x="1147826" y="215900"/>
                  </a:lnTo>
                  <a:lnTo>
                    <a:pt x="1130553" y="228600"/>
                  </a:lnTo>
                  <a:lnTo>
                    <a:pt x="1273683" y="228600"/>
                  </a:lnTo>
                  <a:lnTo>
                    <a:pt x="1297051" y="215900"/>
                  </a:lnTo>
                  <a:close/>
                </a:path>
                <a:path w="3145154" h="1511300">
                  <a:moveTo>
                    <a:pt x="1346327" y="203200"/>
                  </a:moveTo>
                  <a:lnTo>
                    <a:pt x="1192911" y="203200"/>
                  </a:lnTo>
                  <a:lnTo>
                    <a:pt x="1170686" y="215900"/>
                  </a:lnTo>
                  <a:lnTo>
                    <a:pt x="1345564" y="215900"/>
                  </a:lnTo>
                  <a:lnTo>
                    <a:pt x="1346327" y="203200"/>
                  </a:lnTo>
                  <a:close/>
                </a:path>
                <a:path w="3145154" h="1511300">
                  <a:moveTo>
                    <a:pt x="1410208" y="190500"/>
                  </a:moveTo>
                  <a:lnTo>
                    <a:pt x="1240408" y="190500"/>
                  </a:lnTo>
                  <a:lnTo>
                    <a:pt x="1217421" y="203200"/>
                  </a:lnTo>
                  <a:lnTo>
                    <a:pt x="1387983" y="203200"/>
                  </a:lnTo>
                  <a:lnTo>
                    <a:pt x="1410208" y="190500"/>
                  </a:lnTo>
                  <a:close/>
                </a:path>
                <a:path w="3145154" h="1511300">
                  <a:moveTo>
                    <a:pt x="1478661" y="177800"/>
                  </a:moveTo>
                  <a:lnTo>
                    <a:pt x="1312671" y="177800"/>
                  </a:lnTo>
                  <a:lnTo>
                    <a:pt x="1289684" y="190500"/>
                  </a:lnTo>
                  <a:lnTo>
                    <a:pt x="1455546" y="190500"/>
                  </a:lnTo>
                  <a:lnTo>
                    <a:pt x="1478661" y="177800"/>
                  </a:lnTo>
                  <a:close/>
                </a:path>
                <a:path w="3145154" h="1511300">
                  <a:moveTo>
                    <a:pt x="1561083" y="165100"/>
                  </a:moveTo>
                  <a:lnTo>
                    <a:pt x="1357502" y="165100"/>
                  </a:lnTo>
                  <a:lnTo>
                    <a:pt x="1337690" y="177800"/>
                  </a:lnTo>
                  <a:lnTo>
                    <a:pt x="1535811" y="177800"/>
                  </a:lnTo>
                  <a:lnTo>
                    <a:pt x="1561083" y="165100"/>
                  </a:lnTo>
                  <a:close/>
                </a:path>
                <a:path w="3145154" h="1511300">
                  <a:moveTo>
                    <a:pt x="1663319" y="152400"/>
                  </a:moveTo>
                  <a:lnTo>
                    <a:pt x="1422653" y="152400"/>
                  </a:lnTo>
                  <a:lnTo>
                    <a:pt x="1402461" y="165100"/>
                  </a:lnTo>
                  <a:lnTo>
                    <a:pt x="1637791" y="165100"/>
                  </a:lnTo>
                  <a:lnTo>
                    <a:pt x="1663319" y="152400"/>
                  </a:lnTo>
                  <a:close/>
                </a:path>
                <a:path w="3145154" h="1511300">
                  <a:moveTo>
                    <a:pt x="1760474" y="139700"/>
                  </a:moveTo>
                  <a:lnTo>
                    <a:pt x="1496314" y="139700"/>
                  </a:lnTo>
                  <a:lnTo>
                    <a:pt x="1473200" y="152400"/>
                  </a:lnTo>
                  <a:lnTo>
                    <a:pt x="1734820" y="152400"/>
                  </a:lnTo>
                  <a:lnTo>
                    <a:pt x="1760474" y="139700"/>
                  </a:lnTo>
                  <a:close/>
                </a:path>
                <a:path w="3145154" h="1511300">
                  <a:moveTo>
                    <a:pt x="1863725" y="127000"/>
                  </a:moveTo>
                  <a:lnTo>
                    <a:pt x="1587753" y="127000"/>
                  </a:lnTo>
                  <a:lnTo>
                    <a:pt x="1556003" y="139700"/>
                  </a:lnTo>
                  <a:lnTo>
                    <a:pt x="1837055" y="139700"/>
                  </a:lnTo>
                  <a:lnTo>
                    <a:pt x="1863725" y="127000"/>
                  </a:lnTo>
                  <a:close/>
                </a:path>
                <a:path w="3145154" h="1511300">
                  <a:moveTo>
                    <a:pt x="2028443" y="114300"/>
                  </a:moveTo>
                  <a:lnTo>
                    <a:pt x="1681099" y="114300"/>
                  </a:lnTo>
                  <a:lnTo>
                    <a:pt x="1657984" y="127000"/>
                  </a:lnTo>
                  <a:lnTo>
                    <a:pt x="2002663" y="127000"/>
                  </a:lnTo>
                  <a:lnTo>
                    <a:pt x="2028443" y="114300"/>
                  </a:lnTo>
                  <a:close/>
                </a:path>
                <a:path w="3145154" h="1511300">
                  <a:moveTo>
                    <a:pt x="2188591" y="101600"/>
                  </a:moveTo>
                  <a:lnTo>
                    <a:pt x="1779651" y="101600"/>
                  </a:lnTo>
                  <a:lnTo>
                    <a:pt x="1731009" y="114300"/>
                  </a:lnTo>
                  <a:lnTo>
                    <a:pt x="2170176" y="114300"/>
                  </a:lnTo>
                  <a:lnTo>
                    <a:pt x="2188591" y="101600"/>
                  </a:lnTo>
                  <a:close/>
                </a:path>
                <a:path w="3145154" h="1511300">
                  <a:moveTo>
                    <a:pt x="2369312" y="88900"/>
                  </a:moveTo>
                  <a:lnTo>
                    <a:pt x="1907794" y="88900"/>
                  </a:lnTo>
                  <a:lnTo>
                    <a:pt x="1882266" y="101600"/>
                  </a:lnTo>
                  <a:lnTo>
                    <a:pt x="2343785" y="101600"/>
                  </a:lnTo>
                  <a:lnTo>
                    <a:pt x="2369312" y="88900"/>
                  </a:lnTo>
                  <a:close/>
                </a:path>
                <a:path w="3145154" h="1511300">
                  <a:moveTo>
                    <a:pt x="2461641" y="76200"/>
                  </a:moveTo>
                  <a:lnTo>
                    <a:pt x="2065274" y="76200"/>
                  </a:lnTo>
                  <a:lnTo>
                    <a:pt x="2042922" y="88900"/>
                  </a:lnTo>
                  <a:lnTo>
                    <a:pt x="2441829" y="88900"/>
                  </a:lnTo>
                  <a:lnTo>
                    <a:pt x="2461641" y="76200"/>
                  </a:lnTo>
                  <a:close/>
                </a:path>
                <a:path w="3145154" h="1511300">
                  <a:moveTo>
                    <a:pt x="2556383" y="63500"/>
                  </a:moveTo>
                  <a:lnTo>
                    <a:pt x="2220214" y="63500"/>
                  </a:lnTo>
                  <a:lnTo>
                    <a:pt x="2200783" y="76200"/>
                  </a:lnTo>
                  <a:lnTo>
                    <a:pt x="2539746" y="76200"/>
                  </a:lnTo>
                  <a:lnTo>
                    <a:pt x="2556383" y="63500"/>
                  </a:lnTo>
                  <a:close/>
                </a:path>
                <a:path w="3145154" h="1511300">
                  <a:moveTo>
                    <a:pt x="2849626" y="50800"/>
                  </a:moveTo>
                  <a:lnTo>
                    <a:pt x="2362962" y="50800"/>
                  </a:lnTo>
                  <a:lnTo>
                    <a:pt x="2337435" y="63500"/>
                  </a:lnTo>
                  <a:lnTo>
                    <a:pt x="2830067" y="63500"/>
                  </a:lnTo>
                  <a:lnTo>
                    <a:pt x="2849626" y="50800"/>
                  </a:lnTo>
                  <a:close/>
                </a:path>
                <a:path w="3145154" h="1511300">
                  <a:moveTo>
                    <a:pt x="2941192" y="38100"/>
                  </a:moveTo>
                  <a:lnTo>
                    <a:pt x="2478278" y="38100"/>
                  </a:lnTo>
                  <a:lnTo>
                    <a:pt x="2456053" y="50800"/>
                  </a:lnTo>
                  <a:lnTo>
                    <a:pt x="2922524" y="50800"/>
                  </a:lnTo>
                  <a:lnTo>
                    <a:pt x="2941192" y="38100"/>
                  </a:lnTo>
                  <a:close/>
                </a:path>
                <a:path w="3145154" h="1511300">
                  <a:moveTo>
                    <a:pt x="3005328" y="25400"/>
                  </a:moveTo>
                  <a:lnTo>
                    <a:pt x="2698115" y="25400"/>
                  </a:lnTo>
                  <a:lnTo>
                    <a:pt x="2679065" y="38100"/>
                  </a:lnTo>
                  <a:lnTo>
                    <a:pt x="2997327" y="38100"/>
                  </a:lnTo>
                  <a:lnTo>
                    <a:pt x="3005328" y="25400"/>
                  </a:lnTo>
                  <a:close/>
                </a:path>
                <a:path w="3145154" h="1511300">
                  <a:moveTo>
                    <a:pt x="3011931" y="25400"/>
                  </a:moveTo>
                  <a:lnTo>
                    <a:pt x="3005328" y="25400"/>
                  </a:lnTo>
                  <a:lnTo>
                    <a:pt x="2999740" y="38100"/>
                  </a:lnTo>
                  <a:lnTo>
                    <a:pt x="3011931" y="25400"/>
                  </a:lnTo>
                  <a:close/>
                </a:path>
                <a:path w="3145154" h="1511300">
                  <a:moveTo>
                    <a:pt x="3145028" y="0"/>
                  </a:moveTo>
                  <a:lnTo>
                    <a:pt x="2947669" y="0"/>
                  </a:lnTo>
                  <a:lnTo>
                    <a:pt x="2934335" y="12700"/>
                  </a:lnTo>
                  <a:lnTo>
                    <a:pt x="3110103" y="12700"/>
                  </a:lnTo>
                  <a:lnTo>
                    <a:pt x="3123311" y="25400"/>
                  </a:lnTo>
                  <a:lnTo>
                    <a:pt x="3110103" y="25400"/>
                  </a:lnTo>
                  <a:lnTo>
                    <a:pt x="3117977" y="38100"/>
                  </a:lnTo>
                  <a:lnTo>
                    <a:pt x="3137154" y="38100"/>
                  </a:lnTo>
                  <a:lnTo>
                    <a:pt x="3145028" y="25400"/>
                  </a:lnTo>
                  <a:lnTo>
                    <a:pt x="3123311" y="25400"/>
                  </a:lnTo>
                  <a:lnTo>
                    <a:pt x="3110103" y="12700"/>
                  </a:lnTo>
                  <a:lnTo>
                    <a:pt x="3145028" y="12700"/>
                  </a:lnTo>
                  <a:lnTo>
                    <a:pt x="3145028" y="0"/>
                  </a:lnTo>
                  <a:close/>
                </a:path>
                <a:path w="3145154" h="1511300">
                  <a:moveTo>
                    <a:pt x="3110103" y="12700"/>
                  </a:moveTo>
                  <a:lnTo>
                    <a:pt x="2862326" y="12700"/>
                  </a:lnTo>
                  <a:lnTo>
                    <a:pt x="2845054" y="25400"/>
                  </a:lnTo>
                  <a:lnTo>
                    <a:pt x="3110103" y="25400"/>
                  </a:lnTo>
                  <a:lnTo>
                    <a:pt x="3110103" y="1270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410075" y="1952625"/>
              <a:ext cx="1066800" cy="781050"/>
            </a:xfrm>
            <a:custGeom>
              <a:avLst/>
              <a:gdLst/>
              <a:ahLst/>
              <a:cxnLst/>
              <a:rect l="l" t="t" r="r" b="b"/>
              <a:pathLst>
                <a:path w="1066800" h="781050">
                  <a:moveTo>
                    <a:pt x="0" y="0"/>
                  </a:moveTo>
                  <a:lnTo>
                    <a:pt x="50375" y="2793"/>
                  </a:lnTo>
                  <a:lnTo>
                    <a:pt x="100679" y="6058"/>
                  </a:lnTo>
                  <a:lnTo>
                    <a:pt x="150840" y="10266"/>
                  </a:lnTo>
                  <a:lnTo>
                    <a:pt x="200787" y="15890"/>
                  </a:lnTo>
                  <a:lnTo>
                    <a:pt x="250447" y="23401"/>
                  </a:lnTo>
                  <a:lnTo>
                    <a:pt x="299751" y="33272"/>
                  </a:lnTo>
                  <a:lnTo>
                    <a:pt x="348626" y="45972"/>
                  </a:lnTo>
                  <a:lnTo>
                    <a:pt x="397001" y="61975"/>
                  </a:lnTo>
                  <a:lnTo>
                    <a:pt x="440176" y="79077"/>
                  </a:lnTo>
                  <a:lnTo>
                    <a:pt x="483963" y="98579"/>
                  </a:lnTo>
                  <a:lnTo>
                    <a:pt x="527906" y="120278"/>
                  </a:lnTo>
                  <a:lnTo>
                    <a:pt x="571544" y="143968"/>
                  </a:lnTo>
                  <a:lnTo>
                    <a:pt x="614419" y="169444"/>
                  </a:lnTo>
                  <a:lnTo>
                    <a:pt x="656072" y="196501"/>
                  </a:lnTo>
                  <a:lnTo>
                    <a:pt x="696045" y="224936"/>
                  </a:lnTo>
                  <a:lnTo>
                    <a:pt x="733877" y="254542"/>
                  </a:lnTo>
                  <a:lnTo>
                    <a:pt x="769112" y="285114"/>
                  </a:lnTo>
                  <a:lnTo>
                    <a:pt x="806264" y="322799"/>
                  </a:lnTo>
                  <a:lnTo>
                    <a:pt x="841660" y="365015"/>
                  </a:lnTo>
                  <a:lnTo>
                    <a:pt x="875080" y="410092"/>
                  </a:lnTo>
                  <a:lnTo>
                    <a:pt x="906303" y="456358"/>
                  </a:lnTo>
                  <a:lnTo>
                    <a:pt x="935109" y="502142"/>
                  </a:lnTo>
                  <a:lnTo>
                    <a:pt x="961278" y="545772"/>
                  </a:lnTo>
                  <a:lnTo>
                    <a:pt x="984590" y="585577"/>
                  </a:lnTo>
                  <a:lnTo>
                    <a:pt x="1004824" y="619887"/>
                  </a:lnTo>
                  <a:lnTo>
                    <a:pt x="1034528" y="674429"/>
                  </a:lnTo>
                  <a:lnTo>
                    <a:pt x="1052052" y="716756"/>
                  </a:lnTo>
                  <a:lnTo>
                    <a:pt x="1061456" y="750939"/>
                  </a:lnTo>
                  <a:lnTo>
                    <a:pt x="1066800" y="781050"/>
                  </a:lnTo>
                </a:path>
              </a:pathLst>
            </a:custGeom>
            <a:ln w="38100">
              <a:solidFill>
                <a:srgbClr val="FF40FF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343025" y="1619250"/>
              <a:ext cx="3609975" cy="1800225"/>
            </a:xfrm>
            <a:custGeom>
              <a:avLst/>
              <a:gdLst/>
              <a:ahLst/>
              <a:cxnLst/>
              <a:rect l="l" t="t" r="r" b="b"/>
              <a:pathLst>
                <a:path w="3609975" h="1800225">
                  <a:moveTo>
                    <a:pt x="0" y="1800225"/>
                  </a:moveTo>
                  <a:lnTo>
                    <a:pt x="23352" y="1753148"/>
                  </a:lnTo>
                  <a:lnTo>
                    <a:pt x="46748" y="1706128"/>
                  </a:lnTo>
                  <a:lnTo>
                    <a:pt x="70229" y="1659221"/>
                  </a:lnTo>
                  <a:lnTo>
                    <a:pt x="93840" y="1612486"/>
                  </a:lnTo>
                  <a:lnTo>
                    <a:pt x="117623" y="1565977"/>
                  </a:lnTo>
                  <a:lnTo>
                    <a:pt x="141622" y="1519754"/>
                  </a:lnTo>
                  <a:lnTo>
                    <a:pt x="165881" y="1473871"/>
                  </a:lnTo>
                  <a:lnTo>
                    <a:pt x="190443" y="1428386"/>
                  </a:lnTo>
                  <a:lnTo>
                    <a:pt x="215351" y="1383356"/>
                  </a:lnTo>
                  <a:lnTo>
                    <a:pt x="240648" y="1338838"/>
                  </a:lnTo>
                  <a:lnTo>
                    <a:pt x="266379" y="1294889"/>
                  </a:lnTo>
                  <a:lnTo>
                    <a:pt x="292586" y="1251565"/>
                  </a:lnTo>
                  <a:lnTo>
                    <a:pt x="319313" y="1208923"/>
                  </a:lnTo>
                  <a:lnTo>
                    <a:pt x="346603" y="1167021"/>
                  </a:lnTo>
                  <a:lnTo>
                    <a:pt x="374500" y="1125915"/>
                  </a:lnTo>
                  <a:lnTo>
                    <a:pt x="403047" y="1085662"/>
                  </a:lnTo>
                  <a:lnTo>
                    <a:pt x="432288" y="1046318"/>
                  </a:lnTo>
                  <a:lnTo>
                    <a:pt x="462265" y="1007941"/>
                  </a:lnTo>
                  <a:lnTo>
                    <a:pt x="493022" y="970588"/>
                  </a:lnTo>
                  <a:lnTo>
                    <a:pt x="524603" y="934315"/>
                  </a:lnTo>
                  <a:lnTo>
                    <a:pt x="557052" y="899180"/>
                  </a:lnTo>
                  <a:lnTo>
                    <a:pt x="590410" y="865238"/>
                  </a:lnTo>
                  <a:lnTo>
                    <a:pt x="624723" y="832548"/>
                  </a:lnTo>
                  <a:lnTo>
                    <a:pt x="660033" y="801165"/>
                  </a:lnTo>
                  <a:lnTo>
                    <a:pt x="696383" y="771147"/>
                  </a:lnTo>
                  <a:lnTo>
                    <a:pt x="733817" y="742551"/>
                  </a:lnTo>
                  <a:lnTo>
                    <a:pt x="772379" y="715433"/>
                  </a:lnTo>
                  <a:lnTo>
                    <a:pt x="812112" y="689851"/>
                  </a:lnTo>
                  <a:lnTo>
                    <a:pt x="853058" y="665861"/>
                  </a:lnTo>
                  <a:lnTo>
                    <a:pt x="891576" y="645864"/>
                  </a:lnTo>
                  <a:lnTo>
                    <a:pt x="931723" y="627807"/>
                  </a:lnTo>
                  <a:lnTo>
                    <a:pt x="973400" y="611582"/>
                  </a:lnTo>
                  <a:lnTo>
                    <a:pt x="1016511" y="597083"/>
                  </a:lnTo>
                  <a:lnTo>
                    <a:pt x="1060959" y="584202"/>
                  </a:lnTo>
                  <a:lnTo>
                    <a:pt x="1106646" y="572832"/>
                  </a:lnTo>
                  <a:lnTo>
                    <a:pt x="1153475" y="562866"/>
                  </a:lnTo>
                  <a:lnTo>
                    <a:pt x="1201348" y="554196"/>
                  </a:lnTo>
                  <a:lnTo>
                    <a:pt x="1250169" y="546715"/>
                  </a:lnTo>
                  <a:lnTo>
                    <a:pt x="1299839" y="540316"/>
                  </a:lnTo>
                  <a:lnTo>
                    <a:pt x="1350263" y="534892"/>
                  </a:lnTo>
                  <a:lnTo>
                    <a:pt x="1401341" y="530335"/>
                  </a:lnTo>
                  <a:lnTo>
                    <a:pt x="1452978" y="526538"/>
                  </a:lnTo>
                  <a:lnTo>
                    <a:pt x="1505076" y="523394"/>
                  </a:lnTo>
                  <a:lnTo>
                    <a:pt x="1557537" y="520796"/>
                  </a:lnTo>
                  <a:lnTo>
                    <a:pt x="1610264" y="518636"/>
                  </a:lnTo>
                  <a:lnTo>
                    <a:pt x="1663161" y="516807"/>
                  </a:lnTo>
                  <a:lnTo>
                    <a:pt x="1716128" y="515202"/>
                  </a:lnTo>
                  <a:lnTo>
                    <a:pt x="1769071" y="513714"/>
                  </a:lnTo>
                  <a:lnTo>
                    <a:pt x="1821890" y="512235"/>
                  </a:lnTo>
                  <a:lnTo>
                    <a:pt x="1874489" y="510658"/>
                  </a:lnTo>
                  <a:lnTo>
                    <a:pt x="1926770" y="508877"/>
                  </a:lnTo>
                  <a:lnTo>
                    <a:pt x="1978637" y="506783"/>
                  </a:lnTo>
                  <a:lnTo>
                    <a:pt x="2029991" y="504269"/>
                  </a:lnTo>
                  <a:lnTo>
                    <a:pt x="2080736" y="501228"/>
                  </a:lnTo>
                  <a:lnTo>
                    <a:pt x="2130774" y="497554"/>
                  </a:lnTo>
                  <a:lnTo>
                    <a:pt x="2180009" y="493138"/>
                  </a:lnTo>
                  <a:lnTo>
                    <a:pt x="2228341" y="487873"/>
                  </a:lnTo>
                  <a:lnTo>
                    <a:pt x="2275676" y="481653"/>
                  </a:lnTo>
                  <a:lnTo>
                    <a:pt x="2321914" y="474369"/>
                  </a:lnTo>
                  <a:lnTo>
                    <a:pt x="2366959" y="465915"/>
                  </a:lnTo>
                  <a:lnTo>
                    <a:pt x="2410714" y="456183"/>
                  </a:lnTo>
                  <a:lnTo>
                    <a:pt x="2465428" y="442572"/>
                  </a:lnTo>
                  <a:lnTo>
                    <a:pt x="2519317" y="428393"/>
                  </a:lnTo>
                  <a:lnTo>
                    <a:pt x="2572415" y="413670"/>
                  </a:lnTo>
                  <a:lnTo>
                    <a:pt x="2624757" y="398426"/>
                  </a:lnTo>
                  <a:lnTo>
                    <a:pt x="2676376" y="382686"/>
                  </a:lnTo>
                  <a:lnTo>
                    <a:pt x="2727308" y="366473"/>
                  </a:lnTo>
                  <a:lnTo>
                    <a:pt x="2777586" y="349810"/>
                  </a:lnTo>
                  <a:lnTo>
                    <a:pt x="2827245" y="332722"/>
                  </a:lnTo>
                  <a:lnTo>
                    <a:pt x="2876319" y="315231"/>
                  </a:lnTo>
                  <a:lnTo>
                    <a:pt x="2924842" y="297362"/>
                  </a:lnTo>
                  <a:lnTo>
                    <a:pt x="2972849" y="279139"/>
                  </a:lnTo>
                  <a:lnTo>
                    <a:pt x="3020375" y="260584"/>
                  </a:lnTo>
                  <a:lnTo>
                    <a:pt x="3067452" y="241722"/>
                  </a:lnTo>
                  <a:lnTo>
                    <a:pt x="3114117" y="222575"/>
                  </a:lnTo>
                  <a:lnTo>
                    <a:pt x="3160403" y="203169"/>
                  </a:lnTo>
                  <a:lnTo>
                    <a:pt x="3206344" y="183526"/>
                  </a:lnTo>
                  <a:lnTo>
                    <a:pt x="3251975" y="163670"/>
                  </a:lnTo>
                  <a:lnTo>
                    <a:pt x="3297330" y="143625"/>
                  </a:lnTo>
                  <a:lnTo>
                    <a:pt x="3342443" y="123415"/>
                  </a:lnTo>
                  <a:lnTo>
                    <a:pt x="3387350" y="103063"/>
                  </a:lnTo>
                  <a:lnTo>
                    <a:pt x="3432083" y="82592"/>
                  </a:lnTo>
                  <a:lnTo>
                    <a:pt x="3476678" y="62027"/>
                  </a:lnTo>
                  <a:lnTo>
                    <a:pt x="3521169" y="41390"/>
                  </a:lnTo>
                  <a:lnTo>
                    <a:pt x="3565589" y="20707"/>
                  </a:lnTo>
                  <a:lnTo>
                    <a:pt x="3609975" y="0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11081" y="3979659"/>
              <a:ext cx="719266" cy="16129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12561" y="3113150"/>
              <a:ext cx="614171" cy="2534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57670" y="3117088"/>
              <a:ext cx="1052456" cy="22225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13220" y="3125724"/>
              <a:ext cx="271930" cy="199644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03335" y="3075177"/>
              <a:ext cx="603682" cy="28956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51654" y="3447414"/>
              <a:ext cx="375663" cy="20701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23350" y="3453257"/>
              <a:ext cx="1065000" cy="19037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710336" y="1823593"/>
              <a:ext cx="1273810" cy="70485"/>
            </a:xfrm>
            <a:custGeom>
              <a:avLst/>
              <a:gdLst/>
              <a:ahLst/>
              <a:cxnLst/>
              <a:rect l="l" t="t" r="r" b="b"/>
              <a:pathLst>
                <a:path w="1273810" h="70485">
                  <a:moveTo>
                    <a:pt x="5937" y="69468"/>
                  </a:moveTo>
                  <a:lnTo>
                    <a:pt x="7413" y="69958"/>
                  </a:lnTo>
                  <a:lnTo>
                    <a:pt x="9239" y="70485"/>
                  </a:lnTo>
                  <a:lnTo>
                    <a:pt x="9950" y="70231"/>
                  </a:lnTo>
                  <a:lnTo>
                    <a:pt x="8680" y="70231"/>
                  </a:lnTo>
                  <a:lnTo>
                    <a:pt x="5937" y="69468"/>
                  </a:lnTo>
                  <a:close/>
                </a:path>
                <a:path w="1273810" h="70485">
                  <a:moveTo>
                    <a:pt x="14700" y="69468"/>
                  </a:moveTo>
                  <a:lnTo>
                    <a:pt x="14319" y="69468"/>
                  </a:lnTo>
                  <a:lnTo>
                    <a:pt x="12920" y="69958"/>
                  </a:lnTo>
                  <a:lnTo>
                    <a:pt x="14763" y="70485"/>
                  </a:lnTo>
                  <a:lnTo>
                    <a:pt x="13760" y="70485"/>
                  </a:lnTo>
                  <a:lnTo>
                    <a:pt x="16077" y="69958"/>
                  </a:lnTo>
                  <a:lnTo>
                    <a:pt x="12498" y="69958"/>
                  </a:lnTo>
                  <a:lnTo>
                    <a:pt x="14700" y="69468"/>
                  </a:lnTo>
                  <a:close/>
                </a:path>
                <a:path w="1273810" h="70485">
                  <a:moveTo>
                    <a:pt x="11207" y="69468"/>
                  </a:moveTo>
                  <a:lnTo>
                    <a:pt x="5937" y="69468"/>
                  </a:lnTo>
                  <a:lnTo>
                    <a:pt x="8680" y="70231"/>
                  </a:lnTo>
                  <a:lnTo>
                    <a:pt x="9950" y="70231"/>
                  </a:lnTo>
                  <a:lnTo>
                    <a:pt x="10713" y="69958"/>
                  </a:lnTo>
                  <a:lnTo>
                    <a:pt x="12920" y="69958"/>
                  </a:lnTo>
                  <a:lnTo>
                    <a:pt x="11207" y="69468"/>
                  </a:lnTo>
                  <a:close/>
                </a:path>
                <a:path w="1273810" h="70485">
                  <a:moveTo>
                    <a:pt x="14319" y="69468"/>
                  </a:moveTo>
                  <a:lnTo>
                    <a:pt x="12084" y="69468"/>
                  </a:lnTo>
                  <a:lnTo>
                    <a:pt x="9950" y="70231"/>
                  </a:lnTo>
                  <a:lnTo>
                    <a:pt x="8754" y="70231"/>
                  </a:lnTo>
                  <a:lnTo>
                    <a:pt x="12920" y="69958"/>
                  </a:lnTo>
                  <a:lnTo>
                    <a:pt x="14319" y="69468"/>
                  </a:lnTo>
                  <a:close/>
                </a:path>
                <a:path w="1273810" h="70485">
                  <a:moveTo>
                    <a:pt x="3354" y="68787"/>
                  </a:moveTo>
                  <a:lnTo>
                    <a:pt x="3524" y="68961"/>
                  </a:lnTo>
                  <a:lnTo>
                    <a:pt x="7347" y="69958"/>
                  </a:lnTo>
                  <a:lnTo>
                    <a:pt x="3354" y="68787"/>
                  </a:lnTo>
                  <a:close/>
                </a:path>
                <a:path w="1273810" h="70485">
                  <a:moveTo>
                    <a:pt x="7518" y="54229"/>
                  </a:moveTo>
                  <a:lnTo>
                    <a:pt x="6191" y="54229"/>
                  </a:lnTo>
                  <a:lnTo>
                    <a:pt x="3651" y="56007"/>
                  </a:lnTo>
                  <a:lnTo>
                    <a:pt x="1980" y="57150"/>
                  </a:lnTo>
                  <a:lnTo>
                    <a:pt x="1508" y="57404"/>
                  </a:lnTo>
                  <a:lnTo>
                    <a:pt x="1176" y="57823"/>
                  </a:lnTo>
                  <a:lnTo>
                    <a:pt x="568" y="59443"/>
                  </a:lnTo>
                  <a:lnTo>
                    <a:pt x="603" y="63754"/>
                  </a:lnTo>
                  <a:lnTo>
                    <a:pt x="1135" y="66294"/>
                  </a:lnTo>
                  <a:lnTo>
                    <a:pt x="1295" y="66682"/>
                  </a:lnTo>
                  <a:lnTo>
                    <a:pt x="3354" y="68787"/>
                  </a:lnTo>
                  <a:lnTo>
                    <a:pt x="7413" y="69958"/>
                  </a:lnTo>
                  <a:lnTo>
                    <a:pt x="5937" y="69468"/>
                  </a:lnTo>
                  <a:lnTo>
                    <a:pt x="12629" y="69468"/>
                  </a:lnTo>
                  <a:lnTo>
                    <a:pt x="14700" y="66294"/>
                  </a:lnTo>
                  <a:lnTo>
                    <a:pt x="16392" y="63473"/>
                  </a:lnTo>
                  <a:lnTo>
                    <a:pt x="16492" y="63307"/>
                  </a:lnTo>
                  <a:lnTo>
                    <a:pt x="16660" y="62790"/>
                  </a:lnTo>
                  <a:lnTo>
                    <a:pt x="16759" y="62193"/>
                  </a:lnTo>
                  <a:lnTo>
                    <a:pt x="16859" y="61595"/>
                  </a:lnTo>
                  <a:lnTo>
                    <a:pt x="16097" y="58674"/>
                  </a:lnTo>
                  <a:lnTo>
                    <a:pt x="15208" y="57404"/>
                  </a:lnTo>
                  <a:lnTo>
                    <a:pt x="13811" y="56642"/>
                  </a:lnTo>
                  <a:lnTo>
                    <a:pt x="11906" y="55499"/>
                  </a:lnTo>
                  <a:lnTo>
                    <a:pt x="5556" y="55499"/>
                  </a:lnTo>
                  <a:lnTo>
                    <a:pt x="5945" y="55245"/>
                  </a:lnTo>
                  <a:lnTo>
                    <a:pt x="4177" y="55245"/>
                  </a:lnTo>
                  <a:lnTo>
                    <a:pt x="6499" y="54737"/>
                  </a:lnTo>
                  <a:lnTo>
                    <a:pt x="7021" y="54502"/>
                  </a:lnTo>
                  <a:lnTo>
                    <a:pt x="7518" y="54229"/>
                  </a:lnTo>
                  <a:close/>
                </a:path>
                <a:path w="1273810" h="70485">
                  <a:moveTo>
                    <a:pt x="12084" y="69468"/>
                  </a:moveTo>
                  <a:lnTo>
                    <a:pt x="11207" y="69468"/>
                  </a:lnTo>
                  <a:lnTo>
                    <a:pt x="12920" y="69958"/>
                  </a:lnTo>
                  <a:lnTo>
                    <a:pt x="10713" y="69958"/>
                  </a:lnTo>
                  <a:lnTo>
                    <a:pt x="12084" y="69468"/>
                  </a:lnTo>
                  <a:close/>
                </a:path>
                <a:path w="1273810" h="70485">
                  <a:moveTo>
                    <a:pt x="223324" y="54229"/>
                  </a:moveTo>
                  <a:lnTo>
                    <a:pt x="9789" y="54229"/>
                  </a:lnTo>
                  <a:lnTo>
                    <a:pt x="13811" y="56642"/>
                  </a:lnTo>
                  <a:lnTo>
                    <a:pt x="15208" y="57404"/>
                  </a:lnTo>
                  <a:lnTo>
                    <a:pt x="16097" y="58674"/>
                  </a:lnTo>
                  <a:lnTo>
                    <a:pt x="16700" y="60960"/>
                  </a:lnTo>
                  <a:lnTo>
                    <a:pt x="16660" y="62790"/>
                  </a:lnTo>
                  <a:lnTo>
                    <a:pt x="16492" y="63307"/>
                  </a:lnTo>
                  <a:lnTo>
                    <a:pt x="14700" y="66294"/>
                  </a:lnTo>
                  <a:lnTo>
                    <a:pt x="12629" y="69468"/>
                  </a:lnTo>
                  <a:lnTo>
                    <a:pt x="14700" y="69468"/>
                  </a:lnTo>
                  <a:lnTo>
                    <a:pt x="12498" y="69958"/>
                  </a:lnTo>
                  <a:lnTo>
                    <a:pt x="16805" y="69958"/>
                  </a:lnTo>
                  <a:lnTo>
                    <a:pt x="20288" y="67310"/>
                  </a:lnTo>
                  <a:lnTo>
                    <a:pt x="19272" y="67310"/>
                  </a:lnTo>
                  <a:lnTo>
                    <a:pt x="21530" y="66294"/>
                  </a:lnTo>
                  <a:lnTo>
                    <a:pt x="22666" y="66294"/>
                  </a:lnTo>
                  <a:lnTo>
                    <a:pt x="24513" y="65659"/>
                  </a:lnTo>
                  <a:lnTo>
                    <a:pt x="24225" y="65659"/>
                  </a:lnTo>
                  <a:lnTo>
                    <a:pt x="25622" y="65277"/>
                  </a:lnTo>
                  <a:lnTo>
                    <a:pt x="26358" y="65277"/>
                  </a:lnTo>
                  <a:lnTo>
                    <a:pt x="27781" y="65024"/>
                  </a:lnTo>
                  <a:lnTo>
                    <a:pt x="31718" y="64515"/>
                  </a:lnTo>
                  <a:lnTo>
                    <a:pt x="31972" y="64262"/>
                  </a:lnTo>
                  <a:lnTo>
                    <a:pt x="36814" y="63473"/>
                  </a:lnTo>
                  <a:lnTo>
                    <a:pt x="37426" y="63307"/>
                  </a:lnTo>
                  <a:lnTo>
                    <a:pt x="48450" y="62193"/>
                  </a:lnTo>
                  <a:lnTo>
                    <a:pt x="58559" y="62193"/>
                  </a:lnTo>
                  <a:lnTo>
                    <a:pt x="61944" y="61849"/>
                  </a:lnTo>
                  <a:lnTo>
                    <a:pt x="68520" y="61849"/>
                  </a:lnTo>
                  <a:lnTo>
                    <a:pt x="75533" y="60960"/>
                  </a:lnTo>
                  <a:lnTo>
                    <a:pt x="79343" y="60960"/>
                  </a:lnTo>
                  <a:lnTo>
                    <a:pt x="88591" y="60381"/>
                  </a:lnTo>
                  <a:lnTo>
                    <a:pt x="111561" y="60381"/>
                  </a:lnTo>
                  <a:lnTo>
                    <a:pt x="126079" y="58674"/>
                  </a:lnTo>
                  <a:lnTo>
                    <a:pt x="132686" y="58210"/>
                  </a:lnTo>
                  <a:lnTo>
                    <a:pt x="131633" y="58210"/>
                  </a:lnTo>
                  <a:lnTo>
                    <a:pt x="140798" y="57823"/>
                  </a:lnTo>
                  <a:lnTo>
                    <a:pt x="169887" y="57823"/>
                  </a:lnTo>
                  <a:lnTo>
                    <a:pt x="175609" y="57150"/>
                  </a:lnTo>
                  <a:lnTo>
                    <a:pt x="184626" y="56642"/>
                  </a:lnTo>
                  <a:lnTo>
                    <a:pt x="188817" y="56642"/>
                  </a:lnTo>
                  <a:lnTo>
                    <a:pt x="195061" y="56007"/>
                  </a:lnTo>
                  <a:lnTo>
                    <a:pt x="196818" y="56007"/>
                  </a:lnTo>
                  <a:lnTo>
                    <a:pt x="205962" y="55499"/>
                  </a:lnTo>
                  <a:lnTo>
                    <a:pt x="208883" y="55499"/>
                  </a:lnTo>
                  <a:lnTo>
                    <a:pt x="215360" y="55245"/>
                  </a:lnTo>
                  <a:lnTo>
                    <a:pt x="216122" y="55245"/>
                  </a:lnTo>
                  <a:lnTo>
                    <a:pt x="218535" y="54737"/>
                  </a:lnTo>
                  <a:lnTo>
                    <a:pt x="223324" y="54229"/>
                  </a:lnTo>
                  <a:close/>
                </a:path>
                <a:path w="1273810" h="70485">
                  <a:moveTo>
                    <a:pt x="1471" y="66861"/>
                  </a:moveTo>
                  <a:lnTo>
                    <a:pt x="1720" y="67310"/>
                  </a:lnTo>
                  <a:lnTo>
                    <a:pt x="2635" y="68580"/>
                  </a:lnTo>
                  <a:lnTo>
                    <a:pt x="3354" y="68787"/>
                  </a:lnTo>
                  <a:lnTo>
                    <a:pt x="1471" y="66861"/>
                  </a:lnTo>
                  <a:close/>
                </a:path>
                <a:path w="1273810" h="70485">
                  <a:moveTo>
                    <a:pt x="21642" y="66294"/>
                  </a:moveTo>
                  <a:lnTo>
                    <a:pt x="20667" y="66682"/>
                  </a:lnTo>
                  <a:lnTo>
                    <a:pt x="19272" y="67310"/>
                  </a:lnTo>
                  <a:lnTo>
                    <a:pt x="20885" y="66861"/>
                  </a:lnTo>
                  <a:lnTo>
                    <a:pt x="21642" y="66294"/>
                  </a:lnTo>
                  <a:close/>
                </a:path>
                <a:path w="1273810" h="70485">
                  <a:moveTo>
                    <a:pt x="20885" y="66861"/>
                  </a:moveTo>
                  <a:lnTo>
                    <a:pt x="19272" y="67310"/>
                  </a:lnTo>
                  <a:lnTo>
                    <a:pt x="20288" y="67310"/>
                  </a:lnTo>
                  <a:lnTo>
                    <a:pt x="20885" y="66861"/>
                  </a:lnTo>
                  <a:close/>
                </a:path>
                <a:path w="1273810" h="70485">
                  <a:moveTo>
                    <a:pt x="22666" y="66294"/>
                  </a:moveTo>
                  <a:lnTo>
                    <a:pt x="21642" y="66294"/>
                  </a:lnTo>
                  <a:lnTo>
                    <a:pt x="20885" y="66861"/>
                  </a:lnTo>
                  <a:lnTo>
                    <a:pt x="21532" y="66682"/>
                  </a:lnTo>
                  <a:lnTo>
                    <a:pt x="22666" y="66294"/>
                  </a:lnTo>
                  <a:close/>
                </a:path>
                <a:path w="1273810" h="70485">
                  <a:moveTo>
                    <a:pt x="528" y="63307"/>
                  </a:moveTo>
                  <a:lnTo>
                    <a:pt x="418" y="63473"/>
                  </a:lnTo>
                  <a:lnTo>
                    <a:pt x="349" y="65405"/>
                  </a:lnTo>
                  <a:lnTo>
                    <a:pt x="1268" y="66682"/>
                  </a:lnTo>
                  <a:lnTo>
                    <a:pt x="1135" y="66294"/>
                  </a:lnTo>
                  <a:lnTo>
                    <a:pt x="1002" y="65659"/>
                  </a:lnTo>
                  <a:lnTo>
                    <a:pt x="922" y="65277"/>
                  </a:lnTo>
                  <a:lnTo>
                    <a:pt x="869" y="65024"/>
                  </a:lnTo>
                  <a:lnTo>
                    <a:pt x="762" y="64515"/>
                  </a:lnTo>
                  <a:lnTo>
                    <a:pt x="709" y="64262"/>
                  </a:lnTo>
                  <a:lnTo>
                    <a:pt x="603" y="63754"/>
                  </a:lnTo>
                  <a:lnTo>
                    <a:pt x="528" y="63307"/>
                  </a:lnTo>
                  <a:close/>
                </a:path>
                <a:path w="1273810" h="70485">
                  <a:moveTo>
                    <a:pt x="25252" y="65405"/>
                  </a:moveTo>
                  <a:lnTo>
                    <a:pt x="24225" y="65659"/>
                  </a:lnTo>
                  <a:lnTo>
                    <a:pt x="24513" y="65659"/>
                  </a:lnTo>
                  <a:lnTo>
                    <a:pt x="25252" y="65405"/>
                  </a:lnTo>
                  <a:close/>
                </a:path>
                <a:path w="1273810" h="70485">
                  <a:moveTo>
                    <a:pt x="26358" y="65277"/>
                  </a:moveTo>
                  <a:lnTo>
                    <a:pt x="25622" y="65277"/>
                  </a:lnTo>
                  <a:lnTo>
                    <a:pt x="24513" y="65659"/>
                  </a:lnTo>
                  <a:lnTo>
                    <a:pt x="24225" y="65659"/>
                  </a:lnTo>
                  <a:lnTo>
                    <a:pt x="26358" y="65277"/>
                  </a:lnTo>
                  <a:close/>
                </a:path>
                <a:path w="1273810" h="70485">
                  <a:moveTo>
                    <a:pt x="37835" y="63307"/>
                  </a:moveTo>
                  <a:lnTo>
                    <a:pt x="37426" y="63307"/>
                  </a:lnTo>
                  <a:lnTo>
                    <a:pt x="36814" y="63473"/>
                  </a:lnTo>
                  <a:lnTo>
                    <a:pt x="37835" y="63307"/>
                  </a:lnTo>
                  <a:close/>
                </a:path>
                <a:path w="1273810" h="70485">
                  <a:moveTo>
                    <a:pt x="58559" y="62193"/>
                  </a:moveTo>
                  <a:lnTo>
                    <a:pt x="48450" y="62193"/>
                  </a:lnTo>
                  <a:lnTo>
                    <a:pt x="54122" y="62790"/>
                  </a:lnTo>
                  <a:lnTo>
                    <a:pt x="52688" y="62790"/>
                  </a:lnTo>
                  <a:lnTo>
                    <a:pt x="58559" y="62193"/>
                  </a:lnTo>
                  <a:close/>
                </a:path>
                <a:path w="1273810" h="70485">
                  <a:moveTo>
                    <a:pt x="568" y="59443"/>
                  </a:moveTo>
                  <a:lnTo>
                    <a:pt x="0" y="60960"/>
                  </a:lnTo>
                  <a:lnTo>
                    <a:pt x="137" y="60960"/>
                  </a:lnTo>
                  <a:lnTo>
                    <a:pt x="243" y="61595"/>
                  </a:lnTo>
                  <a:lnTo>
                    <a:pt x="343" y="62193"/>
                  </a:lnTo>
                  <a:lnTo>
                    <a:pt x="476" y="61849"/>
                  </a:lnTo>
                  <a:lnTo>
                    <a:pt x="568" y="59443"/>
                  </a:lnTo>
                  <a:close/>
                </a:path>
                <a:path w="1273810" h="70485">
                  <a:moveTo>
                    <a:pt x="68520" y="61849"/>
                  </a:moveTo>
                  <a:lnTo>
                    <a:pt x="61944" y="61849"/>
                  </a:lnTo>
                  <a:lnTo>
                    <a:pt x="60567" y="62193"/>
                  </a:lnTo>
                  <a:lnTo>
                    <a:pt x="65804" y="62193"/>
                  </a:lnTo>
                  <a:lnTo>
                    <a:pt x="68520" y="61849"/>
                  </a:lnTo>
                  <a:close/>
                </a:path>
                <a:path w="1273810" h="70485">
                  <a:moveTo>
                    <a:pt x="104055" y="60381"/>
                  </a:moveTo>
                  <a:lnTo>
                    <a:pt x="88591" y="60381"/>
                  </a:lnTo>
                  <a:lnTo>
                    <a:pt x="94805" y="60960"/>
                  </a:lnTo>
                  <a:lnTo>
                    <a:pt x="104055" y="60381"/>
                  </a:lnTo>
                  <a:close/>
                </a:path>
                <a:path w="1273810" h="70485">
                  <a:moveTo>
                    <a:pt x="1176" y="57823"/>
                  </a:moveTo>
                  <a:lnTo>
                    <a:pt x="869" y="58210"/>
                  </a:lnTo>
                  <a:lnTo>
                    <a:pt x="598" y="58674"/>
                  </a:lnTo>
                  <a:lnTo>
                    <a:pt x="568" y="59443"/>
                  </a:lnTo>
                  <a:lnTo>
                    <a:pt x="1176" y="57823"/>
                  </a:lnTo>
                  <a:close/>
                </a:path>
                <a:path w="1273810" h="70485">
                  <a:moveTo>
                    <a:pt x="1508" y="57404"/>
                  </a:moveTo>
                  <a:lnTo>
                    <a:pt x="996" y="57823"/>
                  </a:lnTo>
                  <a:lnTo>
                    <a:pt x="1176" y="57823"/>
                  </a:lnTo>
                  <a:lnTo>
                    <a:pt x="1508" y="57404"/>
                  </a:lnTo>
                  <a:close/>
                </a:path>
                <a:path w="1273810" h="70485">
                  <a:moveTo>
                    <a:pt x="6463" y="54737"/>
                  </a:moveTo>
                  <a:lnTo>
                    <a:pt x="3016" y="55499"/>
                  </a:lnTo>
                  <a:lnTo>
                    <a:pt x="1508" y="57404"/>
                  </a:lnTo>
                  <a:lnTo>
                    <a:pt x="1980" y="57150"/>
                  </a:lnTo>
                  <a:lnTo>
                    <a:pt x="4739" y="55245"/>
                  </a:lnTo>
                  <a:lnTo>
                    <a:pt x="5253" y="55245"/>
                  </a:lnTo>
                  <a:lnTo>
                    <a:pt x="6463" y="54737"/>
                  </a:lnTo>
                  <a:close/>
                </a:path>
                <a:path w="1273810" h="70485">
                  <a:moveTo>
                    <a:pt x="8625" y="54229"/>
                  </a:moveTo>
                  <a:lnTo>
                    <a:pt x="8223" y="54229"/>
                  </a:lnTo>
                  <a:lnTo>
                    <a:pt x="6724" y="54737"/>
                  </a:lnTo>
                  <a:lnTo>
                    <a:pt x="5556" y="55499"/>
                  </a:lnTo>
                  <a:lnTo>
                    <a:pt x="8625" y="54229"/>
                  </a:lnTo>
                  <a:close/>
                </a:path>
                <a:path w="1273810" h="70485">
                  <a:moveTo>
                    <a:pt x="9789" y="54229"/>
                  </a:moveTo>
                  <a:lnTo>
                    <a:pt x="8625" y="54229"/>
                  </a:lnTo>
                  <a:lnTo>
                    <a:pt x="5556" y="55499"/>
                  </a:lnTo>
                  <a:lnTo>
                    <a:pt x="11906" y="55499"/>
                  </a:lnTo>
                  <a:lnTo>
                    <a:pt x="9789" y="54229"/>
                  </a:lnTo>
                  <a:close/>
                </a:path>
                <a:path w="1273810" h="70485">
                  <a:moveTo>
                    <a:pt x="6699" y="54737"/>
                  </a:moveTo>
                  <a:lnTo>
                    <a:pt x="6463" y="54737"/>
                  </a:lnTo>
                  <a:lnTo>
                    <a:pt x="5253" y="55245"/>
                  </a:lnTo>
                  <a:lnTo>
                    <a:pt x="6699" y="54737"/>
                  </a:lnTo>
                  <a:close/>
                </a:path>
                <a:path w="1273810" h="70485">
                  <a:moveTo>
                    <a:pt x="6724" y="54737"/>
                  </a:moveTo>
                  <a:lnTo>
                    <a:pt x="5175" y="55245"/>
                  </a:lnTo>
                  <a:lnTo>
                    <a:pt x="5945" y="55245"/>
                  </a:lnTo>
                  <a:lnTo>
                    <a:pt x="6724" y="54737"/>
                  </a:lnTo>
                  <a:close/>
                </a:path>
                <a:path w="1273810" h="70485">
                  <a:moveTo>
                    <a:pt x="15885" y="52324"/>
                  </a:moveTo>
                  <a:lnTo>
                    <a:pt x="14065" y="52324"/>
                  </a:lnTo>
                  <a:lnTo>
                    <a:pt x="11652" y="52577"/>
                  </a:lnTo>
                  <a:lnTo>
                    <a:pt x="10636" y="52832"/>
                  </a:lnTo>
                  <a:lnTo>
                    <a:pt x="9366" y="53212"/>
                  </a:lnTo>
                  <a:lnTo>
                    <a:pt x="6595" y="54737"/>
                  </a:lnTo>
                  <a:lnTo>
                    <a:pt x="7402" y="54502"/>
                  </a:lnTo>
                  <a:lnTo>
                    <a:pt x="8223" y="54229"/>
                  </a:lnTo>
                  <a:lnTo>
                    <a:pt x="223234" y="54229"/>
                  </a:lnTo>
                  <a:lnTo>
                    <a:pt x="232378" y="53212"/>
                  </a:lnTo>
                  <a:lnTo>
                    <a:pt x="232124" y="53212"/>
                  </a:lnTo>
                  <a:lnTo>
                    <a:pt x="235934" y="52832"/>
                  </a:lnTo>
                  <a:lnTo>
                    <a:pt x="14446" y="52832"/>
                  </a:lnTo>
                  <a:lnTo>
                    <a:pt x="15885" y="52324"/>
                  </a:lnTo>
                  <a:close/>
                </a:path>
                <a:path w="1273810" h="70485">
                  <a:moveTo>
                    <a:pt x="16605" y="52070"/>
                  </a:moveTo>
                  <a:lnTo>
                    <a:pt x="14446" y="52832"/>
                  </a:lnTo>
                  <a:lnTo>
                    <a:pt x="17240" y="52324"/>
                  </a:lnTo>
                  <a:lnTo>
                    <a:pt x="16224" y="52324"/>
                  </a:lnTo>
                  <a:lnTo>
                    <a:pt x="16605" y="52070"/>
                  </a:lnTo>
                  <a:close/>
                </a:path>
                <a:path w="1273810" h="70485">
                  <a:moveTo>
                    <a:pt x="241014" y="52324"/>
                  </a:moveTo>
                  <a:lnTo>
                    <a:pt x="17240" y="52324"/>
                  </a:lnTo>
                  <a:lnTo>
                    <a:pt x="14446" y="52832"/>
                  </a:lnTo>
                  <a:lnTo>
                    <a:pt x="235934" y="52832"/>
                  </a:lnTo>
                  <a:lnTo>
                    <a:pt x="241014" y="52324"/>
                  </a:lnTo>
                  <a:close/>
                </a:path>
                <a:path w="1273810" h="70485">
                  <a:moveTo>
                    <a:pt x="47593" y="45720"/>
                  </a:moveTo>
                  <a:lnTo>
                    <a:pt x="33856" y="47371"/>
                  </a:lnTo>
                  <a:lnTo>
                    <a:pt x="34131" y="47371"/>
                  </a:lnTo>
                  <a:lnTo>
                    <a:pt x="24860" y="49149"/>
                  </a:lnTo>
                  <a:lnTo>
                    <a:pt x="24733" y="49402"/>
                  </a:lnTo>
                  <a:lnTo>
                    <a:pt x="21177" y="50037"/>
                  </a:lnTo>
                  <a:lnTo>
                    <a:pt x="19780" y="50673"/>
                  </a:lnTo>
                  <a:lnTo>
                    <a:pt x="17979" y="51444"/>
                  </a:lnTo>
                  <a:lnTo>
                    <a:pt x="16605" y="52070"/>
                  </a:lnTo>
                  <a:lnTo>
                    <a:pt x="16224" y="52324"/>
                  </a:lnTo>
                  <a:lnTo>
                    <a:pt x="241649" y="52324"/>
                  </a:lnTo>
                  <a:lnTo>
                    <a:pt x="247255" y="51444"/>
                  </a:lnTo>
                  <a:lnTo>
                    <a:pt x="256000" y="50673"/>
                  </a:lnTo>
                  <a:lnTo>
                    <a:pt x="264184" y="49402"/>
                  </a:lnTo>
                  <a:lnTo>
                    <a:pt x="265609" y="49402"/>
                  </a:lnTo>
                  <a:lnTo>
                    <a:pt x="272129" y="48895"/>
                  </a:lnTo>
                  <a:lnTo>
                    <a:pt x="277717" y="48640"/>
                  </a:lnTo>
                  <a:lnTo>
                    <a:pt x="278352" y="48387"/>
                  </a:lnTo>
                  <a:lnTo>
                    <a:pt x="284448" y="47879"/>
                  </a:lnTo>
                  <a:lnTo>
                    <a:pt x="283940" y="47879"/>
                  </a:lnTo>
                  <a:lnTo>
                    <a:pt x="298037" y="46736"/>
                  </a:lnTo>
                  <a:lnTo>
                    <a:pt x="298672" y="46736"/>
                  </a:lnTo>
                  <a:lnTo>
                    <a:pt x="302058" y="46227"/>
                  </a:lnTo>
                  <a:lnTo>
                    <a:pt x="45307" y="46227"/>
                  </a:lnTo>
                  <a:lnTo>
                    <a:pt x="45916" y="45974"/>
                  </a:lnTo>
                  <a:lnTo>
                    <a:pt x="46450" y="45974"/>
                  </a:lnTo>
                  <a:lnTo>
                    <a:pt x="47593" y="45720"/>
                  </a:lnTo>
                  <a:close/>
                </a:path>
                <a:path w="1273810" h="70485">
                  <a:moveTo>
                    <a:pt x="265609" y="49402"/>
                  </a:moveTo>
                  <a:lnTo>
                    <a:pt x="264382" y="49402"/>
                  </a:lnTo>
                  <a:lnTo>
                    <a:pt x="262350" y="49657"/>
                  </a:lnTo>
                  <a:lnTo>
                    <a:pt x="265609" y="49402"/>
                  </a:lnTo>
                  <a:close/>
                </a:path>
                <a:path w="1273810" h="70485">
                  <a:moveTo>
                    <a:pt x="315055" y="44450"/>
                  </a:moveTo>
                  <a:lnTo>
                    <a:pt x="49574" y="44450"/>
                  </a:lnTo>
                  <a:lnTo>
                    <a:pt x="45307" y="46227"/>
                  </a:lnTo>
                  <a:lnTo>
                    <a:pt x="46450" y="45974"/>
                  </a:lnTo>
                  <a:lnTo>
                    <a:pt x="45434" y="45974"/>
                  </a:lnTo>
                  <a:lnTo>
                    <a:pt x="47593" y="45720"/>
                  </a:lnTo>
                  <a:lnTo>
                    <a:pt x="305636" y="45720"/>
                  </a:lnTo>
                  <a:lnTo>
                    <a:pt x="315055" y="44450"/>
                  </a:lnTo>
                  <a:close/>
                </a:path>
                <a:path w="1273810" h="70485">
                  <a:moveTo>
                    <a:pt x="305636" y="45720"/>
                  </a:moveTo>
                  <a:lnTo>
                    <a:pt x="47593" y="45720"/>
                  </a:lnTo>
                  <a:lnTo>
                    <a:pt x="45307" y="46227"/>
                  </a:lnTo>
                  <a:lnTo>
                    <a:pt x="302058" y="46227"/>
                  </a:lnTo>
                  <a:lnTo>
                    <a:pt x="303752" y="45974"/>
                  </a:lnTo>
                  <a:lnTo>
                    <a:pt x="305636" y="45720"/>
                  </a:lnTo>
                  <a:close/>
                </a:path>
                <a:path w="1273810" h="70485">
                  <a:moveTo>
                    <a:pt x="337788" y="41783"/>
                  </a:moveTo>
                  <a:lnTo>
                    <a:pt x="73247" y="41783"/>
                  </a:lnTo>
                  <a:lnTo>
                    <a:pt x="64230" y="42799"/>
                  </a:lnTo>
                  <a:lnTo>
                    <a:pt x="60166" y="42799"/>
                  </a:lnTo>
                  <a:lnTo>
                    <a:pt x="52546" y="43561"/>
                  </a:lnTo>
                  <a:lnTo>
                    <a:pt x="49434" y="44450"/>
                  </a:lnTo>
                  <a:lnTo>
                    <a:pt x="315182" y="44450"/>
                  </a:lnTo>
                  <a:lnTo>
                    <a:pt x="332327" y="42545"/>
                  </a:lnTo>
                  <a:lnTo>
                    <a:pt x="337788" y="41783"/>
                  </a:lnTo>
                  <a:close/>
                </a:path>
                <a:path w="1273810" h="70485">
                  <a:moveTo>
                    <a:pt x="89249" y="40894"/>
                  </a:moveTo>
                  <a:lnTo>
                    <a:pt x="88106" y="40894"/>
                  </a:lnTo>
                  <a:lnTo>
                    <a:pt x="76252" y="41783"/>
                  </a:lnTo>
                  <a:lnTo>
                    <a:pt x="338042" y="41783"/>
                  </a:lnTo>
                  <a:lnTo>
                    <a:pt x="342305" y="41148"/>
                  </a:lnTo>
                  <a:lnTo>
                    <a:pt x="94710" y="41148"/>
                  </a:lnTo>
                  <a:lnTo>
                    <a:pt x="89249" y="40894"/>
                  </a:lnTo>
                  <a:close/>
                </a:path>
                <a:path w="1273810" h="70485">
                  <a:moveTo>
                    <a:pt x="378893" y="38100"/>
                  </a:moveTo>
                  <a:lnTo>
                    <a:pt x="131286" y="38100"/>
                  </a:lnTo>
                  <a:lnTo>
                    <a:pt x="112967" y="40048"/>
                  </a:lnTo>
                  <a:lnTo>
                    <a:pt x="105886" y="40386"/>
                  </a:lnTo>
                  <a:lnTo>
                    <a:pt x="93567" y="41148"/>
                  </a:lnTo>
                  <a:lnTo>
                    <a:pt x="342305" y="41148"/>
                  </a:lnTo>
                  <a:lnTo>
                    <a:pt x="349686" y="40048"/>
                  </a:lnTo>
                  <a:lnTo>
                    <a:pt x="349419" y="40048"/>
                  </a:lnTo>
                  <a:lnTo>
                    <a:pt x="353962" y="39399"/>
                  </a:lnTo>
                  <a:lnTo>
                    <a:pt x="366236" y="38608"/>
                  </a:lnTo>
                  <a:lnTo>
                    <a:pt x="371443" y="38354"/>
                  </a:lnTo>
                  <a:lnTo>
                    <a:pt x="370935" y="38354"/>
                  </a:lnTo>
                  <a:lnTo>
                    <a:pt x="378893" y="38100"/>
                  </a:lnTo>
                  <a:close/>
                </a:path>
                <a:path w="1273810" h="70485">
                  <a:moveTo>
                    <a:pt x="387699" y="37719"/>
                  </a:moveTo>
                  <a:lnTo>
                    <a:pt x="140938" y="37719"/>
                  </a:lnTo>
                  <a:lnTo>
                    <a:pt x="127412" y="38100"/>
                  </a:lnTo>
                  <a:lnTo>
                    <a:pt x="380841" y="38100"/>
                  </a:lnTo>
                  <a:lnTo>
                    <a:pt x="387699" y="37719"/>
                  </a:lnTo>
                  <a:close/>
                </a:path>
                <a:path w="1273810" h="70485">
                  <a:moveTo>
                    <a:pt x="429101" y="36195"/>
                  </a:moveTo>
                  <a:lnTo>
                    <a:pt x="182975" y="36195"/>
                  </a:lnTo>
                  <a:lnTo>
                    <a:pt x="168835" y="37262"/>
                  </a:lnTo>
                  <a:lnTo>
                    <a:pt x="157109" y="37719"/>
                  </a:lnTo>
                  <a:lnTo>
                    <a:pt x="386344" y="37719"/>
                  </a:lnTo>
                  <a:lnTo>
                    <a:pt x="398527" y="37262"/>
                  </a:lnTo>
                  <a:lnTo>
                    <a:pt x="399216" y="37262"/>
                  </a:lnTo>
                  <a:lnTo>
                    <a:pt x="413988" y="36449"/>
                  </a:lnTo>
                  <a:lnTo>
                    <a:pt x="420084" y="36449"/>
                  </a:lnTo>
                  <a:lnTo>
                    <a:pt x="429101" y="36195"/>
                  </a:lnTo>
                  <a:close/>
                </a:path>
                <a:path w="1273810" h="70485">
                  <a:moveTo>
                    <a:pt x="444976" y="35560"/>
                  </a:moveTo>
                  <a:lnTo>
                    <a:pt x="193135" y="35560"/>
                  </a:lnTo>
                  <a:lnTo>
                    <a:pt x="186785" y="36195"/>
                  </a:lnTo>
                  <a:lnTo>
                    <a:pt x="431852" y="36195"/>
                  </a:lnTo>
                  <a:lnTo>
                    <a:pt x="444976" y="35560"/>
                  </a:lnTo>
                  <a:close/>
                </a:path>
                <a:path w="1273810" h="70485">
                  <a:moveTo>
                    <a:pt x="465973" y="34162"/>
                  </a:moveTo>
                  <a:lnTo>
                    <a:pt x="215614" y="34162"/>
                  </a:lnTo>
                  <a:lnTo>
                    <a:pt x="212598" y="34798"/>
                  </a:lnTo>
                  <a:lnTo>
                    <a:pt x="204819" y="34798"/>
                  </a:lnTo>
                  <a:lnTo>
                    <a:pt x="194722" y="35560"/>
                  </a:lnTo>
                  <a:lnTo>
                    <a:pt x="446881" y="35560"/>
                  </a:lnTo>
                  <a:lnTo>
                    <a:pt x="465973" y="34162"/>
                  </a:lnTo>
                  <a:close/>
                </a:path>
                <a:path w="1273810" h="70485">
                  <a:moveTo>
                    <a:pt x="596995" y="28956"/>
                  </a:moveTo>
                  <a:lnTo>
                    <a:pt x="259000" y="28956"/>
                  </a:lnTo>
                  <a:lnTo>
                    <a:pt x="252548" y="29968"/>
                  </a:lnTo>
                  <a:lnTo>
                    <a:pt x="245586" y="30480"/>
                  </a:lnTo>
                  <a:lnTo>
                    <a:pt x="238964" y="31507"/>
                  </a:lnTo>
                  <a:lnTo>
                    <a:pt x="238228" y="31699"/>
                  </a:lnTo>
                  <a:lnTo>
                    <a:pt x="223218" y="33274"/>
                  </a:lnTo>
                  <a:lnTo>
                    <a:pt x="215995" y="34162"/>
                  </a:lnTo>
                  <a:lnTo>
                    <a:pt x="461867" y="34162"/>
                  </a:lnTo>
                  <a:lnTo>
                    <a:pt x="479774" y="33782"/>
                  </a:lnTo>
                  <a:lnTo>
                    <a:pt x="486759" y="33274"/>
                  </a:lnTo>
                  <a:lnTo>
                    <a:pt x="545009" y="33274"/>
                  </a:lnTo>
                  <a:lnTo>
                    <a:pt x="551783" y="32765"/>
                  </a:lnTo>
                  <a:lnTo>
                    <a:pt x="552291" y="32765"/>
                  </a:lnTo>
                  <a:lnTo>
                    <a:pt x="563617" y="31507"/>
                  </a:lnTo>
                  <a:lnTo>
                    <a:pt x="561331" y="31507"/>
                  </a:lnTo>
                  <a:lnTo>
                    <a:pt x="571722" y="30987"/>
                  </a:lnTo>
                  <a:lnTo>
                    <a:pt x="571023" y="30987"/>
                  </a:lnTo>
                  <a:lnTo>
                    <a:pt x="585188" y="29638"/>
                  </a:lnTo>
                  <a:lnTo>
                    <a:pt x="584292" y="29638"/>
                  </a:lnTo>
                  <a:lnTo>
                    <a:pt x="596995" y="28956"/>
                  </a:lnTo>
                  <a:close/>
                </a:path>
                <a:path w="1273810" h="70485">
                  <a:moveTo>
                    <a:pt x="238964" y="31507"/>
                  </a:moveTo>
                  <a:lnTo>
                    <a:pt x="236771" y="31847"/>
                  </a:lnTo>
                  <a:lnTo>
                    <a:pt x="238228" y="31699"/>
                  </a:lnTo>
                  <a:lnTo>
                    <a:pt x="238964" y="31507"/>
                  </a:lnTo>
                  <a:close/>
                </a:path>
                <a:path w="1273810" h="70485">
                  <a:moveTo>
                    <a:pt x="617156" y="27305"/>
                  </a:moveTo>
                  <a:lnTo>
                    <a:pt x="282289" y="27305"/>
                  </a:lnTo>
                  <a:lnTo>
                    <a:pt x="270605" y="27812"/>
                  </a:lnTo>
                  <a:lnTo>
                    <a:pt x="260826" y="28575"/>
                  </a:lnTo>
                  <a:lnTo>
                    <a:pt x="259302" y="28956"/>
                  </a:lnTo>
                  <a:lnTo>
                    <a:pt x="597376" y="28956"/>
                  </a:lnTo>
                  <a:lnTo>
                    <a:pt x="608120" y="27812"/>
                  </a:lnTo>
                  <a:lnTo>
                    <a:pt x="606361" y="27812"/>
                  </a:lnTo>
                  <a:lnTo>
                    <a:pt x="617156" y="27305"/>
                  </a:lnTo>
                  <a:close/>
                </a:path>
                <a:path w="1273810" h="70485">
                  <a:moveTo>
                    <a:pt x="625231" y="26924"/>
                  </a:moveTo>
                  <a:lnTo>
                    <a:pt x="281908" y="26924"/>
                  </a:lnTo>
                  <a:lnTo>
                    <a:pt x="274796" y="27812"/>
                  </a:lnTo>
                  <a:lnTo>
                    <a:pt x="270605" y="27812"/>
                  </a:lnTo>
                  <a:lnTo>
                    <a:pt x="282289" y="27305"/>
                  </a:lnTo>
                  <a:lnTo>
                    <a:pt x="617156" y="27305"/>
                  </a:lnTo>
                  <a:lnTo>
                    <a:pt x="619855" y="27177"/>
                  </a:lnTo>
                  <a:lnTo>
                    <a:pt x="619474" y="27177"/>
                  </a:lnTo>
                  <a:lnTo>
                    <a:pt x="625231" y="26924"/>
                  </a:lnTo>
                  <a:close/>
                </a:path>
                <a:path w="1273810" h="70485">
                  <a:moveTo>
                    <a:pt x="1141317" y="26924"/>
                  </a:moveTo>
                  <a:lnTo>
                    <a:pt x="1105503" y="26924"/>
                  </a:lnTo>
                  <a:lnTo>
                    <a:pt x="1109440" y="27177"/>
                  </a:lnTo>
                  <a:lnTo>
                    <a:pt x="1118457" y="27305"/>
                  </a:lnTo>
                  <a:lnTo>
                    <a:pt x="1134459" y="27305"/>
                  </a:lnTo>
                  <a:lnTo>
                    <a:pt x="1141317" y="26924"/>
                  </a:lnTo>
                  <a:close/>
                </a:path>
                <a:path w="1273810" h="70485">
                  <a:moveTo>
                    <a:pt x="644874" y="26035"/>
                  </a:moveTo>
                  <a:lnTo>
                    <a:pt x="293281" y="26035"/>
                  </a:lnTo>
                  <a:lnTo>
                    <a:pt x="282416" y="26924"/>
                  </a:lnTo>
                  <a:lnTo>
                    <a:pt x="624765" y="26924"/>
                  </a:lnTo>
                  <a:lnTo>
                    <a:pt x="638143" y="26415"/>
                  </a:lnTo>
                  <a:lnTo>
                    <a:pt x="638397" y="26415"/>
                  </a:lnTo>
                  <a:lnTo>
                    <a:pt x="644874" y="26035"/>
                  </a:lnTo>
                  <a:close/>
                </a:path>
                <a:path w="1273810" h="70485">
                  <a:moveTo>
                    <a:pt x="1155117" y="26415"/>
                  </a:moveTo>
                  <a:lnTo>
                    <a:pt x="1077012" y="26415"/>
                  </a:lnTo>
                  <a:lnTo>
                    <a:pt x="1083278" y="26924"/>
                  </a:lnTo>
                  <a:lnTo>
                    <a:pt x="1141063" y="26924"/>
                  </a:lnTo>
                  <a:lnTo>
                    <a:pt x="1155117" y="26415"/>
                  </a:lnTo>
                  <a:close/>
                </a:path>
                <a:path w="1273810" h="70485">
                  <a:moveTo>
                    <a:pt x="1267357" y="4318"/>
                  </a:moveTo>
                  <a:lnTo>
                    <a:pt x="1258411" y="4318"/>
                  </a:lnTo>
                  <a:lnTo>
                    <a:pt x="1254601" y="5587"/>
                  </a:lnTo>
                  <a:lnTo>
                    <a:pt x="1251902" y="5587"/>
                  </a:lnTo>
                  <a:lnTo>
                    <a:pt x="1251426" y="5969"/>
                  </a:lnTo>
                  <a:lnTo>
                    <a:pt x="1246346" y="8509"/>
                  </a:lnTo>
                  <a:lnTo>
                    <a:pt x="1244525" y="13970"/>
                  </a:lnTo>
                  <a:lnTo>
                    <a:pt x="1244398" y="14351"/>
                  </a:lnTo>
                  <a:lnTo>
                    <a:pt x="1244379" y="14732"/>
                  </a:lnTo>
                  <a:lnTo>
                    <a:pt x="1249459" y="24637"/>
                  </a:lnTo>
                  <a:lnTo>
                    <a:pt x="1249752" y="24637"/>
                  </a:lnTo>
                  <a:lnTo>
                    <a:pt x="1256207" y="26924"/>
                  </a:lnTo>
                  <a:lnTo>
                    <a:pt x="1254993" y="26924"/>
                  </a:lnTo>
                  <a:lnTo>
                    <a:pt x="1258068" y="25352"/>
                  </a:lnTo>
                  <a:lnTo>
                    <a:pt x="1258466" y="25352"/>
                  </a:lnTo>
                  <a:lnTo>
                    <a:pt x="1255896" y="23764"/>
                  </a:lnTo>
                  <a:lnTo>
                    <a:pt x="1254782" y="22987"/>
                  </a:lnTo>
                  <a:lnTo>
                    <a:pt x="1268474" y="22987"/>
                  </a:lnTo>
                  <a:lnTo>
                    <a:pt x="1269333" y="22098"/>
                  </a:lnTo>
                  <a:lnTo>
                    <a:pt x="1270696" y="20875"/>
                  </a:lnTo>
                  <a:lnTo>
                    <a:pt x="1271111" y="20193"/>
                  </a:lnTo>
                  <a:lnTo>
                    <a:pt x="1271238" y="19685"/>
                  </a:lnTo>
                  <a:lnTo>
                    <a:pt x="1273316" y="16256"/>
                  </a:lnTo>
                  <a:lnTo>
                    <a:pt x="1273327" y="12192"/>
                  </a:lnTo>
                  <a:lnTo>
                    <a:pt x="1272985" y="11811"/>
                  </a:lnTo>
                  <a:lnTo>
                    <a:pt x="1270449" y="7339"/>
                  </a:lnTo>
                  <a:lnTo>
                    <a:pt x="1269333" y="6223"/>
                  </a:lnTo>
                  <a:lnTo>
                    <a:pt x="1267357" y="4318"/>
                  </a:lnTo>
                  <a:close/>
                </a:path>
                <a:path w="1273810" h="70485">
                  <a:moveTo>
                    <a:pt x="1155693" y="26035"/>
                  </a:moveTo>
                  <a:lnTo>
                    <a:pt x="1057878" y="26035"/>
                  </a:lnTo>
                  <a:lnTo>
                    <a:pt x="1065402" y="26415"/>
                  </a:lnTo>
                  <a:lnTo>
                    <a:pt x="1152874" y="26415"/>
                  </a:lnTo>
                  <a:lnTo>
                    <a:pt x="1155693" y="26035"/>
                  </a:lnTo>
                  <a:close/>
                </a:path>
                <a:path w="1273810" h="70485">
                  <a:moveTo>
                    <a:pt x="1266191" y="25352"/>
                  </a:moveTo>
                  <a:lnTo>
                    <a:pt x="1258466" y="25352"/>
                  </a:lnTo>
                  <a:lnTo>
                    <a:pt x="1260189" y="26415"/>
                  </a:lnTo>
                  <a:lnTo>
                    <a:pt x="1263542" y="26035"/>
                  </a:lnTo>
                  <a:lnTo>
                    <a:pt x="1265015" y="26035"/>
                  </a:lnTo>
                  <a:lnTo>
                    <a:pt x="1266191" y="25352"/>
                  </a:lnTo>
                  <a:close/>
                </a:path>
                <a:path w="1273810" h="70485">
                  <a:moveTo>
                    <a:pt x="665890" y="25352"/>
                  </a:moveTo>
                  <a:lnTo>
                    <a:pt x="299364" y="25352"/>
                  </a:lnTo>
                  <a:lnTo>
                    <a:pt x="294925" y="26035"/>
                  </a:lnTo>
                  <a:lnTo>
                    <a:pt x="653256" y="26035"/>
                  </a:lnTo>
                  <a:lnTo>
                    <a:pt x="665890" y="25352"/>
                  </a:lnTo>
                  <a:close/>
                </a:path>
                <a:path w="1273810" h="70485">
                  <a:moveTo>
                    <a:pt x="1169029" y="25352"/>
                  </a:moveTo>
                  <a:lnTo>
                    <a:pt x="1032552" y="25352"/>
                  </a:lnTo>
                  <a:lnTo>
                    <a:pt x="1044162" y="26035"/>
                  </a:lnTo>
                  <a:lnTo>
                    <a:pt x="1164134" y="26035"/>
                  </a:lnTo>
                  <a:lnTo>
                    <a:pt x="1169029" y="25352"/>
                  </a:lnTo>
                  <a:close/>
                </a:path>
                <a:path w="1273810" h="70485">
                  <a:moveTo>
                    <a:pt x="1249752" y="24637"/>
                  </a:moveTo>
                  <a:lnTo>
                    <a:pt x="995298" y="24637"/>
                  </a:lnTo>
                  <a:lnTo>
                    <a:pt x="1003332" y="25352"/>
                  </a:lnTo>
                  <a:lnTo>
                    <a:pt x="1242425" y="25352"/>
                  </a:lnTo>
                  <a:lnTo>
                    <a:pt x="1247108" y="26035"/>
                  </a:lnTo>
                  <a:lnTo>
                    <a:pt x="1253697" y="26035"/>
                  </a:lnTo>
                  <a:lnTo>
                    <a:pt x="1249752" y="24637"/>
                  </a:lnTo>
                  <a:close/>
                </a:path>
                <a:path w="1273810" h="70485">
                  <a:moveTo>
                    <a:pt x="1267723" y="23764"/>
                  </a:moveTo>
                  <a:lnTo>
                    <a:pt x="1261174" y="23764"/>
                  </a:lnTo>
                  <a:lnTo>
                    <a:pt x="1256732" y="26035"/>
                  </a:lnTo>
                  <a:lnTo>
                    <a:pt x="1259572" y="26035"/>
                  </a:lnTo>
                  <a:lnTo>
                    <a:pt x="1258466" y="25352"/>
                  </a:lnTo>
                  <a:lnTo>
                    <a:pt x="1266191" y="25352"/>
                  </a:lnTo>
                  <a:lnTo>
                    <a:pt x="1267723" y="23764"/>
                  </a:lnTo>
                  <a:close/>
                </a:path>
                <a:path w="1273810" h="70485">
                  <a:moveTo>
                    <a:pt x="1266191" y="25352"/>
                  </a:moveTo>
                  <a:lnTo>
                    <a:pt x="1265015" y="26035"/>
                  </a:lnTo>
                  <a:lnTo>
                    <a:pt x="1265532" y="26035"/>
                  </a:lnTo>
                  <a:lnTo>
                    <a:pt x="1266191" y="25352"/>
                  </a:lnTo>
                  <a:close/>
                </a:path>
                <a:path w="1273810" h="70485">
                  <a:moveTo>
                    <a:pt x="740046" y="23764"/>
                  </a:moveTo>
                  <a:lnTo>
                    <a:pt x="311219" y="23764"/>
                  </a:lnTo>
                  <a:lnTo>
                    <a:pt x="298232" y="25352"/>
                  </a:lnTo>
                  <a:lnTo>
                    <a:pt x="671176" y="25352"/>
                  </a:lnTo>
                  <a:lnTo>
                    <a:pt x="683672" y="24637"/>
                  </a:lnTo>
                  <a:lnTo>
                    <a:pt x="714724" y="24637"/>
                  </a:lnTo>
                  <a:lnTo>
                    <a:pt x="740046" y="23764"/>
                  </a:lnTo>
                  <a:close/>
                </a:path>
                <a:path w="1273810" h="70485">
                  <a:moveTo>
                    <a:pt x="1255162" y="22987"/>
                  </a:moveTo>
                  <a:lnTo>
                    <a:pt x="1254782" y="22987"/>
                  </a:lnTo>
                  <a:lnTo>
                    <a:pt x="1255896" y="23764"/>
                  </a:lnTo>
                  <a:lnTo>
                    <a:pt x="1258466" y="25352"/>
                  </a:lnTo>
                  <a:lnTo>
                    <a:pt x="1258068" y="25352"/>
                  </a:lnTo>
                  <a:lnTo>
                    <a:pt x="1259465" y="24637"/>
                  </a:lnTo>
                  <a:lnTo>
                    <a:pt x="1262454" y="24637"/>
                  </a:lnTo>
                  <a:lnTo>
                    <a:pt x="1255162" y="22987"/>
                  </a:lnTo>
                  <a:close/>
                </a:path>
                <a:path w="1273810" h="70485">
                  <a:moveTo>
                    <a:pt x="1270696" y="20875"/>
                  </a:moveTo>
                  <a:lnTo>
                    <a:pt x="1269333" y="22098"/>
                  </a:lnTo>
                  <a:lnTo>
                    <a:pt x="1266191" y="25352"/>
                  </a:lnTo>
                  <a:lnTo>
                    <a:pt x="1268925" y="23764"/>
                  </a:lnTo>
                  <a:lnTo>
                    <a:pt x="1270696" y="20875"/>
                  </a:lnTo>
                  <a:close/>
                </a:path>
                <a:path w="1273810" h="70485">
                  <a:moveTo>
                    <a:pt x="1259742" y="2535"/>
                  </a:moveTo>
                  <a:lnTo>
                    <a:pt x="1185631" y="2535"/>
                  </a:lnTo>
                  <a:lnTo>
                    <a:pt x="1133189" y="3175"/>
                  </a:lnTo>
                  <a:lnTo>
                    <a:pt x="1166336" y="3175"/>
                  </a:lnTo>
                  <a:lnTo>
                    <a:pt x="1135094" y="3937"/>
                  </a:lnTo>
                  <a:lnTo>
                    <a:pt x="1138364" y="3937"/>
                  </a:lnTo>
                  <a:lnTo>
                    <a:pt x="1133316" y="4318"/>
                  </a:lnTo>
                  <a:lnTo>
                    <a:pt x="637381" y="4318"/>
                  </a:lnTo>
                  <a:lnTo>
                    <a:pt x="618585" y="5080"/>
                  </a:lnTo>
                  <a:lnTo>
                    <a:pt x="618331" y="5080"/>
                  </a:lnTo>
                  <a:lnTo>
                    <a:pt x="605737" y="5969"/>
                  </a:lnTo>
                  <a:lnTo>
                    <a:pt x="605955" y="5969"/>
                  </a:lnTo>
                  <a:lnTo>
                    <a:pt x="594867" y="7030"/>
                  </a:lnTo>
                  <a:lnTo>
                    <a:pt x="581399" y="7747"/>
                  </a:lnTo>
                  <a:lnTo>
                    <a:pt x="583279" y="7747"/>
                  </a:lnTo>
                  <a:lnTo>
                    <a:pt x="569640" y="9175"/>
                  </a:lnTo>
                  <a:lnTo>
                    <a:pt x="563086" y="9398"/>
                  </a:lnTo>
                  <a:lnTo>
                    <a:pt x="562324" y="9398"/>
                  </a:lnTo>
                  <a:lnTo>
                    <a:pt x="550267" y="10981"/>
                  </a:lnTo>
                  <a:lnTo>
                    <a:pt x="549468" y="10981"/>
                  </a:lnTo>
                  <a:lnTo>
                    <a:pt x="545179" y="11302"/>
                  </a:lnTo>
                  <a:lnTo>
                    <a:pt x="494379" y="11430"/>
                  </a:lnTo>
                  <a:lnTo>
                    <a:pt x="485743" y="11811"/>
                  </a:lnTo>
                  <a:lnTo>
                    <a:pt x="478885" y="12192"/>
                  </a:lnTo>
                  <a:lnTo>
                    <a:pt x="467201" y="12573"/>
                  </a:lnTo>
                  <a:lnTo>
                    <a:pt x="466820" y="12573"/>
                  </a:lnTo>
                  <a:lnTo>
                    <a:pt x="461105" y="12954"/>
                  </a:lnTo>
                  <a:lnTo>
                    <a:pt x="450564" y="13462"/>
                  </a:lnTo>
                  <a:lnTo>
                    <a:pt x="443833" y="13970"/>
                  </a:lnTo>
                  <a:lnTo>
                    <a:pt x="428085" y="14732"/>
                  </a:lnTo>
                  <a:lnTo>
                    <a:pt x="419195" y="14986"/>
                  </a:lnTo>
                  <a:lnTo>
                    <a:pt x="413099" y="14986"/>
                  </a:lnTo>
                  <a:lnTo>
                    <a:pt x="404717" y="15494"/>
                  </a:lnTo>
                  <a:lnTo>
                    <a:pt x="398748" y="15748"/>
                  </a:lnTo>
                  <a:lnTo>
                    <a:pt x="399129" y="15748"/>
                  </a:lnTo>
                  <a:lnTo>
                    <a:pt x="388969" y="16256"/>
                  </a:lnTo>
                  <a:lnTo>
                    <a:pt x="381984" y="16510"/>
                  </a:lnTo>
                  <a:lnTo>
                    <a:pt x="382238" y="16510"/>
                  </a:lnTo>
                  <a:lnTo>
                    <a:pt x="370300" y="17018"/>
                  </a:lnTo>
                  <a:lnTo>
                    <a:pt x="369919" y="17018"/>
                  </a:lnTo>
                  <a:lnTo>
                    <a:pt x="353155" y="18161"/>
                  </a:lnTo>
                  <a:lnTo>
                    <a:pt x="352266" y="18161"/>
                  </a:lnTo>
                  <a:lnTo>
                    <a:pt x="346932" y="18923"/>
                  </a:lnTo>
                  <a:lnTo>
                    <a:pt x="346805" y="18923"/>
                  </a:lnTo>
                  <a:lnTo>
                    <a:pt x="329660" y="21336"/>
                  </a:lnTo>
                  <a:lnTo>
                    <a:pt x="317002" y="22987"/>
                  </a:lnTo>
                  <a:lnTo>
                    <a:pt x="896842" y="22987"/>
                  </a:lnTo>
                  <a:lnTo>
                    <a:pt x="908898" y="23764"/>
                  </a:lnTo>
                  <a:lnTo>
                    <a:pt x="980415" y="23764"/>
                  </a:lnTo>
                  <a:lnTo>
                    <a:pt x="987837" y="24637"/>
                  </a:lnTo>
                  <a:lnTo>
                    <a:pt x="1249459" y="24637"/>
                  </a:lnTo>
                  <a:lnTo>
                    <a:pt x="1244379" y="14732"/>
                  </a:lnTo>
                  <a:lnTo>
                    <a:pt x="1244398" y="14351"/>
                  </a:lnTo>
                  <a:lnTo>
                    <a:pt x="1246346" y="8509"/>
                  </a:lnTo>
                  <a:lnTo>
                    <a:pt x="1251426" y="5969"/>
                  </a:lnTo>
                  <a:lnTo>
                    <a:pt x="1251902" y="5587"/>
                  </a:lnTo>
                  <a:lnTo>
                    <a:pt x="1251408" y="5587"/>
                  </a:lnTo>
                  <a:lnTo>
                    <a:pt x="1255813" y="4731"/>
                  </a:lnTo>
                  <a:lnTo>
                    <a:pt x="1259742" y="2535"/>
                  </a:lnTo>
                  <a:close/>
                </a:path>
                <a:path w="1273810" h="70485">
                  <a:moveTo>
                    <a:pt x="1268474" y="22987"/>
                  </a:moveTo>
                  <a:lnTo>
                    <a:pt x="1255162" y="22987"/>
                  </a:lnTo>
                  <a:lnTo>
                    <a:pt x="1262454" y="24637"/>
                  </a:lnTo>
                  <a:lnTo>
                    <a:pt x="1256633" y="24637"/>
                  </a:lnTo>
                  <a:lnTo>
                    <a:pt x="1261123" y="23764"/>
                  </a:lnTo>
                  <a:lnTo>
                    <a:pt x="1267723" y="23764"/>
                  </a:lnTo>
                  <a:lnTo>
                    <a:pt x="1268474" y="22987"/>
                  </a:lnTo>
                  <a:close/>
                </a:path>
                <a:path w="1273810" h="70485">
                  <a:moveTo>
                    <a:pt x="1261174" y="23764"/>
                  </a:moveTo>
                  <a:lnTo>
                    <a:pt x="1256633" y="24637"/>
                  </a:lnTo>
                  <a:lnTo>
                    <a:pt x="1259465" y="24637"/>
                  </a:lnTo>
                  <a:lnTo>
                    <a:pt x="1261174" y="23764"/>
                  </a:lnTo>
                  <a:close/>
                </a:path>
                <a:path w="1273810" h="70485">
                  <a:moveTo>
                    <a:pt x="787876" y="22987"/>
                  </a:moveTo>
                  <a:lnTo>
                    <a:pt x="316833" y="22987"/>
                  </a:lnTo>
                  <a:lnTo>
                    <a:pt x="311388" y="23764"/>
                  </a:lnTo>
                  <a:lnTo>
                    <a:pt x="765838" y="23764"/>
                  </a:lnTo>
                  <a:lnTo>
                    <a:pt x="787876" y="22987"/>
                  </a:lnTo>
                  <a:close/>
                </a:path>
                <a:path w="1273810" h="70485">
                  <a:moveTo>
                    <a:pt x="1273362" y="16256"/>
                  </a:moveTo>
                  <a:lnTo>
                    <a:pt x="1273162" y="16510"/>
                  </a:lnTo>
                  <a:lnTo>
                    <a:pt x="1271238" y="19685"/>
                  </a:lnTo>
                  <a:lnTo>
                    <a:pt x="1271111" y="20193"/>
                  </a:lnTo>
                  <a:lnTo>
                    <a:pt x="1270696" y="20875"/>
                  </a:lnTo>
                  <a:lnTo>
                    <a:pt x="1272874" y="18923"/>
                  </a:lnTo>
                  <a:lnTo>
                    <a:pt x="1273102" y="18161"/>
                  </a:lnTo>
                  <a:lnTo>
                    <a:pt x="1273206" y="17399"/>
                  </a:lnTo>
                  <a:lnTo>
                    <a:pt x="1273327" y="16510"/>
                  </a:lnTo>
                  <a:lnTo>
                    <a:pt x="1273362" y="16256"/>
                  </a:lnTo>
                  <a:close/>
                </a:path>
                <a:path w="1273810" h="70485">
                  <a:moveTo>
                    <a:pt x="1273674" y="14732"/>
                  </a:moveTo>
                  <a:lnTo>
                    <a:pt x="1273535" y="14986"/>
                  </a:lnTo>
                  <a:lnTo>
                    <a:pt x="1273466" y="15494"/>
                  </a:lnTo>
                  <a:lnTo>
                    <a:pt x="1273362" y="16256"/>
                  </a:lnTo>
                  <a:lnTo>
                    <a:pt x="1273624" y="15748"/>
                  </a:lnTo>
                  <a:lnTo>
                    <a:pt x="1273674" y="14732"/>
                  </a:lnTo>
                  <a:close/>
                </a:path>
                <a:path w="1273810" h="70485">
                  <a:moveTo>
                    <a:pt x="1273418" y="12573"/>
                  </a:moveTo>
                  <a:lnTo>
                    <a:pt x="1273466" y="13208"/>
                  </a:lnTo>
                  <a:lnTo>
                    <a:pt x="1273570" y="13970"/>
                  </a:lnTo>
                  <a:lnTo>
                    <a:pt x="1273743" y="13462"/>
                  </a:lnTo>
                  <a:lnTo>
                    <a:pt x="1273778" y="13208"/>
                  </a:lnTo>
                  <a:lnTo>
                    <a:pt x="1273418" y="12573"/>
                  </a:lnTo>
                  <a:close/>
                </a:path>
                <a:path w="1273810" h="70485">
                  <a:moveTo>
                    <a:pt x="1270449" y="7339"/>
                  </a:moveTo>
                  <a:lnTo>
                    <a:pt x="1273202" y="12192"/>
                  </a:lnTo>
                  <a:lnTo>
                    <a:pt x="1273162" y="10981"/>
                  </a:lnTo>
                  <a:lnTo>
                    <a:pt x="1273016" y="9906"/>
                  </a:lnTo>
                  <a:lnTo>
                    <a:pt x="1270449" y="7339"/>
                  </a:lnTo>
                  <a:close/>
                </a:path>
                <a:path w="1273810" h="70485">
                  <a:moveTo>
                    <a:pt x="1266327" y="3175"/>
                  </a:moveTo>
                  <a:lnTo>
                    <a:pt x="1266172" y="3175"/>
                  </a:lnTo>
                  <a:lnTo>
                    <a:pt x="1269333" y="6223"/>
                  </a:lnTo>
                  <a:lnTo>
                    <a:pt x="1270449" y="7339"/>
                  </a:lnTo>
                  <a:lnTo>
                    <a:pt x="1268970" y="4731"/>
                  </a:lnTo>
                  <a:lnTo>
                    <a:pt x="1268296" y="4318"/>
                  </a:lnTo>
                  <a:lnTo>
                    <a:pt x="1266327" y="3175"/>
                  </a:lnTo>
                  <a:close/>
                </a:path>
                <a:path w="1273810" h="70485">
                  <a:moveTo>
                    <a:pt x="1255824" y="4731"/>
                  </a:moveTo>
                  <a:lnTo>
                    <a:pt x="1251408" y="5587"/>
                  </a:lnTo>
                  <a:lnTo>
                    <a:pt x="1254601" y="5587"/>
                  </a:lnTo>
                  <a:lnTo>
                    <a:pt x="1255824" y="4731"/>
                  </a:lnTo>
                  <a:close/>
                </a:path>
                <a:path w="1273810" h="70485">
                  <a:moveTo>
                    <a:pt x="1265226" y="2535"/>
                  </a:moveTo>
                  <a:lnTo>
                    <a:pt x="1259742" y="2535"/>
                  </a:lnTo>
                  <a:lnTo>
                    <a:pt x="1255824" y="4731"/>
                  </a:lnTo>
                  <a:lnTo>
                    <a:pt x="1254601" y="5587"/>
                  </a:lnTo>
                  <a:lnTo>
                    <a:pt x="1257170" y="4731"/>
                  </a:lnTo>
                  <a:lnTo>
                    <a:pt x="1255654" y="4731"/>
                  </a:lnTo>
                  <a:lnTo>
                    <a:pt x="1258411" y="4318"/>
                  </a:lnTo>
                  <a:lnTo>
                    <a:pt x="1267357" y="4318"/>
                  </a:lnTo>
                  <a:lnTo>
                    <a:pt x="1266172" y="3175"/>
                  </a:lnTo>
                  <a:lnTo>
                    <a:pt x="1266327" y="3175"/>
                  </a:lnTo>
                  <a:lnTo>
                    <a:pt x="1265226" y="2535"/>
                  </a:lnTo>
                  <a:close/>
                </a:path>
                <a:path w="1273810" h="70485">
                  <a:moveTo>
                    <a:pt x="1258411" y="4318"/>
                  </a:moveTo>
                  <a:lnTo>
                    <a:pt x="1255654" y="4731"/>
                  </a:lnTo>
                  <a:lnTo>
                    <a:pt x="1257170" y="4731"/>
                  </a:lnTo>
                  <a:lnTo>
                    <a:pt x="1258411" y="4318"/>
                  </a:lnTo>
                  <a:close/>
                </a:path>
                <a:path w="1273810" h="70485">
                  <a:moveTo>
                    <a:pt x="1034179" y="2535"/>
                  </a:moveTo>
                  <a:lnTo>
                    <a:pt x="682609" y="2535"/>
                  </a:lnTo>
                  <a:lnTo>
                    <a:pt x="671290" y="3175"/>
                  </a:lnTo>
                  <a:lnTo>
                    <a:pt x="643858" y="3937"/>
                  </a:lnTo>
                  <a:lnTo>
                    <a:pt x="637127" y="4318"/>
                  </a:lnTo>
                  <a:lnTo>
                    <a:pt x="1111472" y="4318"/>
                  </a:lnTo>
                  <a:lnTo>
                    <a:pt x="1108519" y="3937"/>
                  </a:lnTo>
                  <a:lnTo>
                    <a:pt x="1076420" y="3937"/>
                  </a:lnTo>
                  <a:lnTo>
                    <a:pt x="1061180" y="3175"/>
                  </a:lnTo>
                  <a:lnTo>
                    <a:pt x="1045051" y="3175"/>
                  </a:lnTo>
                  <a:lnTo>
                    <a:pt x="1034179" y="2535"/>
                  </a:lnTo>
                  <a:close/>
                </a:path>
                <a:path w="1273810" h="70485">
                  <a:moveTo>
                    <a:pt x="666731" y="3175"/>
                  </a:moveTo>
                  <a:lnTo>
                    <a:pt x="666464" y="3175"/>
                  </a:lnTo>
                  <a:lnTo>
                    <a:pt x="652557" y="3937"/>
                  </a:lnTo>
                  <a:lnTo>
                    <a:pt x="652075" y="3937"/>
                  </a:lnTo>
                  <a:lnTo>
                    <a:pt x="666731" y="3175"/>
                  </a:lnTo>
                  <a:close/>
                </a:path>
                <a:path w="1273810" h="70485">
                  <a:moveTo>
                    <a:pt x="1152493" y="3175"/>
                  </a:moveTo>
                  <a:lnTo>
                    <a:pt x="1073308" y="3175"/>
                  </a:lnTo>
                  <a:lnTo>
                    <a:pt x="1087405" y="3937"/>
                  </a:lnTo>
                  <a:lnTo>
                    <a:pt x="1147921" y="3937"/>
                  </a:lnTo>
                  <a:lnTo>
                    <a:pt x="1152493" y="3175"/>
                  </a:lnTo>
                  <a:close/>
                </a:path>
                <a:path w="1273810" h="70485">
                  <a:moveTo>
                    <a:pt x="1154525" y="3175"/>
                  </a:moveTo>
                  <a:lnTo>
                    <a:pt x="1152493" y="3175"/>
                  </a:lnTo>
                  <a:lnTo>
                    <a:pt x="1147921" y="3937"/>
                  </a:lnTo>
                  <a:lnTo>
                    <a:pt x="1146905" y="3937"/>
                  </a:lnTo>
                  <a:lnTo>
                    <a:pt x="1154525" y="3175"/>
                  </a:lnTo>
                  <a:close/>
                </a:path>
                <a:path w="1273810" h="70485">
                  <a:moveTo>
                    <a:pt x="1166336" y="3175"/>
                  </a:moveTo>
                  <a:lnTo>
                    <a:pt x="1154525" y="3175"/>
                  </a:lnTo>
                  <a:lnTo>
                    <a:pt x="1146905" y="3937"/>
                  </a:lnTo>
                  <a:lnTo>
                    <a:pt x="1135094" y="3937"/>
                  </a:lnTo>
                  <a:lnTo>
                    <a:pt x="1166336" y="3175"/>
                  </a:lnTo>
                  <a:close/>
                </a:path>
                <a:path w="1273810" h="70485">
                  <a:moveTo>
                    <a:pt x="1167533" y="2535"/>
                  </a:moveTo>
                  <a:lnTo>
                    <a:pt x="1165670" y="2535"/>
                  </a:lnTo>
                  <a:lnTo>
                    <a:pt x="1161086" y="3175"/>
                  </a:lnTo>
                  <a:lnTo>
                    <a:pt x="1159859" y="3175"/>
                  </a:lnTo>
                  <a:lnTo>
                    <a:pt x="1167533" y="2535"/>
                  </a:lnTo>
                  <a:close/>
                </a:path>
                <a:path w="1273810" h="70485">
                  <a:moveTo>
                    <a:pt x="1265509" y="2535"/>
                  </a:moveTo>
                  <a:lnTo>
                    <a:pt x="1265226" y="2535"/>
                  </a:lnTo>
                  <a:lnTo>
                    <a:pt x="1266327" y="3175"/>
                  </a:lnTo>
                  <a:lnTo>
                    <a:pt x="1266172" y="3175"/>
                  </a:lnTo>
                  <a:lnTo>
                    <a:pt x="1265509" y="2535"/>
                  </a:lnTo>
                  <a:close/>
                </a:path>
                <a:path w="1273810" h="70485">
                  <a:moveTo>
                    <a:pt x="973743" y="773"/>
                  </a:moveTo>
                  <a:lnTo>
                    <a:pt x="776065" y="773"/>
                  </a:lnTo>
                  <a:lnTo>
                    <a:pt x="758669" y="1544"/>
                  </a:lnTo>
                  <a:lnTo>
                    <a:pt x="738279" y="1544"/>
                  </a:lnTo>
                  <a:lnTo>
                    <a:pt x="730154" y="1777"/>
                  </a:lnTo>
                  <a:lnTo>
                    <a:pt x="734536" y="1777"/>
                  </a:lnTo>
                  <a:lnTo>
                    <a:pt x="695905" y="2535"/>
                  </a:lnTo>
                  <a:lnTo>
                    <a:pt x="1006629" y="2535"/>
                  </a:lnTo>
                  <a:lnTo>
                    <a:pt x="995267" y="1777"/>
                  </a:lnTo>
                  <a:lnTo>
                    <a:pt x="986733" y="1544"/>
                  </a:lnTo>
                  <a:lnTo>
                    <a:pt x="983625" y="1270"/>
                  </a:lnTo>
                  <a:lnTo>
                    <a:pt x="984408" y="1270"/>
                  </a:lnTo>
                  <a:lnTo>
                    <a:pt x="973743" y="773"/>
                  </a:lnTo>
                  <a:close/>
                </a:path>
                <a:path w="1273810" h="70485">
                  <a:moveTo>
                    <a:pt x="791813" y="254"/>
                  </a:moveTo>
                  <a:lnTo>
                    <a:pt x="767048" y="254"/>
                  </a:lnTo>
                  <a:lnTo>
                    <a:pt x="956301" y="773"/>
                  </a:lnTo>
                  <a:lnTo>
                    <a:pt x="775695" y="773"/>
                  </a:lnTo>
                  <a:lnTo>
                    <a:pt x="791813" y="254"/>
                  </a:lnTo>
                  <a:close/>
                </a:path>
                <a:path w="1273810" h="70485">
                  <a:moveTo>
                    <a:pt x="854805" y="0"/>
                  </a:moveTo>
                  <a:lnTo>
                    <a:pt x="813784" y="0"/>
                  </a:lnTo>
                  <a:lnTo>
                    <a:pt x="805910" y="254"/>
                  </a:lnTo>
                  <a:lnTo>
                    <a:pt x="857535" y="254"/>
                  </a:lnTo>
                  <a:lnTo>
                    <a:pt x="854805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2026-04-01T17:22:40Z</dcterms:created>
  <dcterms:modified xsi:type="dcterms:W3CDTF">2026-04-01T17:22:40Z</dcterms:modified>
</cp:coreProperties>
</file>